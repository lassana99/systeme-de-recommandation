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23"/>
  </p:notesMasterIdLst>
  <p:sldIdLst>
    <p:sldId id="256" r:id="rId3"/>
    <p:sldId id="258" r:id="rId4"/>
    <p:sldId id="260" r:id="rId5"/>
    <p:sldId id="261" r:id="rId6"/>
    <p:sldId id="263" r:id="rId7"/>
    <p:sldId id="304" r:id="rId8"/>
    <p:sldId id="262" r:id="rId9"/>
    <p:sldId id="310" r:id="rId10"/>
    <p:sldId id="311" r:id="rId11"/>
    <p:sldId id="312" r:id="rId12"/>
    <p:sldId id="315" r:id="rId13"/>
    <p:sldId id="316" r:id="rId14"/>
    <p:sldId id="317" r:id="rId15"/>
    <p:sldId id="314" r:id="rId16"/>
    <p:sldId id="306" r:id="rId17"/>
    <p:sldId id="265" r:id="rId18"/>
    <p:sldId id="305" r:id="rId19"/>
    <p:sldId id="307" r:id="rId20"/>
    <p:sldId id="308" r:id="rId21"/>
    <p:sldId id="303" r:id="rId22"/>
  </p:sldIdLst>
  <p:sldSz cx="9144000" cy="5143500" type="screen16x9"/>
  <p:notesSz cx="6858000" cy="9144000"/>
  <p:embeddedFontLst>
    <p:embeddedFont>
      <p:font typeface="Calibri" panose="020F0502020204030204" pitchFamily="34" charset="0"/>
      <p:regular r:id="rId24"/>
      <p:bold r:id="rId25"/>
      <p:italic r:id="rId26"/>
      <p:boldItalic r:id="rId27"/>
    </p:embeddedFont>
    <p:embeddedFont>
      <p:font typeface="Patrick Hand" panose="00000500000000000000" pitchFamily="2" charset="0"/>
      <p:regular r:id="rId28"/>
    </p:embeddedFont>
    <p:embeddedFont>
      <p:font typeface="Proxima Nova" panose="020B0604020202020204" charset="0"/>
      <p:regular r:id="rId29"/>
      <p:bold r:id="rId30"/>
      <p:italic r:id="rId31"/>
      <p:boldItalic r:id="rId32"/>
    </p:embeddedFont>
    <p:embeddedFont>
      <p:font typeface="Proxima Nova Semibold" panose="020B0604020202020204" charset="0"/>
      <p:regular r:id="rId33"/>
      <p:bold r:id="rId34"/>
      <p:boldItalic r:id="rId35"/>
    </p:embeddedFont>
    <p:embeddedFont>
      <p:font typeface="Roboto" panose="02000000000000000000" pitchFamily="2" charset="0"/>
      <p:regular r:id="rId36"/>
      <p:bold r:id="rId37"/>
      <p:italic r:id="rId38"/>
      <p:boldItalic r:id="rId39"/>
    </p:embeddedFont>
    <p:embeddedFont>
      <p:font typeface="Teko" panose="020B0604020202020204" charset="0"/>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78">
          <p15:clr>
            <a:srgbClr val="9AA0A6"/>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AE897D-F1A8-46FB-B965-D263781A31FA}">
  <a:tblStyle styleId="{3BAE897D-F1A8-46FB-B965-D263781A31F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9" autoAdjust="0"/>
    <p:restoredTop sz="94660"/>
  </p:normalViewPr>
  <p:slideViewPr>
    <p:cSldViewPr snapToGrid="0">
      <p:cViewPr varScale="1">
        <p:scale>
          <a:sx n="107" d="100"/>
          <a:sy n="107" d="100"/>
        </p:scale>
        <p:origin x="802" y="72"/>
      </p:cViewPr>
      <p:guideLst>
        <p:guide orient="horz" pos="67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font" Target="fonts/font11.fntdata"/><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8b385fd27f_2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8b385fd27f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8b385fd27f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8b385fd27f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a1242414e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0" name="Google Shape;580;ga1242414e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a1242414e1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a1242414e1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8b385fd27f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8b385fd27f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1367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8392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4206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820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2629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7567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48941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a1242414e1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a1242414e1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70728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8b385fd27f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8b385fd27f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40073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a1242414e1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8" name="Google Shape;918;ga1242414e1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a1242414e1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8" name="Google Shape;918;ga1242414e1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938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8b385fd27f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8b385fd27f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22295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8b385fd27f_2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1" name="Google Shape;571;g8b385fd27f_2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166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1"/>
        <p:cNvGrpSpPr/>
        <p:nvPr/>
      </p:nvGrpSpPr>
      <p:grpSpPr>
        <a:xfrm>
          <a:off x="0" y="0"/>
          <a:ext cx="0" cy="0"/>
          <a:chOff x="0" y="0"/>
          <a:chExt cx="0" cy="0"/>
        </a:xfrm>
      </p:grpSpPr>
      <p:sp>
        <p:nvSpPr>
          <p:cNvPr id="18782" name="Google Shape;18782;ge81cbb92e3_2_19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83" name="Google Shape;18783;ge81cbb92e3_2_193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flipH="1">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20000" y="1397475"/>
            <a:ext cx="3843900" cy="1509900"/>
          </a:xfrm>
          <a:prstGeom prst="rect">
            <a:avLst/>
          </a:prstGeom>
        </p:spPr>
        <p:txBody>
          <a:bodyPr spcFirstLastPara="1" wrap="square" lIns="91425" tIns="91425" rIns="91425" bIns="91425" anchor="t" anchorCtr="0">
            <a:noAutofit/>
          </a:bodyPr>
          <a:lstStyle>
            <a:lvl1pPr lvl="0" algn="l" rtl="0">
              <a:spcBef>
                <a:spcPts val="0"/>
              </a:spcBef>
              <a:spcAft>
                <a:spcPts val="0"/>
              </a:spcAft>
              <a:buSzPts val="48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20000" y="3053950"/>
            <a:ext cx="3804900" cy="42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6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p:nvPr/>
        </p:nvSpPr>
        <p:spPr>
          <a:xfrm flipH="1">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3"/>
          <p:cNvSpPr txBox="1">
            <a:spLocks noGrp="1"/>
          </p:cNvSpPr>
          <p:nvPr>
            <p:ph type="title"/>
          </p:nvPr>
        </p:nvSpPr>
        <p:spPr>
          <a:xfrm>
            <a:off x="1720200" y="2860500"/>
            <a:ext cx="2808000" cy="561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5" name="Google Shape;15;p3"/>
          <p:cNvSpPr txBox="1">
            <a:spLocks noGrp="1"/>
          </p:cNvSpPr>
          <p:nvPr>
            <p:ph type="body" idx="1"/>
          </p:nvPr>
        </p:nvSpPr>
        <p:spPr>
          <a:xfrm>
            <a:off x="1720200" y="3393393"/>
            <a:ext cx="2808000" cy="654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6" name="Google Shape;16;p3"/>
          <p:cNvSpPr txBox="1">
            <a:spLocks noGrp="1"/>
          </p:cNvSpPr>
          <p:nvPr>
            <p:ph type="title" idx="2" hasCustomPrompt="1"/>
          </p:nvPr>
        </p:nvSpPr>
        <p:spPr>
          <a:xfrm>
            <a:off x="720000" y="2927375"/>
            <a:ext cx="969900" cy="1140900"/>
          </a:xfrm>
          <a:prstGeom prst="rect">
            <a:avLst/>
          </a:prstGeom>
          <a:solidFill>
            <a:schemeClr val="accent5"/>
          </a:solidFill>
        </p:spPr>
        <p:txBody>
          <a:bodyPr spcFirstLastPara="1" wrap="square" lIns="91425" tIns="91425" rIns="91425" bIns="91425" anchor="ctr" anchorCtr="0">
            <a:noAutofit/>
          </a:bodyPr>
          <a:lstStyle>
            <a:lvl1pPr lvl="0" algn="l" rtl="0">
              <a:spcBef>
                <a:spcPts val="0"/>
              </a:spcBef>
              <a:spcAft>
                <a:spcPts val="0"/>
              </a:spcAft>
              <a:buSzPts val="4800"/>
              <a:buNone/>
              <a:defRPr sz="96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sp>
        <p:nvSpPr>
          <p:cNvPr id="22" name="Google Shape;22;p5"/>
          <p:cNvSpPr/>
          <p:nvPr/>
        </p:nvSpPr>
        <p:spPr>
          <a:xfrm flipH="1">
            <a:off x="345975" y="318889"/>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5"/>
          <p:cNvSpPr txBox="1">
            <a:spLocks noGrp="1"/>
          </p:cNvSpPr>
          <p:nvPr>
            <p:ph type="title"/>
          </p:nvPr>
        </p:nvSpPr>
        <p:spPr>
          <a:xfrm>
            <a:off x="1955650" y="540000"/>
            <a:ext cx="52326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4" name="Google Shape;24;p5"/>
          <p:cNvSpPr txBox="1">
            <a:spLocks noGrp="1"/>
          </p:cNvSpPr>
          <p:nvPr>
            <p:ph type="subTitle" idx="1"/>
          </p:nvPr>
        </p:nvSpPr>
        <p:spPr>
          <a:xfrm>
            <a:off x="5427902" y="1987147"/>
            <a:ext cx="2555700" cy="69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25" name="Google Shape;25;p5"/>
          <p:cNvSpPr txBox="1">
            <a:spLocks noGrp="1"/>
          </p:cNvSpPr>
          <p:nvPr>
            <p:ph type="title" idx="2"/>
          </p:nvPr>
        </p:nvSpPr>
        <p:spPr>
          <a:xfrm>
            <a:off x="5427900" y="1603925"/>
            <a:ext cx="2555700" cy="41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
        <p:nvSpPr>
          <p:cNvPr id="26" name="Google Shape;26;p5"/>
          <p:cNvSpPr txBox="1">
            <a:spLocks noGrp="1"/>
          </p:cNvSpPr>
          <p:nvPr>
            <p:ph type="subTitle" idx="3"/>
          </p:nvPr>
        </p:nvSpPr>
        <p:spPr>
          <a:xfrm>
            <a:off x="5427902" y="3412697"/>
            <a:ext cx="2555700" cy="698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a:endParaRPr/>
          </a:p>
        </p:txBody>
      </p:sp>
      <p:sp>
        <p:nvSpPr>
          <p:cNvPr id="27" name="Google Shape;27;p5"/>
          <p:cNvSpPr txBox="1">
            <a:spLocks noGrp="1"/>
          </p:cNvSpPr>
          <p:nvPr>
            <p:ph type="title" idx="4"/>
          </p:nvPr>
        </p:nvSpPr>
        <p:spPr>
          <a:xfrm>
            <a:off x="5427900" y="3029475"/>
            <a:ext cx="2555700" cy="4170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SzPts val="2800"/>
              <a:buFont typeface="Patrick Hand"/>
              <a:buNone/>
              <a:defRPr>
                <a:latin typeface="Patrick Hand"/>
                <a:ea typeface="Patrick Hand"/>
                <a:cs typeface="Patrick Hand"/>
                <a:sym typeface="Patrick Hand"/>
              </a:defRPr>
            </a:lvl2pPr>
            <a:lvl3pPr lvl="2" rtl="0">
              <a:spcBef>
                <a:spcPts val="0"/>
              </a:spcBef>
              <a:spcAft>
                <a:spcPts val="0"/>
              </a:spcAft>
              <a:buSzPts val="2800"/>
              <a:buFont typeface="Patrick Hand"/>
              <a:buNone/>
              <a:defRPr>
                <a:latin typeface="Patrick Hand"/>
                <a:ea typeface="Patrick Hand"/>
                <a:cs typeface="Patrick Hand"/>
                <a:sym typeface="Patrick Hand"/>
              </a:defRPr>
            </a:lvl3pPr>
            <a:lvl4pPr lvl="3" rtl="0">
              <a:spcBef>
                <a:spcPts val="0"/>
              </a:spcBef>
              <a:spcAft>
                <a:spcPts val="0"/>
              </a:spcAft>
              <a:buSzPts val="2800"/>
              <a:buFont typeface="Patrick Hand"/>
              <a:buNone/>
              <a:defRPr>
                <a:latin typeface="Patrick Hand"/>
                <a:ea typeface="Patrick Hand"/>
                <a:cs typeface="Patrick Hand"/>
                <a:sym typeface="Patrick Hand"/>
              </a:defRPr>
            </a:lvl4pPr>
            <a:lvl5pPr lvl="4" rtl="0">
              <a:spcBef>
                <a:spcPts val="0"/>
              </a:spcBef>
              <a:spcAft>
                <a:spcPts val="0"/>
              </a:spcAft>
              <a:buSzPts val="2800"/>
              <a:buFont typeface="Patrick Hand"/>
              <a:buNone/>
              <a:defRPr>
                <a:latin typeface="Patrick Hand"/>
                <a:ea typeface="Patrick Hand"/>
                <a:cs typeface="Patrick Hand"/>
                <a:sym typeface="Patrick Hand"/>
              </a:defRPr>
            </a:lvl5pPr>
            <a:lvl6pPr lvl="5" rtl="0">
              <a:spcBef>
                <a:spcPts val="0"/>
              </a:spcBef>
              <a:spcAft>
                <a:spcPts val="0"/>
              </a:spcAft>
              <a:buSzPts val="2800"/>
              <a:buFont typeface="Patrick Hand"/>
              <a:buNone/>
              <a:defRPr>
                <a:latin typeface="Patrick Hand"/>
                <a:ea typeface="Patrick Hand"/>
                <a:cs typeface="Patrick Hand"/>
                <a:sym typeface="Patrick Hand"/>
              </a:defRPr>
            </a:lvl6pPr>
            <a:lvl7pPr lvl="6" rtl="0">
              <a:spcBef>
                <a:spcPts val="0"/>
              </a:spcBef>
              <a:spcAft>
                <a:spcPts val="0"/>
              </a:spcAft>
              <a:buSzPts val="2800"/>
              <a:buFont typeface="Patrick Hand"/>
              <a:buNone/>
              <a:defRPr>
                <a:latin typeface="Patrick Hand"/>
                <a:ea typeface="Patrick Hand"/>
                <a:cs typeface="Patrick Hand"/>
                <a:sym typeface="Patrick Hand"/>
              </a:defRPr>
            </a:lvl7pPr>
            <a:lvl8pPr lvl="7" rtl="0">
              <a:spcBef>
                <a:spcPts val="0"/>
              </a:spcBef>
              <a:spcAft>
                <a:spcPts val="0"/>
              </a:spcAft>
              <a:buSzPts val="2800"/>
              <a:buFont typeface="Patrick Hand"/>
              <a:buNone/>
              <a:defRPr>
                <a:latin typeface="Patrick Hand"/>
                <a:ea typeface="Patrick Hand"/>
                <a:cs typeface="Patrick Hand"/>
                <a:sym typeface="Patrick Hand"/>
              </a:defRPr>
            </a:lvl8pPr>
            <a:lvl9pPr lvl="8" rtl="0">
              <a:spcBef>
                <a:spcPts val="0"/>
              </a:spcBef>
              <a:spcAft>
                <a:spcPts val="0"/>
              </a:spcAft>
              <a:buSzPts val="2800"/>
              <a:buFont typeface="Patrick Hand"/>
              <a:buNone/>
              <a:defRPr>
                <a:latin typeface="Patrick Hand"/>
                <a:ea typeface="Patrick Hand"/>
                <a:cs typeface="Patrick Hand"/>
                <a:sym typeface="Patrick Hand"/>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p:nvPr/>
        </p:nvSpPr>
        <p:spPr>
          <a:xfrm rot="10800000" flipH="1">
            <a:off x="345975" y="311725"/>
            <a:ext cx="8475900" cy="44904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7"/>
          <p:cNvSpPr txBox="1">
            <a:spLocks noGrp="1"/>
          </p:cNvSpPr>
          <p:nvPr>
            <p:ph type="title"/>
          </p:nvPr>
        </p:nvSpPr>
        <p:spPr>
          <a:xfrm>
            <a:off x="720000" y="529475"/>
            <a:ext cx="3935400" cy="519300"/>
          </a:xfrm>
          <a:prstGeom prst="rect">
            <a:avLst/>
          </a:prstGeom>
          <a:solidFill>
            <a:schemeClr val="accent5"/>
          </a:solidFill>
        </p:spPr>
        <p:txBody>
          <a:bodyPr spcFirstLastPara="1" wrap="square" lIns="91425" tIns="91425" rIns="91425" bIns="91425" anchor="ctr" anchorCtr="0">
            <a:noAutofit/>
          </a:bodyPr>
          <a:lstStyle>
            <a:lvl1pPr lvl="0" algn="l" rtl="0">
              <a:spcBef>
                <a:spcPts val="0"/>
              </a:spcBef>
              <a:spcAft>
                <a:spcPts val="0"/>
              </a:spcAft>
              <a:buSzPts val="3600"/>
              <a:buNone/>
              <a:defRPr/>
            </a:lvl1pPr>
            <a:lvl2pPr lvl="1" algn="r" rtl="0">
              <a:spcBef>
                <a:spcPts val="0"/>
              </a:spcBef>
              <a:spcAft>
                <a:spcPts val="0"/>
              </a:spcAft>
              <a:buSzPts val="2800"/>
              <a:buNone/>
              <a:defRPr>
                <a:latin typeface="Roboto"/>
                <a:ea typeface="Roboto"/>
                <a:cs typeface="Roboto"/>
                <a:sym typeface="Roboto"/>
              </a:defRPr>
            </a:lvl2pPr>
            <a:lvl3pPr lvl="2" algn="r" rtl="0">
              <a:spcBef>
                <a:spcPts val="0"/>
              </a:spcBef>
              <a:spcAft>
                <a:spcPts val="0"/>
              </a:spcAft>
              <a:buSzPts val="2800"/>
              <a:buNone/>
              <a:defRPr>
                <a:latin typeface="Roboto"/>
                <a:ea typeface="Roboto"/>
                <a:cs typeface="Roboto"/>
                <a:sym typeface="Roboto"/>
              </a:defRPr>
            </a:lvl3pPr>
            <a:lvl4pPr lvl="3" algn="r" rtl="0">
              <a:spcBef>
                <a:spcPts val="0"/>
              </a:spcBef>
              <a:spcAft>
                <a:spcPts val="0"/>
              </a:spcAft>
              <a:buSzPts val="2800"/>
              <a:buNone/>
              <a:defRPr>
                <a:latin typeface="Roboto"/>
                <a:ea typeface="Roboto"/>
                <a:cs typeface="Roboto"/>
                <a:sym typeface="Roboto"/>
              </a:defRPr>
            </a:lvl4pPr>
            <a:lvl5pPr lvl="4" algn="r" rtl="0">
              <a:spcBef>
                <a:spcPts val="0"/>
              </a:spcBef>
              <a:spcAft>
                <a:spcPts val="0"/>
              </a:spcAft>
              <a:buSzPts val="2800"/>
              <a:buNone/>
              <a:defRPr>
                <a:latin typeface="Roboto"/>
                <a:ea typeface="Roboto"/>
                <a:cs typeface="Roboto"/>
                <a:sym typeface="Roboto"/>
              </a:defRPr>
            </a:lvl5pPr>
            <a:lvl6pPr lvl="5" algn="r" rtl="0">
              <a:spcBef>
                <a:spcPts val="0"/>
              </a:spcBef>
              <a:spcAft>
                <a:spcPts val="0"/>
              </a:spcAft>
              <a:buSzPts val="2800"/>
              <a:buNone/>
              <a:defRPr>
                <a:latin typeface="Roboto"/>
                <a:ea typeface="Roboto"/>
                <a:cs typeface="Roboto"/>
                <a:sym typeface="Roboto"/>
              </a:defRPr>
            </a:lvl6pPr>
            <a:lvl7pPr lvl="6" algn="r" rtl="0">
              <a:spcBef>
                <a:spcPts val="0"/>
              </a:spcBef>
              <a:spcAft>
                <a:spcPts val="0"/>
              </a:spcAft>
              <a:buSzPts val="2800"/>
              <a:buNone/>
              <a:defRPr>
                <a:latin typeface="Roboto"/>
                <a:ea typeface="Roboto"/>
                <a:cs typeface="Roboto"/>
                <a:sym typeface="Roboto"/>
              </a:defRPr>
            </a:lvl7pPr>
            <a:lvl8pPr lvl="7" algn="r" rtl="0">
              <a:spcBef>
                <a:spcPts val="0"/>
              </a:spcBef>
              <a:spcAft>
                <a:spcPts val="0"/>
              </a:spcAft>
              <a:buSzPts val="2800"/>
              <a:buNone/>
              <a:defRPr>
                <a:latin typeface="Roboto"/>
                <a:ea typeface="Roboto"/>
                <a:cs typeface="Roboto"/>
                <a:sym typeface="Roboto"/>
              </a:defRPr>
            </a:lvl8pPr>
            <a:lvl9pPr lvl="8" algn="r" rtl="0">
              <a:spcBef>
                <a:spcPts val="0"/>
              </a:spcBef>
              <a:spcAft>
                <a:spcPts val="0"/>
              </a:spcAft>
              <a:buSzPts val="2800"/>
              <a:buNone/>
              <a:defRPr>
                <a:latin typeface="Roboto"/>
                <a:ea typeface="Roboto"/>
                <a:cs typeface="Roboto"/>
                <a:sym typeface="Roboto"/>
              </a:defRPr>
            </a:lvl9pPr>
          </a:lstStyle>
          <a:p>
            <a:endParaRPr/>
          </a:p>
        </p:txBody>
      </p:sp>
      <p:sp>
        <p:nvSpPr>
          <p:cNvPr id="34" name="Google Shape;34;p7"/>
          <p:cNvSpPr txBox="1">
            <a:spLocks noGrp="1"/>
          </p:cNvSpPr>
          <p:nvPr>
            <p:ph type="subTitle" idx="1"/>
          </p:nvPr>
        </p:nvSpPr>
        <p:spPr>
          <a:xfrm>
            <a:off x="720000" y="1383300"/>
            <a:ext cx="4236600" cy="2376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algn="r" rtl="0">
              <a:lnSpc>
                <a:spcPct val="100000"/>
              </a:lnSpc>
              <a:spcBef>
                <a:spcPts val="0"/>
              </a:spcBef>
              <a:spcAft>
                <a:spcPts val="0"/>
              </a:spcAft>
              <a:buSzPts val="1400"/>
              <a:buChar char="○"/>
              <a:defRPr sz="2100"/>
            </a:lvl2pPr>
            <a:lvl3pPr lvl="2" algn="r" rtl="0">
              <a:lnSpc>
                <a:spcPct val="100000"/>
              </a:lnSpc>
              <a:spcBef>
                <a:spcPts val="0"/>
              </a:spcBef>
              <a:spcAft>
                <a:spcPts val="0"/>
              </a:spcAft>
              <a:buSzPts val="1400"/>
              <a:buChar char="■"/>
              <a:defRPr sz="2100"/>
            </a:lvl3pPr>
            <a:lvl4pPr lvl="3" algn="r" rtl="0">
              <a:lnSpc>
                <a:spcPct val="100000"/>
              </a:lnSpc>
              <a:spcBef>
                <a:spcPts val="0"/>
              </a:spcBef>
              <a:spcAft>
                <a:spcPts val="0"/>
              </a:spcAft>
              <a:buSzPts val="1400"/>
              <a:buChar char="●"/>
              <a:defRPr sz="2100"/>
            </a:lvl4pPr>
            <a:lvl5pPr lvl="4" algn="r" rtl="0">
              <a:lnSpc>
                <a:spcPct val="100000"/>
              </a:lnSpc>
              <a:spcBef>
                <a:spcPts val="0"/>
              </a:spcBef>
              <a:spcAft>
                <a:spcPts val="0"/>
              </a:spcAft>
              <a:buSzPts val="1400"/>
              <a:buChar char="○"/>
              <a:defRPr sz="2100"/>
            </a:lvl5pPr>
            <a:lvl6pPr lvl="5" algn="r" rtl="0">
              <a:lnSpc>
                <a:spcPct val="100000"/>
              </a:lnSpc>
              <a:spcBef>
                <a:spcPts val="0"/>
              </a:spcBef>
              <a:spcAft>
                <a:spcPts val="0"/>
              </a:spcAft>
              <a:buSzPts val="1400"/>
              <a:buChar char="■"/>
              <a:defRPr sz="2100"/>
            </a:lvl6pPr>
            <a:lvl7pPr lvl="6" algn="r" rtl="0">
              <a:lnSpc>
                <a:spcPct val="100000"/>
              </a:lnSpc>
              <a:spcBef>
                <a:spcPts val="0"/>
              </a:spcBef>
              <a:spcAft>
                <a:spcPts val="0"/>
              </a:spcAft>
              <a:buSzPts val="1400"/>
              <a:buChar char="●"/>
              <a:defRPr sz="2100"/>
            </a:lvl7pPr>
            <a:lvl8pPr lvl="7" algn="r" rtl="0">
              <a:lnSpc>
                <a:spcPct val="100000"/>
              </a:lnSpc>
              <a:spcBef>
                <a:spcPts val="0"/>
              </a:spcBef>
              <a:spcAft>
                <a:spcPts val="0"/>
              </a:spcAft>
              <a:buSzPts val="1400"/>
              <a:buChar char="○"/>
              <a:defRPr sz="2100"/>
            </a:lvl8pPr>
            <a:lvl9pPr lvl="8" algn="r" rtl="0">
              <a:lnSpc>
                <a:spcPct val="100000"/>
              </a:lnSpc>
              <a:spcBef>
                <a:spcPts val="0"/>
              </a:spcBef>
              <a:spcAft>
                <a:spcPts val="0"/>
              </a:spcAft>
              <a:buSzPts val="1400"/>
              <a:buChar char="■"/>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1">
    <p:spTree>
      <p:nvGrpSpPr>
        <p:cNvPr id="1" name="Shape 50"/>
        <p:cNvGrpSpPr/>
        <p:nvPr/>
      </p:nvGrpSpPr>
      <p:grpSpPr>
        <a:xfrm>
          <a:off x="0" y="0"/>
          <a:ext cx="0" cy="0"/>
          <a:chOff x="0" y="0"/>
          <a:chExt cx="0" cy="0"/>
        </a:xfrm>
      </p:grpSpPr>
      <p:sp>
        <p:nvSpPr>
          <p:cNvPr id="51" name="Google Shape;51;p13"/>
          <p:cNvSpPr/>
          <p:nvPr/>
        </p:nvSpPr>
        <p:spPr>
          <a:xfrm rot="10800000">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3"/>
          <p:cNvSpPr txBox="1">
            <a:spLocks noGrp="1"/>
          </p:cNvSpPr>
          <p:nvPr>
            <p:ph type="title"/>
          </p:nvPr>
        </p:nvSpPr>
        <p:spPr>
          <a:xfrm>
            <a:off x="2607200" y="540000"/>
            <a:ext cx="39297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Clr>
                <a:schemeClr val="dk2"/>
              </a:buClr>
              <a:buSzPts val="2800"/>
              <a:buNone/>
              <a:defRPr>
                <a:solidFill>
                  <a:schemeClr val="dk2"/>
                </a:solidFill>
                <a:latin typeface="Roboto"/>
                <a:ea typeface="Roboto"/>
                <a:cs typeface="Roboto"/>
                <a:sym typeface="Roboto"/>
              </a:defRPr>
            </a:lvl2pPr>
            <a:lvl3pPr lvl="2" rtl="0">
              <a:spcBef>
                <a:spcPts val="0"/>
              </a:spcBef>
              <a:spcAft>
                <a:spcPts val="0"/>
              </a:spcAft>
              <a:buClr>
                <a:schemeClr val="dk2"/>
              </a:buClr>
              <a:buSzPts val="2800"/>
              <a:buNone/>
              <a:defRPr>
                <a:solidFill>
                  <a:schemeClr val="dk2"/>
                </a:solidFill>
                <a:latin typeface="Roboto"/>
                <a:ea typeface="Roboto"/>
                <a:cs typeface="Roboto"/>
                <a:sym typeface="Roboto"/>
              </a:defRPr>
            </a:lvl3pPr>
            <a:lvl4pPr lvl="3" rtl="0">
              <a:spcBef>
                <a:spcPts val="0"/>
              </a:spcBef>
              <a:spcAft>
                <a:spcPts val="0"/>
              </a:spcAft>
              <a:buClr>
                <a:schemeClr val="dk2"/>
              </a:buClr>
              <a:buSzPts val="2800"/>
              <a:buNone/>
              <a:defRPr>
                <a:solidFill>
                  <a:schemeClr val="dk2"/>
                </a:solidFill>
                <a:latin typeface="Roboto"/>
                <a:ea typeface="Roboto"/>
                <a:cs typeface="Roboto"/>
                <a:sym typeface="Roboto"/>
              </a:defRPr>
            </a:lvl4pPr>
            <a:lvl5pPr lvl="4" rtl="0">
              <a:spcBef>
                <a:spcPts val="0"/>
              </a:spcBef>
              <a:spcAft>
                <a:spcPts val="0"/>
              </a:spcAft>
              <a:buClr>
                <a:schemeClr val="dk2"/>
              </a:buClr>
              <a:buSzPts val="2800"/>
              <a:buNone/>
              <a:defRPr>
                <a:solidFill>
                  <a:schemeClr val="dk2"/>
                </a:solidFill>
                <a:latin typeface="Roboto"/>
                <a:ea typeface="Roboto"/>
                <a:cs typeface="Roboto"/>
                <a:sym typeface="Roboto"/>
              </a:defRPr>
            </a:lvl5pPr>
            <a:lvl6pPr lvl="5" rtl="0">
              <a:spcBef>
                <a:spcPts val="0"/>
              </a:spcBef>
              <a:spcAft>
                <a:spcPts val="0"/>
              </a:spcAft>
              <a:buClr>
                <a:schemeClr val="dk2"/>
              </a:buClr>
              <a:buSzPts val="2800"/>
              <a:buNone/>
              <a:defRPr>
                <a:solidFill>
                  <a:schemeClr val="dk2"/>
                </a:solidFill>
                <a:latin typeface="Roboto"/>
                <a:ea typeface="Roboto"/>
                <a:cs typeface="Roboto"/>
                <a:sym typeface="Roboto"/>
              </a:defRPr>
            </a:lvl6pPr>
            <a:lvl7pPr lvl="6" rtl="0">
              <a:spcBef>
                <a:spcPts val="0"/>
              </a:spcBef>
              <a:spcAft>
                <a:spcPts val="0"/>
              </a:spcAft>
              <a:buClr>
                <a:schemeClr val="dk2"/>
              </a:buClr>
              <a:buSzPts val="2800"/>
              <a:buNone/>
              <a:defRPr>
                <a:solidFill>
                  <a:schemeClr val="dk2"/>
                </a:solidFill>
                <a:latin typeface="Roboto"/>
                <a:ea typeface="Roboto"/>
                <a:cs typeface="Roboto"/>
                <a:sym typeface="Roboto"/>
              </a:defRPr>
            </a:lvl7pPr>
            <a:lvl8pPr lvl="7" rtl="0">
              <a:spcBef>
                <a:spcPts val="0"/>
              </a:spcBef>
              <a:spcAft>
                <a:spcPts val="0"/>
              </a:spcAft>
              <a:buClr>
                <a:schemeClr val="dk2"/>
              </a:buClr>
              <a:buSzPts val="2800"/>
              <a:buNone/>
              <a:defRPr>
                <a:solidFill>
                  <a:schemeClr val="dk2"/>
                </a:solidFill>
                <a:latin typeface="Roboto"/>
                <a:ea typeface="Roboto"/>
                <a:cs typeface="Roboto"/>
                <a:sym typeface="Roboto"/>
              </a:defRPr>
            </a:lvl8pPr>
            <a:lvl9pPr lvl="8" rtl="0">
              <a:spcBef>
                <a:spcPts val="0"/>
              </a:spcBef>
              <a:spcAft>
                <a:spcPts val="0"/>
              </a:spcAft>
              <a:buClr>
                <a:schemeClr val="dk2"/>
              </a:buClr>
              <a:buSzPts val="2800"/>
              <a:buNone/>
              <a:defRPr>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ubTitle" idx="1"/>
          </p:nvPr>
        </p:nvSpPr>
        <p:spPr>
          <a:xfrm>
            <a:off x="4321200" y="1909300"/>
            <a:ext cx="41025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4" name="Google Shape;54;p13"/>
          <p:cNvSpPr txBox="1">
            <a:spLocks noGrp="1"/>
          </p:cNvSpPr>
          <p:nvPr>
            <p:ph type="title" idx="2"/>
          </p:nvPr>
        </p:nvSpPr>
        <p:spPr>
          <a:xfrm>
            <a:off x="4321200" y="1522675"/>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55" name="Google Shape;55;p13"/>
          <p:cNvSpPr txBox="1">
            <a:spLocks noGrp="1"/>
          </p:cNvSpPr>
          <p:nvPr>
            <p:ph type="title" idx="3" hasCustomPrompt="1"/>
          </p:nvPr>
        </p:nvSpPr>
        <p:spPr>
          <a:xfrm>
            <a:off x="3540008" y="1354404"/>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56" name="Google Shape;56;p13"/>
          <p:cNvSpPr txBox="1">
            <a:spLocks noGrp="1"/>
          </p:cNvSpPr>
          <p:nvPr>
            <p:ph type="subTitle" idx="4"/>
          </p:nvPr>
        </p:nvSpPr>
        <p:spPr>
          <a:xfrm>
            <a:off x="4321200" y="2631184"/>
            <a:ext cx="41028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57" name="Google Shape;57;p13"/>
          <p:cNvSpPr txBox="1">
            <a:spLocks noGrp="1"/>
          </p:cNvSpPr>
          <p:nvPr>
            <p:ph type="title" idx="5"/>
          </p:nvPr>
        </p:nvSpPr>
        <p:spPr>
          <a:xfrm>
            <a:off x="4321200" y="2244551"/>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58" name="Google Shape;58;p13"/>
          <p:cNvSpPr txBox="1">
            <a:spLocks noGrp="1"/>
          </p:cNvSpPr>
          <p:nvPr>
            <p:ph type="title" idx="6" hasCustomPrompt="1"/>
          </p:nvPr>
        </p:nvSpPr>
        <p:spPr>
          <a:xfrm>
            <a:off x="3540006" y="2075314"/>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59" name="Google Shape;59;p13"/>
          <p:cNvSpPr txBox="1">
            <a:spLocks noGrp="1"/>
          </p:cNvSpPr>
          <p:nvPr>
            <p:ph type="subTitle" idx="7"/>
          </p:nvPr>
        </p:nvSpPr>
        <p:spPr>
          <a:xfrm>
            <a:off x="4321200" y="3353067"/>
            <a:ext cx="41025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0" name="Google Shape;60;p13"/>
          <p:cNvSpPr txBox="1">
            <a:spLocks noGrp="1"/>
          </p:cNvSpPr>
          <p:nvPr>
            <p:ph type="title" idx="8"/>
          </p:nvPr>
        </p:nvSpPr>
        <p:spPr>
          <a:xfrm>
            <a:off x="4321200" y="2966426"/>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61" name="Google Shape;61;p13"/>
          <p:cNvSpPr txBox="1">
            <a:spLocks noGrp="1"/>
          </p:cNvSpPr>
          <p:nvPr>
            <p:ph type="title" idx="9" hasCustomPrompt="1"/>
          </p:nvPr>
        </p:nvSpPr>
        <p:spPr>
          <a:xfrm>
            <a:off x="3540000" y="2796224"/>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62" name="Google Shape;62;p13"/>
          <p:cNvSpPr txBox="1">
            <a:spLocks noGrp="1"/>
          </p:cNvSpPr>
          <p:nvPr>
            <p:ph type="subTitle" idx="13"/>
          </p:nvPr>
        </p:nvSpPr>
        <p:spPr>
          <a:xfrm>
            <a:off x="4321200" y="4074950"/>
            <a:ext cx="4102800" cy="43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63" name="Google Shape;63;p13"/>
          <p:cNvSpPr txBox="1">
            <a:spLocks noGrp="1"/>
          </p:cNvSpPr>
          <p:nvPr>
            <p:ph type="title" idx="14"/>
          </p:nvPr>
        </p:nvSpPr>
        <p:spPr>
          <a:xfrm>
            <a:off x="4321200" y="3688302"/>
            <a:ext cx="4102500" cy="439500"/>
          </a:xfrm>
          <a:prstGeom prst="rect">
            <a:avLst/>
          </a:prstGeom>
        </p:spPr>
        <p:txBody>
          <a:bodyPr spcFirstLastPara="1" wrap="square" lIns="91425" tIns="91425" rIns="91425" bIns="91425" anchor="t" anchorCtr="0">
            <a:noAutofit/>
          </a:bodyPr>
          <a:lstStyle>
            <a:lvl1pPr lvl="0" algn="l" rtl="0">
              <a:spcBef>
                <a:spcPts val="0"/>
              </a:spcBef>
              <a:spcAft>
                <a:spcPts val="0"/>
              </a:spcAft>
              <a:buSzPts val="1800"/>
              <a:buNone/>
              <a:defRPr sz="2400"/>
            </a:lvl1pPr>
            <a:lvl2pPr lvl="1"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2pPr>
            <a:lvl3pPr lvl="2"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3pPr>
            <a:lvl4pPr lvl="3"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4pPr>
            <a:lvl5pPr lvl="4"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5pPr>
            <a:lvl6pPr lvl="5"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6pPr>
            <a:lvl7pPr lvl="6"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7pPr>
            <a:lvl8pPr lvl="7"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8pPr>
            <a:lvl9pPr lvl="8" rtl="0">
              <a:spcBef>
                <a:spcPts val="0"/>
              </a:spcBef>
              <a:spcAft>
                <a:spcPts val="0"/>
              </a:spcAft>
              <a:buClr>
                <a:schemeClr val="dk2"/>
              </a:buClr>
              <a:buSzPts val="2800"/>
              <a:buFont typeface="Patrick Hand"/>
              <a:buNone/>
              <a:defRPr>
                <a:solidFill>
                  <a:schemeClr val="dk2"/>
                </a:solidFill>
                <a:latin typeface="Patrick Hand"/>
                <a:ea typeface="Patrick Hand"/>
                <a:cs typeface="Patrick Hand"/>
                <a:sym typeface="Patrick Hand"/>
              </a:defRPr>
            </a:lvl9pPr>
          </a:lstStyle>
          <a:p>
            <a:endParaRPr/>
          </a:p>
        </p:txBody>
      </p:sp>
      <p:sp>
        <p:nvSpPr>
          <p:cNvPr id="64" name="Google Shape;64;p13"/>
          <p:cNvSpPr txBox="1">
            <a:spLocks noGrp="1"/>
          </p:cNvSpPr>
          <p:nvPr>
            <p:ph type="title" idx="15" hasCustomPrompt="1"/>
          </p:nvPr>
        </p:nvSpPr>
        <p:spPr>
          <a:xfrm>
            <a:off x="3540006" y="3517135"/>
            <a:ext cx="781200" cy="68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60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3">
  <p:cSld name="CUSTOM_5_2">
    <p:spTree>
      <p:nvGrpSpPr>
        <p:cNvPr id="1" name="Shape 102"/>
        <p:cNvGrpSpPr/>
        <p:nvPr/>
      </p:nvGrpSpPr>
      <p:grpSpPr>
        <a:xfrm>
          <a:off x="0" y="0"/>
          <a:ext cx="0" cy="0"/>
          <a:chOff x="0" y="0"/>
          <a:chExt cx="0" cy="0"/>
        </a:xfrm>
      </p:grpSpPr>
      <p:sp>
        <p:nvSpPr>
          <p:cNvPr id="103" name="Google Shape;103;p19"/>
          <p:cNvSpPr/>
          <p:nvPr/>
        </p:nvSpPr>
        <p:spPr>
          <a:xfrm rot="10800000" flipH="1">
            <a:off x="345975" y="311725"/>
            <a:ext cx="8475900" cy="4490400"/>
          </a:xfrm>
          <a:prstGeom prst="rect">
            <a:avLst/>
          </a:prstGeom>
          <a:gradFill>
            <a:gsLst>
              <a:gs pos="0">
                <a:schemeClr val="accent6"/>
              </a:gs>
              <a:gs pos="34000">
                <a:srgbClr val="4CEEFD">
                  <a:alpha val="31372"/>
                </a:srgbClr>
              </a:gs>
              <a:gs pos="100000">
                <a:srgbClr val="4CEEFD">
                  <a:alpha val="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9"/>
          <p:cNvSpPr txBox="1">
            <a:spLocks noGrp="1"/>
          </p:cNvSpPr>
          <p:nvPr>
            <p:ph type="title"/>
          </p:nvPr>
        </p:nvSpPr>
        <p:spPr>
          <a:xfrm>
            <a:off x="2604300" y="540000"/>
            <a:ext cx="39354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4">
  <p:cSld name="CUSTOM_5_2_1">
    <p:spTree>
      <p:nvGrpSpPr>
        <p:cNvPr id="1" name="Shape 105"/>
        <p:cNvGrpSpPr/>
        <p:nvPr/>
      </p:nvGrpSpPr>
      <p:grpSpPr>
        <a:xfrm>
          <a:off x="0" y="0"/>
          <a:ext cx="0" cy="0"/>
          <a:chOff x="0" y="0"/>
          <a:chExt cx="0" cy="0"/>
        </a:xfrm>
      </p:grpSpPr>
      <p:sp>
        <p:nvSpPr>
          <p:cNvPr id="106" name="Google Shape;106;p20"/>
          <p:cNvSpPr/>
          <p:nvPr/>
        </p:nvSpPr>
        <p:spPr>
          <a:xfrm rot="10800000">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0"/>
          <p:cNvSpPr txBox="1">
            <a:spLocks noGrp="1"/>
          </p:cNvSpPr>
          <p:nvPr>
            <p:ph type="title"/>
          </p:nvPr>
        </p:nvSpPr>
        <p:spPr>
          <a:xfrm>
            <a:off x="2604300" y="540000"/>
            <a:ext cx="3935400" cy="477600"/>
          </a:xfrm>
          <a:prstGeom prst="rect">
            <a:avLst/>
          </a:prstGeom>
          <a:solidFill>
            <a:schemeClr val="accent5"/>
          </a:solidFill>
        </p:spPr>
        <p:txBody>
          <a:bodyPr spcFirstLastPara="1" wrap="square" lIns="91425" tIns="91425" rIns="91425" bIns="91425" anchor="ctr"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
  <p:cSld name="CUSTOM_2">
    <p:bg>
      <p:bgPr>
        <a:gradFill>
          <a:gsLst>
            <a:gs pos="0">
              <a:schemeClr val="accent5"/>
            </a:gs>
            <a:gs pos="100000">
              <a:schemeClr val="lt2"/>
            </a:gs>
          </a:gsLst>
          <a:lin ang="8100019" scaled="0"/>
        </a:gradFill>
        <a:effectLst/>
      </p:bgPr>
    </p:bg>
    <p:spTree>
      <p:nvGrpSpPr>
        <p:cNvPr id="1" name="Shape 169"/>
        <p:cNvGrpSpPr/>
        <p:nvPr/>
      </p:nvGrpSpPr>
      <p:grpSpPr>
        <a:xfrm>
          <a:off x="0" y="0"/>
          <a:ext cx="0" cy="0"/>
          <a:chOff x="0" y="0"/>
          <a:chExt cx="0" cy="0"/>
        </a:xfrm>
      </p:grpSpPr>
      <p:sp>
        <p:nvSpPr>
          <p:cNvPr id="170" name="Google Shape;170;p30"/>
          <p:cNvSpPr/>
          <p:nvPr/>
        </p:nvSpPr>
        <p:spPr>
          <a:xfrm flipH="1">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2_1">
    <p:bg>
      <p:bgPr>
        <a:gradFill>
          <a:gsLst>
            <a:gs pos="0">
              <a:schemeClr val="accent1"/>
            </a:gs>
            <a:gs pos="100000">
              <a:schemeClr val="accent6"/>
            </a:gs>
          </a:gsLst>
          <a:lin ang="16198662" scaled="0"/>
        </a:gradFill>
        <a:effectLst/>
      </p:bgPr>
    </p:bg>
    <p:spTree>
      <p:nvGrpSpPr>
        <p:cNvPr id="1" name="Shape 171"/>
        <p:cNvGrpSpPr/>
        <p:nvPr/>
      </p:nvGrpSpPr>
      <p:grpSpPr>
        <a:xfrm>
          <a:off x="0" y="0"/>
          <a:ext cx="0" cy="0"/>
          <a:chOff x="0" y="0"/>
          <a:chExt cx="0" cy="0"/>
        </a:xfrm>
      </p:grpSpPr>
      <p:sp>
        <p:nvSpPr>
          <p:cNvPr id="172" name="Google Shape;172;p31"/>
          <p:cNvSpPr/>
          <p:nvPr/>
        </p:nvSpPr>
        <p:spPr>
          <a:xfrm flipH="1">
            <a:off x="345975" y="311725"/>
            <a:ext cx="8475900" cy="4490400"/>
          </a:xfrm>
          <a:prstGeom prst="rect">
            <a:avLst/>
          </a:prstGeom>
          <a:gradFill>
            <a:gsLst>
              <a:gs pos="0">
                <a:schemeClr val="accent5"/>
              </a:gs>
              <a:gs pos="34000">
                <a:srgbClr val="FF248A">
                  <a:alpha val="34901"/>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2">
  <p:cSld name="CUSTOM_2_2">
    <p:bg>
      <p:bgPr>
        <a:gradFill>
          <a:gsLst>
            <a:gs pos="0">
              <a:schemeClr val="accent5"/>
            </a:gs>
            <a:gs pos="100000">
              <a:schemeClr val="accent6"/>
            </a:gs>
          </a:gsLst>
          <a:lin ang="5400700" scaled="0"/>
        </a:gradFill>
        <a:effectLst/>
      </p:bgPr>
    </p:bg>
    <p:spTree>
      <p:nvGrpSpPr>
        <p:cNvPr id="1" name="Shape 173"/>
        <p:cNvGrpSpPr/>
        <p:nvPr/>
      </p:nvGrpSpPr>
      <p:grpSpPr>
        <a:xfrm>
          <a:off x="0" y="0"/>
          <a:ext cx="0" cy="0"/>
          <a:chOff x="0" y="0"/>
          <a:chExt cx="0" cy="0"/>
        </a:xfrm>
      </p:grpSpPr>
      <p:sp>
        <p:nvSpPr>
          <p:cNvPr id="174" name="Google Shape;174;p32"/>
          <p:cNvSpPr/>
          <p:nvPr/>
        </p:nvSpPr>
        <p:spPr>
          <a:xfrm rot="10800000" flipH="1">
            <a:off x="345975" y="311725"/>
            <a:ext cx="8475900" cy="4490400"/>
          </a:xfrm>
          <a:prstGeom prst="rect">
            <a:avLst/>
          </a:pr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7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1"/>
            </a:gs>
            <a:gs pos="100000">
              <a:schemeClr val="dk2"/>
            </a:gs>
          </a:gsLst>
          <a:lin ang="18900044"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40000"/>
            <a:ext cx="7704000" cy="4776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Clr>
                <a:schemeClr val="lt1"/>
              </a:buClr>
              <a:buSzPts val="3600"/>
              <a:buFont typeface="Teko"/>
              <a:buNone/>
              <a:defRPr sz="3600">
                <a:solidFill>
                  <a:schemeClr val="lt1"/>
                </a:solidFill>
                <a:latin typeface="Teko"/>
                <a:ea typeface="Teko"/>
                <a:cs typeface="Teko"/>
                <a:sym typeface="Teko"/>
              </a:defRPr>
            </a:lvl1pPr>
            <a:lvl2pPr lvl="1" rtl="0">
              <a:spcBef>
                <a:spcPts val="0"/>
              </a:spcBef>
              <a:spcAft>
                <a:spcPts val="0"/>
              </a:spcAft>
              <a:buClr>
                <a:schemeClr val="lt1"/>
              </a:buClr>
              <a:buSzPts val="2800"/>
              <a:buNone/>
              <a:defRPr sz="2800">
                <a:solidFill>
                  <a:schemeClr val="lt1"/>
                </a:solidFill>
              </a:defRPr>
            </a:lvl2pPr>
            <a:lvl3pPr lvl="2" rtl="0">
              <a:spcBef>
                <a:spcPts val="0"/>
              </a:spcBef>
              <a:spcAft>
                <a:spcPts val="0"/>
              </a:spcAft>
              <a:buClr>
                <a:schemeClr val="lt1"/>
              </a:buClr>
              <a:buSzPts val="2800"/>
              <a:buNone/>
              <a:defRPr sz="2800">
                <a:solidFill>
                  <a:schemeClr val="lt1"/>
                </a:solidFill>
              </a:defRPr>
            </a:lvl3pPr>
            <a:lvl4pPr lvl="3" rtl="0">
              <a:spcBef>
                <a:spcPts val="0"/>
              </a:spcBef>
              <a:spcAft>
                <a:spcPts val="0"/>
              </a:spcAft>
              <a:buClr>
                <a:schemeClr val="lt1"/>
              </a:buClr>
              <a:buSzPts val="2800"/>
              <a:buNone/>
              <a:defRPr sz="2800">
                <a:solidFill>
                  <a:schemeClr val="lt1"/>
                </a:solidFill>
              </a:defRPr>
            </a:lvl4pPr>
            <a:lvl5pPr lvl="4" rtl="0">
              <a:spcBef>
                <a:spcPts val="0"/>
              </a:spcBef>
              <a:spcAft>
                <a:spcPts val="0"/>
              </a:spcAft>
              <a:buClr>
                <a:schemeClr val="lt1"/>
              </a:buClr>
              <a:buSzPts val="2800"/>
              <a:buNone/>
              <a:defRPr sz="2800">
                <a:solidFill>
                  <a:schemeClr val="lt1"/>
                </a:solidFill>
              </a:defRPr>
            </a:lvl5pPr>
            <a:lvl6pPr lvl="5" rtl="0">
              <a:spcBef>
                <a:spcPts val="0"/>
              </a:spcBef>
              <a:spcAft>
                <a:spcPts val="0"/>
              </a:spcAft>
              <a:buClr>
                <a:schemeClr val="lt1"/>
              </a:buClr>
              <a:buSzPts val="2800"/>
              <a:buNone/>
              <a:defRPr sz="2800">
                <a:solidFill>
                  <a:schemeClr val="lt1"/>
                </a:solidFill>
              </a:defRPr>
            </a:lvl6pPr>
            <a:lvl7pPr lvl="6" rtl="0">
              <a:spcBef>
                <a:spcPts val="0"/>
              </a:spcBef>
              <a:spcAft>
                <a:spcPts val="0"/>
              </a:spcAft>
              <a:buClr>
                <a:schemeClr val="lt1"/>
              </a:buClr>
              <a:buSzPts val="2800"/>
              <a:buNone/>
              <a:defRPr sz="2800">
                <a:solidFill>
                  <a:schemeClr val="lt1"/>
                </a:solidFill>
              </a:defRPr>
            </a:lvl7pPr>
            <a:lvl8pPr lvl="7" rtl="0">
              <a:spcBef>
                <a:spcPts val="0"/>
              </a:spcBef>
              <a:spcAft>
                <a:spcPts val="0"/>
              </a:spcAft>
              <a:buClr>
                <a:schemeClr val="lt1"/>
              </a:buClr>
              <a:buSzPts val="2800"/>
              <a:buNone/>
              <a:defRPr sz="2800">
                <a:solidFill>
                  <a:schemeClr val="lt1"/>
                </a:solidFill>
              </a:defRPr>
            </a:lvl8pPr>
            <a:lvl9pPr lvl="8" rtl="0">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720000" y="1152475"/>
            <a:ext cx="7704000" cy="34509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1pPr>
            <a:lvl2pPr marL="914400" lvl="1"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2pPr>
            <a:lvl3pPr marL="1371600" lvl="2"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3pPr>
            <a:lvl4pPr marL="1828800" lvl="3"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4pPr>
            <a:lvl5pPr marL="2286000" lvl="4"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5pPr>
            <a:lvl6pPr marL="2743200" lvl="5"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6pPr>
            <a:lvl7pPr marL="3200400" lvl="6"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7pPr>
            <a:lvl8pPr marL="3657600" lvl="7"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8pPr>
            <a:lvl9pPr marL="4114800" lvl="8" indent="-317500" rtl="0">
              <a:lnSpc>
                <a:spcPct val="100000"/>
              </a:lnSpc>
              <a:spcBef>
                <a:spcPts val="0"/>
              </a:spcBef>
              <a:spcAft>
                <a:spcPts val="0"/>
              </a:spcAft>
              <a:buClr>
                <a:schemeClr val="lt1"/>
              </a:buClr>
              <a:buSzPts val="1400"/>
              <a:buFont typeface="Roboto"/>
              <a:buChar char="■"/>
              <a:defRPr>
                <a:solidFill>
                  <a:schemeClr val="lt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8" r:id="rId5"/>
    <p:sldLayoutId id="2147483659" r:id="rId6"/>
    <p:sldLayoutId id="2147483665" r:id="rId7"/>
    <p:sldLayoutId id="2147483666" r:id="rId8"/>
    <p:sldLayoutId id="2147483676" r:id="rId9"/>
    <p:sldLayoutId id="2147483677" r:id="rId10"/>
    <p:sldLayoutId id="214748367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75"/>
        <p:cNvGrpSpPr/>
        <p:nvPr/>
      </p:nvGrpSpPr>
      <p:grpSpPr>
        <a:xfrm>
          <a:off x="0" y="0"/>
          <a:ext cx="0" cy="0"/>
          <a:chOff x="0" y="0"/>
          <a:chExt cx="0" cy="0"/>
        </a:xfrm>
      </p:grpSpPr>
      <p:sp>
        <p:nvSpPr>
          <p:cNvPr id="176" name="Google Shape;176;p3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77" name="Google Shape;177;p3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grpSp>
        <p:nvGrpSpPr>
          <p:cNvPr id="183" name="Google Shape;183;p35"/>
          <p:cNvGrpSpPr/>
          <p:nvPr/>
        </p:nvGrpSpPr>
        <p:grpSpPr>
          <a:xfrm>
            <a:off x="7052711" y="924888"/>
            <a:ext cx="1618869" cy="2490583"/>
            <a:chOff x="7052711" y="924888"/>
            <a:chExt cx="1618869" cy="2490583"/>
          </a:xfrm>
        </p:grpSpPr>
        <p:sp>
          <p:nvSpPr>
            <p:cNvPr id="184" name="Google Shape;184;p35"/>
            <p:cNvSpPr/>
            <p:nvPr/>
          </p:nvSpPr>
          <p:spPr>
            <a:xfrm>
              <a:off x="7052711" y="1913995"/>
              <a:ext cx="413837" cy="1501476"/>
            </a:xfrm>
            <a:custGeom>
              <a:avLst/>
              <a:gdLst/>
              <a:ahLst/>
              <a:cxnLst/>
              <a:rect l="l" t="t" r="r" b="b"/>
              <a:pathLst>
                <a:path w="3487" h="12652" extrusionOk="0">
                  <a:moveTo>
                    <a:pt x="0" y="0"/>
                  </a:moveTo>
                  <a:lnTo>
                    <a:pt x="0" y="10634"/>
                  </a:lnTo>
                  <a:lnTo>
                    <a:pt x="3486" y="12652"/>
                  </a:lnTo>
                  <a:lnTo>
                    <a:pt x="3486" y="2018"/>
                  </a:lnTo>
                  <a:lnTo>
                    <a:pt x="0"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5"/>
            <p:cNvSpPr/>
            <p:nvPr/>
          </p:nvSpPr>
          <p:spPr>
            <a:xfrm>
              <a:off x="7094604" y="1991135"/>
              <a:ext cx="55186" cy="1187937"/>
            </a:xfrm>
            <a:custGeom>
              <a:avLst/>
              <a:gdLst/>
              <a:ahLst/>
              <a:cxnLst/>
              <a:rect l="l" t="t" r="r" b="b"/>
              <a:pathLst>
                <a:path w="465" h="10010" extrusionOk="0">
                  <a:moveTo>
                    <a:pt x="1" y="1"/>
                  </a:moveTo>
                  <a:lnTo>
                    <a:pt x="1" y="9732"/>
                  </a:lnTo>
                  <a:lnTo>
                    <a:pt x="465" y="10009"/>
                  </a:lnTo>
                  <a:lnTo>
                    <a:pt x="465" y="27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5"/>
            <p:cNvSpPr/>
            <p:nvPr/>
          </p:nvSpPr>
          <p:spPr>
            <a:xfrm>
              <a:off x="7187408" y="2046319"/>
              <a:ext cx="54593" cy="1184851"/>
            </a:xfrm>
            <a:custGeom>
              <a:avLst/>
              <a:gdLst/>
              <a:ahLst/>
              <a:cxnLst/>
              <a:rect l="l" t="t" r="r" b="b"/>
              <a:pathLst>
                <a:path w="460" h="9984" extrusionOk="0">
                  <a:moveTo>
                    <a:pt x="0" y="0"/>
                  </a:moveTo>
                  <a:lnTo>
                    <a:pt x="0" y="9711"/>
                  </a:lnTo>
                  <a:lnTo>
                    <a:pt x="460" y="9983"/>
                  </a:lnTo>
                  <a:lnTo>
                    <a:pt x="460" y="25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5"/>
            <p:cNvSpPr/>
            <p:nvPr/>
          </p:nvSpPr>
          <p:spPr>
            <a:xfrm>
              <a:off x="7279620" y="2098299"/>
              <a:ext cx="52219" cy="1185445"/>
            </a:xfrm>
            <a:custGeom>
              <a:avLst/>
              <a:gdLst/>
              <a:ahLst/>
              <a:cxnLst/>
              <a:rect l="l" t="t" r="r" b="b"/>
              <a:pathLst>
                <a:path w="440" h="9989" extrusionOk="0">
                  <a:moveTo>
                    <a:pt x="0" y="1"/>
                  </a:moveTo>
                  <a:lnTo>
                    <a:pt x="0" y="9737"/>
                  </a:lnTo>
                  <a:lnTo>
                    <a:pt x="439" y="9989"/>
                  </a:lnTo>
                  <a:lnTo>
                    <a:pt x="439" y="278"/>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5"/>
            <p:cNvSpPr/>
            <p:nvPr/>
          </p:nvSpPr>
          <p:spPr>
            <a:xfrm>
              <a:off x="7369339" y="2150991"/>
              <a:ext cx="54711" cy="1184851"/>
            </a:xfrm>
            <a:custGeom>
              <a:avLst/>
              <a:gdLst/>
              <a:ahLst/>
              <a:cxnLst/>
              <a:rect l="l" t="t" r="r" b="b"/>
              <a:pathLst>
                <a:path w="461" h="9984" extrusionOk="0">
                  <a:moveTo>
                    <a:pt x="1" y="1"/>
                  </a:moveTo>
                  <a:lnTo>
                    <a:pt x="1" y="9732"/>
                  </a:lnTo>
                  <a:lnTo>
                    <a:pt x="460" y="9984"/>
                  </a:lnTo>
                  <a:lnTo>
                    <a:pt x="460" y="27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5"/>
            <p:cNvSpPr/>
            <p:nvPr/>
          </p:nvSpPr>
          <p:spPr>
            <a:xfrm>
              <a:off x="7466416" y="1913995"/>
              <a:ext cx="416804" cy="1501476"/>
            </a:xfrm>
            <a:custGeom>
              <a:avLst/>
              <a:gdLst/>
              <a:ahLst/>
              <a:cxnLst/>
              <a:rect l="l" t="t" r="r" b="b"/>
              <a:pathLst>
                <a:path w="3512" h="12652" extrusionOk="0">
                  <a:moveTo>
                    <a:pt x="3511" y="0"/>
                  </a:moveTo>
                  <a:lnTo>
                    <a:pt x="0" y="2018"/>
                  </a:lnTo>
                  <a:lnTo>
                    <a:pt x="0" y="12652"/>
                  </a:lnTo>
                  <a:lnTo>
                    <a:pt x="3511" y="10634"/>
                  </a:lnTo>
                  <a:lnTo>
                    <a:pt x="3511" y="0"/>
                  </a:lnTo>
                  <a:close/>
                </a:path>
              </a:pathLst>
            </a:custGeom>
            <a:gradFill>
              <a:gsLst>
                <a:gs pos="0">
                  <a:schemeClr val="accent1"/>
                </a:gs>
                <a:gs pos="100000">
                  <a:schemeClr val="dk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5"/>
            <p:cNvSpPr/>
            <p:nvPr/>
          </p:nvSpPr>
          <p:spPr>
            <a:xfrm>
              <a:off x="7511275" y="2150991"/>
              <a:ext cx="52813" cy="1184851"/>
            </a:xfrm>
            <a:custGeom>
              <a:avLst/>
              <a:gdLst/>
              <a:ahLst/>
              <a:cxnLst/>
              <a:rect l="l" t="t" r="r" b="b"/>
              <a:pathLst>
                <a:path w="445" h="9984" extrusionOk="0">
                  <a:moveTo>
                    <a:pt x="444" y="1"/>
                  </a:moveTo>
                  <a:lnTo>
                    <a:pt x="1" y="273"/>
                  </a:lnTo>
                  <a:lnTo>
                    <a:pt x="1" y="9984"/>
                  </a:lnTo>
                  <a:lnTo>
                    <a:pt x="444" y="9732"/>
                  </a:lnTo>
                  <a:lnTo>
                    <a:pt x="44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5"/>
            <p:cNvSpPr/>
            <p:nvPr/>
          </p:nvSpPr>
          <p:spPr>
            <a:xfrm>
              <a:off x="7601113" y="2098299"/>
              <a:ext cx="55186" cy="1185445"/>
            </a:xfrm>
            <a:custGeom>
              <a:avLst/>
              <a:gdLst/>
              <a:ahLst/>
              <a:cxnLst/>
              <a:rect l="l" t="t" r="r" b="b"/>
              <a:pathLst>
                <a:path w="465" h="9989" extrusionOk="0">
                  <a:moveTo>
                    <a:pt x="464" y="1"/>
                  </a:moveTo>
                  <a:lnTo>
                    <a:pt x="0" y="278"/>
                  </a:lnTo>
                  <a:lnTo>
                    <a:pt x="0" y="9989"/>
                  </a:lnTo>
                  <a:lnTo>
                    <a:pt x="464" y="9737"/>
                  </a:lnTo>
                  <a:lnTo>
                    <a:pt x="46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5"/>
            <p:cNvSpPr/>
            <p:nvPr/>
          </p:nvSpPr>
          <p:spPr>
            <a:xfrm>
              <a:off x="7693324" y="2046319"/>
              <a:ext cx="55186" cy="1184851"/>
            </a:xfrm>
            <a:custGeom>
              <a:avLst/>
              <a:gdLst/>
              <a:ahLst/>
              <a:cxnLst/>
              <a:rect l="l" t="t" r="r" b="b"/>
              <a:pathLst>
                <a:path w="465" h="9984" extrusionOk="0">
                  <a:moveTo>
                    <a:pt x="464" y="0"/>
                  </a:moveTo>
                  <a:lnTo>
                    <a:pt x="0" y="252"/>
                  </a:lnTo>
                  <a:lnTo>
                    <a:pt x="0" y="9983"/>
                  </a:lnTo>
                  <a:lnTo>
                    <a:pt x="464" y="9711"/>
                  </a:lnTo>
                  <a:lnTo>
                    <a:pt x="464"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5"/>
            <p:cNvSpPr/>
            <p:nvPr/>
          </p:nvSpPr>
          <p:spPr>
            <a:xfrm>
              <a:off x="7786010" y="1991135"/>
              <a:ext cx="54593" cy="1187937"/>
            </a:xfrm>
            <a:custGeom>
              <a:avLst/>
              <a:gdLst/>
              <a:ahLst/>
              <a:cxnLst/>
              <a:rect l="l" t="t" r="r" b="b"/>
              <a:pathLst>
                <a:path w="460" h="10010" extrusionOk="0">
                  <a:moveTo>
                    <a:pt x="460" y="1"/>
                  </a:moveTo>
                  <a:lnTo>
                    <a:pt x="1" y="273"/>
                  </a:lnTo>
                  <a:lnTo>
                    <a:pt x="1" y="10009"/>
                  </a:lnTo>
                  <a:lnTo>
                    <a:pt x="460" y="9732"/>
                  </a:lnTo>
                  <a:lnTo>
                    <a:pt x="460"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5"/>
            <p:cNvSpPr/>
            <p:nvPr/>
          </p:nvSpPr>
          <p:spPr>
            <a:xfrm>
              <a:off x="7052711" y="1674508"/>
              <a:ext cx="830523" cy="478972"/>
            </a:xfrm>
            <a:custGeom>
              <a:avLst/>
              <a:gdLst/>
              <a:ahLst/>
              <a:cxnLst/>
              <a:rect l="l" t="t" r="r" b="b"/>
              <a:pathLst>
                <a:path w="6998" h="4036" extrusionOk="0">
                  <a:moveTo>
                    <a:pt x="3486" y="0"/>
                  </a:moveTo>
                  <a:lnTo>
                    <a:pt x="0" y="2018"/>
                  </a:lnTo>
                  <a:lnTo>
                    <a:pt x="3486" y="4036"/>
                  </a:lnTo>
                  <a:lnTo>
                    <a:pt x="6997" y="2018"/>
                  </a:lnTo>
                  <a:lnTo>
                    <a:pt x="3486" y="0"/>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5"/>
            <p:cNvSpPr/>
            <p:nvPr/>
          </p:nvSpPr>
          <p:spPr>
            <a:xfrm>
              <a:off x="7396990" y="2003714"/>
              <a:ext cx="146688" cy="85209"/>
            </a:xfrm>
            <a:custGeom>
              <a:avLst/>
              <a:gdLst/>
              <a:ahLst/>
              <a:cxnLst/>
              <a:rect l="l" t="t" r="r" b="b"/>
              <a:pathLst>
                <a:path w="1236" h="718" extrusionOk="0">
                  <a:moveTo>
                    <a:pt x="605" y="1"/>
                  </a:moveTo>
                  <a:lnTo>
                    <a:pt x="0" y="359"/>
                  </a:lnTo>
                  <a:lnTo>
                    <a:pt x="605" y="717"/>
                  </a:lnTo>
                  <a:lnTo>
                    <a:pt x="1236" y="359"/>
                  </a:lnTo>
                  <a:lnTo>
                    <a:pt x="60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35"/>
            <p:cNvSpPr/>
            <p:nvPr/>
          </p:nvSpPr>
          <p:spPr>
            <a:xfrm>
              <a:off x="7414317" y="1721741"/>
              <a:ext cx="109660" cy="62423"/>
            </a:xfrm>
            <a:custGeom>
              <a:avLst/>
              <a:gdLst/>
              <a:ahLst/>
              <a:cxnLst/>
              <a:rect l="l" t="t" r="r" b="b"/>
              <a:pathLst>
                <a:path w="924" h="526" extrusionOk="0">
                  <a:moveTo>
                    <a:pt x="459" y="1"/>
                  </a:moveTo>
                  <a:lnTo>
                    <a:pt x="0" y="253"/>
                  </a:lnTo>
                  <a:lnTo>
                    <a:pt x="459" y="526"/>
                  </a:lnTo>
                  <a:lnTo>
                    <a:pt x="923" y="253"/>
                  </a:lnTo>
                  <a:lnTo>
                    <a:pt x="459"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35"/>
            <p:cNvSpPr/>
            <p:nvPr/>
          </p:nvSpPr>
          <p:spPr>
            <a:xfrm>
              <a:off x="7414317" y="1751766"/>
              <a:ext cx="54593" cy="62304"/>
            </a:xfrm>
            <a:custGeom>
              <a:avLst/>
              <a:gdLst/>
              <a:ahLst/>
              <a:cxnLst/>
              <a:rect l="l" t="t" r="r" b="b"/>
              <a:pathLst>
                <a:path w="460" h="525" extrusionOk="0">
                  <a:moveTo>
                    <a:pt x="0" y="0"/>
                  </a:moveTo>
                  <a:lnTo>
                    <a:pt x="0" y="252"/>
                  </a:lnTo>
                  <a:lnTo>
                    <a:pt x="459" y="525"/>
                  </a:lnTo>
                  <a:lnTo>
                    <a:pt x="459" y="273"/>
                  </a:lnTo>
                  <a:lnTo>
                    <a:pt x="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35"/>
            <p:cNvSpPr/>
            <p:nvPr/>
          </p:nvSpPr>
          <p:spPr>
            <a:xfrm>
              <a:off x="7468789" y="1751766"/>
              <a:ext cx="55186" cy="62304"/>
            </a:xfrm>
            <a:custGeom>
              <a:avLst/>
              <a:gdLst/>
              <a:ahLst/>
              <a:cxnLst/>
              <a:rect l="l" t="t" r="r" b="b"/>
              <a:pathLst>
                <a:path w="465" h="525" extrusionOk="0">
                  <a:moveTo>
                    <a:pt x="464" y="0"/>
                  </a:moveTo>
                  <a:lnTo>
                    <a:pt x="0" y="273"/>
                  </a:lnTo>
                  <a:lnTo>
                    <a:pt x="0" y="525"/>
                  </a:lnTo>
                  <a:lnTo>
                    <a:pt x="464" y="252"/>
                  </a:lnTo>
                  <a:lnTo>
                    <a:pt x="464"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35"/>
            <p:cNvSpPr/>
            <p:nvPr/>
          </p:nvSpPr>
          <p:spPr>
            <a:xfrm>
              <a:off x="7339432" y="1764345"/>
              <a:ext cx="109660" cy="62304"/>
            </a:xfrm>
            <a:custGeom>
              <a:avLst/>
              <a:gdLst/>
              <a:ahLst/>
              <a:cxnLst/>
              <a:rect l="l" t="t" r="r" b="b"/>
              <a:pathLst>
                <a:path w="924" h="525" extrusionOk="0">
                  <a:moveTo>
                    <a:pt x="460" y="0"/>
                  </a:moveTo>
                  <a:lnTo>
                    <a:pt x="1" y="252"/>
                  </a:lnTo>
                  <a:lnTo>
                    <a:pt x="460" y="525"/>
                  </a:lnTo>
                  <a:lnTo>
                    <a:pt x="924" y="252"/>
                  </a:lnTo>
                  <a:lnTo>
                    <a:pt x="46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5"/>
            <p:cNvSpPr/>
            <p:nvPr/>
          </p:nvSpPr>
          <p:spPr>
            <a:xfrm>
              <a:off x="7339432" y="1794252"/>
              <a:ext cx="54593" cy="62304"/>
            </a:xfrm>
            <a:custGeom>
              <a:avLst/>
              <a:gdLst/>
              <a:ahLst/>
              <a:cxnLst/>
              <a:rect l="l" t="t" r="r" b="b"/>
              <a:pathLst>
                <a:path w="460" h="525" extrusionOk="0">
                  <a:moveTo>
                    <a:pt x="1" y="0"/>
                  </a:moveTo>
                  <a:lnTo>
                    <a:pt x="1" y="253"/>
                  </a:lnTo>
                  <a:lnTo>
                    <a:pt x="460" y="525"/>
                  </a:lnTo>
                  <a:lnTo>
                    <a:pt x="460" y="273"/>
                  </a:lnTo>
                  <a:lnTo>
                    <a:pt x="1"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5"/>
            <p:cNvSpPr/>
            <p:nvPr/>
          </p:nvSpPr>
          <p:spPr>
            <a:xfrm>
              <a:off x="7393905" y="1794252"/>
              <a:ext cx="55186" cy="62304"/>
            </a:xfrm>
            <a:custGeom>
              <a:avLst/>
              <a:gdLst/>
              <a:ahLst/>
              <a:cxnLst/>
              <a:rect l="l" t="t" r="r" b="b"/>
              <a:pathLst>
                <a:path w="465" h="525" extrusionOk="0">
                  <a:moveTo>
                    <a:pt x="465" y="0"/>
                  </a:moveTo>
                  <a:lnTo>
                    <a:pt x="1" y="273"/>
                  </a:lnTo>
                  <a:lnTo>
                    <a:pt x="1" y="525"/>
                  </a:lnTo>
                  <a:lnTo>
                    <a:pt x="465" y="253"/>
                  </a:lnTo>
                  <a:lnTo>
                    <a:pt x="465"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35"/>
            <p:cNvSpPr/>
            <p:nvPr/>
          </p:nvSpPr>
          <p:spPr>
            <a:xfrm>
              <a:off x="7264667" y="1806831"/>
              <a:ext cx="109660" cy="62304"/>
            </a:xfrm>
            <a:custGeom>
              <a:avLst/>
              <a:gdLst/>
              <a:ahLst/>
              <a:cxnLst/>
              <a:rect l="l" t="t" r="r" b="b"/>
              <a:pathLst>
                <a:path w="924" h="525" extrusionOk="0">
                  <a:moveTo>
                    <a:pt x="459" y="0"/>
                  </a:moveTo>
                  <a:lnTo>
                    <a:pt x="0" y="273"/>
                  </a:lnTo>
                  <a:lnTo>
                    <a:pt x="459" y="525"/>
                  </a:lnTo>
                  <a:lnTo>
                    <a:pt x="923" y="273"/>
                  </a:lnTo>
                  <a:lnTo>
                    <a:pt x="459"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35"/>
            <p:cNvSpPr/>
            <p:nvPr/>
          </p:nvSpPr>
          <p:spPr>
            <a:xfrm>
              <a:off x="7264667" y="1839111"/>
              <a:ext cx="54593" cy="60050"/>
            </a:xfrm>
            <a:custGeom>
              <a:avLst/>
              <a:gdLst/>
              <a:ahLst/>
              <a:cxnLst/>
              <a:rect l="l" t="t" r="r" b="b"/>
              <a:pathLst>
                <a:path w="460" h="506" extrusionOk="0">
                  <a:moveTo>
                    <a:pt x="0" y="1"/>
                  </a:moveTo>
                  <a:lnTo>
                    <a:pt x="0" y="233"/>
                  </a:lnTo>
                  <a:lnTo>
                    <a:pt x="459" y="505"/>
                  </a:lnTo>
                  <a:lnTo>
                    <a:pt x="459" y="253"/>
                  </a:lnTo>
                  <a:lnTo>
                    <a:pt x="0"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5"/>
            <p:cNvSpPr/>
            <p:nvPr/>
          </p:nvSpPr>
          <p:spPr>
            <a:xfrm>
              <a:off x="7319139" y="1839111"/>
              <a:ext cx="55186" cy="60050"/>
            </a:xfrm>
            <a:custGeom>
              <a:avLst/>
              <a:gdLst/>
              <a:ahLst/>
              <a:cxnLst/>
              <a:rect l="l" t="t" r="r" b="b"/>
              <a:pathLst>
                <a:path w="465" h="506" extrusionOk="0">
                  <a:moveTo>
                    <a:pt x="464" y="1"/>
                  </a:moveTo>
                  <a:lnTo>
                    <a:pt x="0" y="253"/>
                  </a:lnTo>
                  <a:lnTo>
                    <a:pt x="0" y="505"/>
                  </a:lnTo>
                  <a:lnTo>
                    <a:pt x="464" y="233"/>
                  </a:lnTo>
                  <a:lnTo>
                    <a:pt x="464" y="1"/>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5"/>
            <p:cNvSpPr/>
            <p:nvPr/>
          </p:nvSpPr>
          <p:spPr>
            <a:xfrm>
              <a:off x="7052711" y="924888"/>
              <a:ext cx="830523" cy="1229829"/>
            </a:xfrm>
            <a:custGeom>
              <a:avLst/>
              <a:gdLst/>
              <a:ahLst/>
              <a:cxnLst/>
              <a:rect l="l" t="t" r="r" b="b"/>
              <a:pathLst>
                <a:path w="6998" h="10363" extrusionOk="0">
                  <a:moveTo>
                    <a:pt x="3486" y="1"/>
                  </a:moveTo>
                  <a:lnTo>
                    <a:pt x="0" y="2039"/>
                  </a:lnTo>
                  <a:lnTo>
                    <a:pt x="0" y="8345"/>
                  </a:lnTo>
                  <a:lnTo>
                    <a:pt x="3486" y="10362"/>
                  </a:lnTo>
                  <a:lnTo>
                    <a:pt x="6997" y="8324"/>
                  </a:lnTo>
                  <a:lnTo>
                    <a:pt x="6997" y="2019"/>
                  </a:lnTo>
                  <a:lnTo>
                    <a:pt x="3486" y="1"/>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35"/>
            <p:cNvSpPr/>
            <p:nvPr/>
          </p:nvSpPr>
          <p:spPr>
            <a:xfrm rot="10800000">
              <a:off x="7536406" y="2356366"/>
              <a:ext cx="1135174" cy="846034"/>
            </a:xfrm>
            <a:custGeom>
              <a:avLst/>
              <a:gdLst/>
              <a:ahLst/>
              <a:cxnLst/>
              <a:rect l="l" t="t" r="r" b="b"/>
              <a:pathLst>
                <a:path w="9565" h="7129" extrusionOk="0">
                  <a:moveTo>
                    <a:pt x="1388" y="0"/>
                  </a:moveTo>
                  <a:lnTo>
                    <a:pt x="0" y="802"/>
                  </a:lnTo>
                  <a:lnTo>
                    <a:pt x="0" y="2396"/>
                  </a:lnTo>
                  <a:lnTo>
                    <a:pt x="8198" y="7128"/>
                  </a:lnTo>
                  <a:lnTo>
                    <a:pt x="9565" y="6351"/>
                  </a:lnTo>
                  <a:lnTo>
                    <a:pt x="9565" y="4752"/>
                  </a:lnTo>
                  <a:lnTo>
                    <a:pt x="1388" y="0"/>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 name="Google Shape;207;p35"/>
          <p:cNvGrpSpPr/>
          <p:nvPr/>
        </p:nvGrpSpPr>
        <p:grpSpPr>
          <a:xfrm>
            <a:off x="6298006" y="709120"/>
            <a:ext cx="671254" cy="1964378"/>
            <a:chOff x="6298006" y="709120"/>
            <a:chExt cx="671254" cy="1964378"/>
          </a:xfrm>
        </p:grpSpPr>
        <p:sp>
          <p:nvSpPr>
            <p:cNvPr id="208" name="Google Shape;208;p35"/>
            <p:cNvSpPr/>
            <p:nvPr/>
          </p:nvSpPr>
          <p:spPr>
            <a:xfrm>
              <a:off x="6717051" y="1700600"/>
              <a:ext cx="252195" cy="972898"/>
            </a:xfrm>
            <a:custGeom>
              <a:avLst/>
              <a:gdLst/>
              <a:ahLst/>
              <a:cxnLst/>
              <a:rect l="l" t="t" r="r" b="b"/>
              <a:pathLst>
                <a:path w="2125" h="8198" extrusionOk="0">
                  <a:moveTo>
                    <a:pt x="2124" y="0"/>
                  </a:moveTo>
                  <a:lnTo>
                    <a:pt x="0" y="1221"/>
                  </a:lnTo>
                  <a:lnTo>
                    <a:pt x="0" y="8197"/>
                  </a:lnTo>
                  <a:lnTo>
                    <a:pt x="2124" y="6982"/>
                  </a:lnTo>
                  <a:lnTo>
                    <a:pt x="2124" y="0"/>
                  </a:lnTo>
                  <a:close/>
                </a:path>
              </a:pathLst>
            </a:custGeom>
            <a:gradFill>
              <a:gsLst>
                <a:gs pos="0">
                  <a:schemeClr val="accent1"/>
                </a:gs>
                <a:gs pos="100000">
                  <a:schemeClr val="dk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35"/>
            <p:cNvSpPr/>
            <p:nvPr/>
          </p:nvSpPr>
          <p:spPr>
            <a:xfrm>
              <a:off x="6819468" y="1817852"/>
              <a:ext cx="47353" cy="125321"/>
            </a:xfrm>
            <a:custGeom>
              <a:avLst/>
              <a:gdLst/>
              <a:ahLst/>
              <a:cxnLst/>
              <a:rect l="l" t="t" r="r" b="b"/>
              <a:pathLst>
                <a:path w="399" h="1056" extrusionOk="0">
                  <a:moveTo>
                    <a:pt x="399" y="1"/>
                  </a:moveTo>
                  <a:lnTo>
                    <a:pt x="0" y="233"/>
                  </a:lnTo>
                  <a:lnTo>
                    <a:pt x="0" y="1055"/>
                  </a:lnTo>
                  <a:lnTo>
                    <a:pt x="399" y="823"/>
                  </a:lnTo>
                  <a:lnTo>
                    <a:pt x="399"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5"/>
            <p:cNvSpPr/>
            <p:nvPr/>
          </p:nvSpPr>
          <p:spPr>
            <a:xfrm>
              <a:off x="6754197" y="1855591"/>
              <a:ext cx="47947" cy="124609"/>
            </a:xfrm>
            <a:custGeom>
              <a:avLst/>
              <a:gdLst/>
              <a:ahLst/>
              <a:cxnLst/>
              <a:rect l="l" t="t" r="r" b="b"/>
              <a:pathLst>
                <a:path w="404" h="1050" extrusionOk="0">
                  <a:moveTo>
                    <a:pt x="404" y="1"/>
                  </a:moveTo>
                  <a:lnTo>
                    <a:pt x="0" y="233"/>
                  </a:lnTo>
                  <a:lnTo>
                    <a:pt x="0" y="1050"/>
                  </a:lnTo>
                  <a:lnTo>
                    <a:pt x="404" y="818"/>
                  </a:lnTo>
                  <a:lnTo>
                    <a:pt x="40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5"/>
            <p:cNvSpPr/>
            <p:nvPr/>
          </p:nvSpPr>
          <p:spPr>
            <a:xfrm>
              <a:off x="6886520" y="1780825"/>
              <a:ext cx="44980" cy="124609"/>
            </a:xfrm>
            <a:custGeom>
              <a:avLst/>
              <a:gdLst/>
              <a:ahLst/>
              <a:cxnLst/>
              <a:rect l="l" t="t" r="r" b="b"/>
              <a:pathLst>
                <a:path w="379" h="1050" extrusionOk="0">
                  <a:moveTo>
                    <a:pt x="378" y="0"/>
                  </a:moveTo>
                  <a:lnTo>
                    <a:pt x="0" y="232"/>
                  </a:lnTo>
                  <a:lnTo>
                    <a:pt x="0" y="1049"/>
                  </a:lnTo>
                  <a:lnTo>
                    <a:pt x="378" y="817"/>
                  </a:lnTo>
                  <a:lnTo>
                    <a:pt x="37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5"/>
            <p:cNvSpPr/>
            <p:nvPr/>
          </p:nvSpPr>
          <p:spPr>
            <a:xfrm>
              <a:off x="6819468" y="1939969"/>
              <a:ext cx="47353" cy="122947"/>
            </a:xfrm>
            <a:custGeom>
              <a:avLst/>
              <a:gdLst/>
              <a:ahLst/>
              <a:cxnLst/>
              <a:rect l="l" t="t" r="r" b="b"/>
              <a:pathLst>
                <a:path w="399" h="1036" extrusionOk="0">
                  <a:moveTo>
                    <a:pt x="399" y="1"/>
                  </a:moveTo>
                  <a:lnTo>
                    <a:pt x="0" y="213"/>
                  </a:lnTo>
                  <a:lnTo>
                    <a:pt x="0" y="1035"/>
                  </a:lnTo>
                  <a:lnTo>
                    <a:pt x="399" y="823"/>
                  </a:lnTo>
                  <a:lnTo>
                    <a:pt x="399"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5"/>
            <p:cNvSpPr/>
            <p:nvPr/>
          </p:nvSpPr>
          <p:spPr>
            <a:xfrm>
              <a:off x="6754197" y="1977708"/>
              <a:ext cx="47947" cy="122235"/>
            </a:xfrm>
            <a:custGeom>
              <a:avLst/>
              <a:gdLst/>
              <a:ahLst/>
              <a:cxnLst/>
              <a:rect l="l" t="t" r="r" b="b"/>
              <a:pathLst>
                <a:path w="404" h="1030" extrusionOk="0">
                  <a:moveTo>
                    <a:pt x="404" y="1"/>
                  </a:moveTo>
                  <a:lnTo>
                    <a:pt x="0" y="233"/>
                  </a:lnTo>
                  <a:lnTo>
                    <a:pt x="0" y="1030"/>
                  </a:lnTo>
                  <a:lnTo>
                    <a:pt x="404" y="818"/>
                  </a:lnTo>
                  <a:lnTo>
                    <a:pt x="40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35"/>
            <p:cNvSpPr/>
            <p:nvPr/>
          </p:nvSpPr>
          <p:spPr>
            <a:xfrm>
              <a:off x="6886520" y="1902942"/>
              <a:ext cx="44980" cy="122235"/>
            </a:xfrm>
            <a:custGeom>
              <a:avLst/>
              <a:gdLst/>
              <a:ahLst/>
              <a:cxnLst/>
              <a:rect l="l" t="t" r="r" b="b"/>
              <a:pathLst>
                <a:path w="379" h="1030" extrusionOk="0">
                  <a:moveTo>
                    <a:pt x="378" y="0"/>
                  </a:moveTo>
                  <a:lnTo>
                    <a:pt x="0" y="212"/>
                  </a:lnTo>
                  <a:lnTo>
                    <a:pt x="0" y="1029"/>
                  </a:lnTo>
                  <a:lnTo>
                    <a:pt x="378" y="797"/>
                  </a:lnTo>
                  <a:lnTo>
                    <a:pt x="37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35"/>
            <p:cNvSpPr/>
            <p:nvPr/>
          </p:nvSpPr>
          <p:spPr>
            <a:xfrm>
              <a:off x="6819468" y="2059713"/>
              <a:ext cx="47353" cy="125321"/>
            </a:xfrm>
            <a:custGeom>
              <a:avLst/>
              <a:gdLst/>
              <a:ahLst/>
              <a:cxnLst/>
              <a:rect l="l" t="t" r="r" b="b"/>
              <a:pathLst>
                <a:path w="399" h="1056" extrusionOk="0">
                  <a:moveTo>
                    <a:pt x="399" y="1"/>
                  </a:moveTo>
                  <a:lnTo>
                    <a:pt x="0" y="233"/>
                  </a:lnTo>
                  <a:lnTo>
                    <a:pt x="0" y="1055"/>
                  </a:lnTo>
                  <a:lnTo>
                    <a:pt x="399" y="823"/>
                  </a:lnTo>
                  <a:lnTo>
                    <a:pt x="399"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35"/>
            <p:cNvSpPr/>
            <p:nvPr/>
          </p:nvSpPr>
          <p:spPr>
            <a:xfrm>
              <a:off x="6754197" y="2097452"/>
              <a:ext cx="47947" cy="124609"/>
            </a:xfrm>
            <a:custGeom>
              <a:avLst/>
              <a:gdLst/>
              <a:ahLst/>
              <a:cxnLst/>
              <a:rect l="l" t="t" r="r" b="b"/>
              <a:pathLst>
                <a:path w="404" h="1050" extrusionOk="0">
                  <a:moveTo>
                    <a:pt x="404" y="1"/>
                  </a:moveTo>
                  <a:lnTo>
                    <a:pt x="0" y="233"/>
                  </a:lnTo>
                  <a:lnTo>
                    <a:pt x="0" y="1050"/>
                  </a:lnTo>
                  <a:lnTo>
                    <a:pt x="404" y="818"/>
                  </a:lnTo>
                  <a:lnTo>
                    <a:pt x="40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35"/>
            <p:cNvSpPr/>
            <p:nvPr/>
          </p:nvSpPr>
          <p:spPr>
            <a:xfrm>
              <a:off x="6886520" y="2022686"/>
              <a:ext cx="44980" cy="124609"/>
            </a:xfrm>
            <a:custGeom>
              <a:avLst/>
              <a:gdLst/>
              <a:ahLst/>
              <a:cxnLst/>
              <a:rect l="l" t="t" r="r" b="b"/>
              <a:pathLst>
                <a:path w="379" h="1050" extrusionOk="0">
                  <a:moveTo>
                    <a:pt x="378" y="0"/>
                  </a:moveTo>
                  <a:lnTo>
                    <a:pt x="0" y="232"/>
                  </a:lnTo>
                  <a:lnTo>
                    <a:pt x="0" y="1049"/>
                  </a:lnTo>
                  <a:lnTo>
                    <a:pt x="378" y="817"/>
                  </a:lnTo>
                  <a:lnTo>
                    <a:pt x="37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35"/>
            <p:cNvSpPr/>
            <p:nvPr/>
          </p:nvSpPr>
          <p:spPr>
            <a:xfrm>
              <a:off x="6819468" y="2182542"/>
              <a:ext cx="47353" cy="124609"/>
            </a:xfrm>
            <a:custGeom>
              <a:avLst/>
              <a:gdLst/>
              <a:ahLst/>
              <a:cxnLst/>
              <a:rect l="l" t="t" r="r" b="b"/>
              <a:pathLst>
                <a:path w="399" h="1050" extrusionOk="0">
                  <a:moveTo>
                    <a:pt x="399" y="0"/>
                  </a:moveTo>
                  <a:lnTo>
                    <a:pt x="0" y="227"/>
                  </a:lnTo>
                  <a:lnTo>
                    <a:pt x="0" y="1049"/>
                  </a:lnTo>
                  <a:lnTo>
                    <a:pt x="399" y="817"/>
                  </a:lnTo>
                  <a:lnTo>
                    <a:pt x="399"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5"/>
            <p:cNvSpPr/>
            <p:nvPr/>
          </p:nvSpPr>
          <p:spPr>
            <a:xfrm>
              <a:off x="6754197" y="2219569"/>
              <a:ext cx="47947" cy="124727"/>
            </a:xfrm>
            <a:custGeom>
              <a:avLst/>
              <a:gdLst/>
              <a:ahLst/>
              <a:cxnLst/>
              <a:rect l="l" t="t" r="r" b="b"/>
              <a:pathLst>
                <a:path w="404" h="1051" extrusionOk="0">
                  <a:moveTo>
                    <a:pt x="404" y="1"/>
                  </a:moveTo>
                  <a:lnTo>
                    <a:pt x="0" y="233"/>
                  </a:lnTo>
                  <a:lnTo>
                    <a:pt x="0" y="1050"/>
                  </a:lnTo>
                  <a:lnTo>
                    <a:pt x="404" y="823"/>
                  </a:lnTo>
                  <a:lnTo>
                    <a:pt x="40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35"/>
            <p:cNvSpPr/>
            <p:nvPr/>
          </p:nvSpPr>
          <p:spPr>
            <a:xfrm>
              <a:off x="6886520" y="2144804"/>
              <a:ext cx="44980" cy="122235"/>
            </a:xfrm>
            <a:custGeom>
              <a:avLst/>
              <a:gdLst/>
              <a:ahLst/>
              <a:cxnLst/>
              <a:rect l="l" t="t" r="r" b="b"/>
              <a:pathLst>
                <a:path w="379" h="1030" extrusionOk="0">
                  <a:moveTo>
                    <a:pt x="378" y="0"/>
                  </a:moveTo>
                  <a:lnTo>
                    <a:pt x="0" y="232"/>
                  </a:lnTo>
                  <a:lnTo>
                    <a:pt x="0" y="1029"/>
                  </a:lnTo>
                  <a:lnTo>
                    <a:pt x="378" y="822"/>
                  </a:lnTo>
                  <a:lnTo>
                    <a:pt x="37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35"/>
            <p:cNvSpPr/>
            <p:nvPr/>
          </p:nvSpPr>
          <p:spPr>
            <a:xfrm>
              <a:off x="6819468" y="2302168"/>
              <a:ext cx="47353" cy="124727"/>
            </a:xfrm>
            <a:custGeom>
              <a:avLst/>
              <a:gdLst/>
              <a:ahLst/>
              <a:cxnLst/>
              <a:rect l="l" t="t" r="r" b="b"/>
              <a:pathLst>
                <a:path w="399" h="1051" extrusionOk="0">
                  <a:moveTo>
                    <a:pt x="399" y="1"/>
                  </a:moveTo>
                  <a:lnTo>
                    <a:pt x="0" y="228"/>
                  </a:lnTo>
                  <a:lnTo>
                    <a:pt x="0" y="1050"/>
                  </a:lnTo>
                  <a:lnTo>
                    <a:pt x="399" y="818"/>
                  </a:lnTo>
                  <a:lnTo>
                    <a:pt x="399"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5"/>
            <p:cNvSpPr/>
            <p:nvPr/>
          </p:nvSpPr>
          <p:spPr>
            <a:xfrm>
              <a:off x="6754197" y="2341687"/>
              <a:ext cx="47947" cy="122235"/>
            </a:xfrm>
            <a:custGeom>
              <a:avLst/>
              <a:gdLst/>
              <a:ahLst/>
              <a:cxnLst/>
              <a:rect l="l" t="t" r="r" b="b"/>
              <a:pathLst>
                <a:path w="404" h="1030" extrusionOk="0">
                  <a:moveTo>
                    <a:pt x="404" y="1"/>
                  </a:moveTo>
                  <a:lnTo>
                    <a:pt x="0" y="213"/>
                  </a:lnTo>
                  <a:lnTo>
                    <a:pt x="0" y="1030"/>
                  </a:lnTo>
                  <a:lnTo>
                    <a:pt x="404" y="803"/>
                  </a:lnTo>
                  <a:lnTo>
                    <a:pt x="40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5"/>
            <p:cNvSpPr/>
            <p:nvPr/>
          </p:nvSpPr>
          <p:spPr>
            <a:xfrm>
              <a:off x="6886520" y="2264547"/>
              <a:ext cx="44980" cy="124609"/>
            </a:xfrm>
            <a:custGeom>
              <a:avLst/>
              <a:gdLst/>
              <a:ahLst/>
              <a:cxnLst/>
              <a:rect l="l" t="t" r="r" b="b"/>
              <a:pathLst>
                <a:path w="379" h="1050" extrusionOk="0">
                  <a:moveTo>
                    <a:pt x="378" y="0"/>
                  </a:moveTo>
                  <a:lnTo>
                    <a:pt x="0" y="232"/>
                  </a:lnTo>
                  <a:lnTo>
                    <a:pt x="0" y="1049"/>
                  </a:lnTo>
                  <a:lnTo>
                    <a:pt x="378" y="822"/>
                  </a:lnTo>
                  <a:lnTo>
                    <a:pt x="37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5"/>
            <p:cNvSpPr/>
            <p:nvPr/>
          </p:nvSpPr>
          <p:spPr>
            <a:xfrm>
              <a:off x="6819468" y="2424285"/>
              <a:ext cx="47353" cy="124727"/>
            </a:xfrm>
            <a:custGeom>
              <a:avLst/>
              <a:gdLst/>
              <a:ahLst/>
              <a:cxnLst/>
              <a:rect l="l" t="t" r="r" b="b"/>
              <a:pathLst>
                <a:path w="399" h="1051" extrusionOk="0">
                  <a:moveTo>
                    <a:pt x="399" y="1"/>
                  </a:moveTo>
                  <a:lnTo>
                    <a:pt x="0" y="233"/>
                  </a:lnTo>
                  <a:lnTo>
                    <a:pt x="0" y="1050"/>
                  </a:lnTo>
                  <a:lnTo>
                    <a:pt x="399" y="818"/>
                  </a:lnTo>
                  <a:lnTo>
                    <a:pt x="399"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35"/>
            <p:cNvSpPr/>
            <p:nvPr/>
          </p:nvSpPr>
          <p:spPr>
            <a:xfrm>
              <a:off x="6754197" y="2461430"/>
              <a:ext cx="47947" cy="125321"/>
            </a:xfrm>
            <a:custGeom>
              <a:avLst/>
              <a:gdLst/>
              <a:ahLst/>
              <a:cxnLst/>
              <a:rect l="l" t="t" r="r" b="b"/>
              <a:pathLst>
                <a:path w="404" h="1056" extrusionOk="0">
                  <a:moveTo>
                    <a:pt x="404" y="1"/>
                  </a:moveTo>
                  <a:lnTo>
                    <a:pt x="0" y="233"/>
                  </a:lnTo>
                  <a:lnTo>
                    <a:pt x="0" y="1055"/>
                  </a:lnTo>
                  <a:lnTo>
                    <a:pt x="404" y="823"/>
                  </a:lnTo>
                  <a:lnTo>
                    <a:pt x="40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5"/>
            <p:cNvSpPr/>
            <p:nvPr/>
          </p:nvSpPr>
          <p:spPr>
            <a:xfrm>
              <a:off x="6886520" y="2386665"/>
              <a:ext cx="44980" cy="125202"/>
            </a:xfrm>
            <a:custGeom>
              <a:avLst/>
              <a:gdLst/>
              <a:ahLst/>
              <a:cxnLst/>
              <a:rect l="l" t="t" r="r" b="b"/>
              <a:pathLst>
                <a:path w="379" h="1055" extrusionOk="0">
                  <a:moveTo>
                    <a:pt x="378" y="0"/>
                  </a:moveTo>
                  <a:lnTo>
                    <a:pt x="0" y="232"/>
                  </a:lnTo>
                  <a:lnTo>
                    <a:pt x="0" y="1054"/>
                  </a:lnTo>
                  <a:lnTo>
                    <a:pt x="378" y="822"/>
                  </a:lnTo>
                  <a:lnTo>
                    <a:pt x="37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35"/>
            <p:cNvSpPr/>
            <p:nvPr/>
          </p:nvSpPr>
          <p:spPr>
            <a:xfrm>
              <a:off x="6302753" y="1606015"/>
              <a:ext cx="414431" cy="1067482"/>
            </a:xfrm>
            <a:custGeom>
              <a:avLst/>
              <a:gdLst/>
              <a:ahLst/>
              <a:cxnLst/>
              <a:rect l="l" t="t" r="r" b="b"/>
              <a:pathLst>
                <a:path w="3492" h="8995" extrusionOk="0">
                  <a:moveTo>
                    <a:pt x="1" y="0"/>
                  </a:moveTo>
                  <a:lnTo>
                    <a:pt x="1" y="6977"/>
                  </a:lnTo>
                  <a:lnTo>
                    <a:pt x="3491" y="8994"/>
                  </a:lnTo>
                  <a:lnTo>
                    <a:pt x="3491" y="2018"/>
                  </a:lnTo>
                  <a:lnTo>
                    <a:pt x="1" y="0"/>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35"/>
            <p:cNvSpPr/>
            <p:nvPr/>
          </p:nvSpPr>
          <p:spPr>
            <a:xfrm>
              <a:off x="6552447" y="1808358"/>
              <a:ext cx="47353" cy="124609"/>
            </a:xfrm>
            <a:custGeom>
              <a:avLst/>
              <a:gdLst/>
              <a:ahLst/>
              <a:cxnLst/>
              <a:rect l="l" t="t" r="r" b="b"/>
              <a:pathLst>
                <a:path w="399" h="1050" extrusionOk="0">
                  <a:moveTo>
                    <a:pt x="0" y="0"/>
                  </a:moveTo>
                  <a:lnTo>
                    <a:pt x="0" y="817"/>
                  </a:lnTo>
                  <a:lnTo>
                    <a:pt x="399" y="1049"/>
                  </a:lnTo>
                  <a:lnTo>
                    <a:pt x="399" y="227"/>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5"/>
            <p:cNvSpPr/>
            <p:nvPr/>
          </p:nvSpPr>
          <p:spPr>
            <a:xfrm>
              <a:off x="6487769" y="1770619"/>
              <a:ext cx="44980" cy="124609"/>
            </a:xfrm>
            <a:custGeom>
              <a:avLst/>
              <a:gdLst/>
              <a:ahLst/>
              <a:cxnLst/>
              <a:rect l="l" t="t" r="r" b="b"/>
              <a:pathLst>
                <a:path w="379" h="1050" extrusionOk="0">
                  <a:moveTo>
                    <a:pt x="0" y="0"/>
                  </a:moveTo>
                  <a:lnTo>
                    <a:pt x="0" y="823"/>
                  </a:lnTo>
                  <a:lnTo>
                    <a:pt x="379" y="1050"/>
                  </a:lnTo>
                  <a:lnTo>
                    <a:pt x="37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5"/>
            <p:cNvSpPr/>
            <p:nvPr/>
          </p:nvSpPr>
          <p:spPr>
            <a:xfrm>
              <a:off x="6617126" y="1845385"/>
              <a:ext cx="47353" cy="124727"/>
            </a:xfrm>
            <a:custGeom>
              <a:avLst/>
              <a:gdLst/>
              <a:ahLst/>
              <a:cxnLst/>
              <a:rect l="l" t="t" r="r" b="b"/>
              <a:pathLst>
                <a:path w="399" h="1051" extrusionOk="0">
                  <a:moveTo>
                    <a:pt x="0" y="1"/>
                  </a:moveTo>
                  <a:lnTo>
                    <a:pt x="0" y="823"/>
                  </a:lnTo>
                  <a:lnTo>
                    <a:pt x="399" y="1050"/>
                  </a:lnTo>
                  <a:lnTo>
                    <a:pt x="399"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35"/>
            <p:cNvSpPr/>
            <p:nvPr/>
          </p:nvSpPr>
          <p:spPr>
            <a:xfrm>
              <a:off x="6552447" y="1930475"/>
              <a:ext cx="47353" cy="124609"/>
            </a:xfrm>
            <a:custGeom>
              <a:avLst/>
              <a:gdLst/>
              <a:ahLst/>
              <a:cxnLst/>
              <a:rect l="l" t="t" r="r" b="b"/>
              <a:pathLst>
                <a:path w="399" h="1050" extrusionOk="0">
                  <a:moveTo>
                    <a:pt x="0" y="0"/>
                  </a:moveTo>
                  <a:lnTo>
                    <a:pt x="0" y="817"/>
                  </a:lnTo>
                  <a:lnTo>
                    <a:pt x="399" y="1050"/>
                  </a:lnTo>
                  <a:lnTo>
                    <a:pt x="39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35"/>
            <p:cNvSpPr/>
            <p:nvPr/>
          </p:nvSpPr>
          <p:spPr>
            <a:xfrm>
              <a:off x="6487769" y="1892736"/>
              <a:ext cx="44980" cy="125202"/>
            </a:xfrm>
            <a:custGeom>
              <a:avLst/>
              <a:gdLst/>
              <a:ahLst/>
              <a:cxnLst/>
              <a:rect l="l" t="t" r="r" b="b"/>
              <a:pathLst>
                <a:path w="379" h="1055" extrusionOk="0">
                  <a:moveTo>
                    <a:pt x="0" y="0"/>
                  </a:moveTo>
                  <a:lnTo>
                    <a:pt x="0" y="823"/>
                  </a:lnTo>
                  <a:lnTo>
                    <a:pt x="379" y="1055"/>
                  </a:lnTo>
                  <a:lnTo>
                    <a:pt x="379" y="233"/>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35"/>
            <p:cNvSpPr/>
            <p:nvPr/>
          </p:nvSpPr>
          <p:spPr>
            <a:xfrm>
              <a:off x="6617126" y="1967621"/>
              <a:ext cx="47353" cy="125202"/>
            </a:xfrm>
            <a:custGeom>
              <a:avLst/>
              <a:gdLst/>
              <a:ahLst/>
              <a:cxnLst/>
              <a:rect l="l" t="t" r="r" b="b"/>
              <a:pathLst>
                <a:path w="399" h="1055" extrusionOk="0">
                  <a:moveTo>
                    <a:pt x="0" y="0"/>
                  </a:moveTo>
                  <a:lnTo>
                    <a:pt x="0" y="822"/>
                  </a:lnTo>
                  <a:lnTo>
                    <a:pt x="399" y="1054"/>
                  </a:lnTo>
                  <a:lnTo>
                    <a:pt x="39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35"/>
            <p:cNvSpPr/>
            <p:nvPr/>
          </p:nvSpPr>
          <p:spPr>
            <a:xfrm>
              <a:off x="6552447" y="2052592"/>
              <a:ext cx="47353" cy="122235"/>
            </a:xfrm>
            <a:custGeom>
              <a:avLst/>
              <a:gdLst/>
              <a:ahLst/>
              <a:cxnLst/>
              <a:rect l="l" t="t" r="r" b="b"/>
              <a:pathLst>
                <a:path w="399" h="1030" extrusionOk="0">
                  <a:moveTo>
                    <a:pt x="0" y="0"/>
                  </a:moveTo>
                  <a:lnTo>
                    <a:pt x="0" y="797"/>
                  </a:lnTo>
                  <a:lnTo>
                    <a:pt x="399" y="1029"/>
                  </a:lnTo>
                  <a:lnTo>
                    <a:pt x="399" y="21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35"/>
            <p:cNvSpPr/>
            <p:nvPr/>
          </p:nvSpPr>
          <p:spPr>
            <a:xfrm>
              <a:off x="6487769" y="2012480"/>
              <a:ext cx="44980" cy="125202"/>
            </a:xfrm>
            <a:custGeom>
              <a:avLst/>
              <a:gdLst/>
              <a:ahLst/>
              <a:cxnLst/>
              <a:rect l="l" t="t" r="r" b="b"/>
              <a:pathLst>
                <a:path w="379" h="1055" extrusionOk="0">
                  <a:moveTo>
                    <a:pt x="0" y="0"/>
                  </a:moveTo>
                  <a:lnTo>
                    <a:pt x="0" y="823"/>
                  </a:lnTo>
                  <a:lnTo>
                    <a:pt x="379" y="1055"/>
                  </a:lnTo>
                  <a:lnTo>
                    <a:pt x="37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35"/>
            <p:cNvSpPr/>
            <p:nvPr/>
          </p:nvSpPr>
          <p:spPr>
            <a:xfrm>
              <a:off x="6617126" y="2089738"/>
              <a:ext cx="47353" cy="122829"/>
            </a:xfrm>
            <a:custGeom>
              <a:avLst/>
              <a:gdLst/>
              <a:ahLst/>
              <a:cxnLst/>
              <a:rect l="l" t="t" r="r" b="b"/>
              <a:pathLst>
                <a:path w="399" h="1035" extrusionOk="0">
                  <a:moveTo>
                    <a:pt x="0" y="0"/>
                  </a:moveTo>
                  <a:lnTo>
                    <a:pt x="0" y="822"/>
                  </a:lnTo>
                  <a:lnTo>
                    <a:pt x="399" y="1034"/>
                  </a:lnTo>
                  <a:lnTo>
                    <a:pt x="399" y="21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5"/>
            <p:cNvSpPr/>
            <p:nvPr/>
          </p:nvSpPr>
          <p:spPr>
            <a:xfrm>
              <a:off x="6552447" y="2172336"/>
              <a:ext cx="47353" cy="124609"/>
            </a:xfrm>
            <a:custGeom>
              <a:avLst/>
              <a:gdLst/>
              <a:ahLst/>
              <a:cxnLst/>
              <a:rect l="l" t="t" r="r" b="b"/>
              <a:pathLst>
                <a:path w="399" h="1050" extrusionOk="0">
                  <a:moveTo>
                    <a:pt x="0" y="0"/>
                  </a:moveTo>
                  <a:lnTo>
                    <a:pt x="0" y="817"/>
                  </a:lnTo>
                  <a:lnTo>
                    <a:pt x="399" y="1050"/>
                  </a:lnTo>
                  <a:lnTo>
                    <a:pt x="39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35"/>
            <p:cNvSpPr/>
            <p:nvPr/>
          </p:nvSpPr>
          <p:spPr>
            <a:xfrm>
              <a:off x="6487769" y="2134597"/>
              <a:ext cx="44980" cy="125202"/>
            </a:xfrm>
            <a:custGeom>
              <a:avLst/>
              <a:gdLst/>
              <a:ahLst/>
              <a:cxnLst/>
              <a:rect l="l" t="t" r="r" b="b"/>
              <a:pathLst>
                <a:path w="379" h="1055" extrusionOk="0">
                  <a:moveTo>
                    <a:pt x="0" y="0"/>
                  </a:moveTo>
                  <a:lnTo>
                    <a:pt x="0" y="823"/>
                  </a:lnTo>
                  <a:lnTo>
                    <a:pt x="379" y="1055"/>
                  </a:lnTo>
                  <a:lnTo>
                    <a:pt x="379" y="233"/>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35"/>
            <p:cNvSpPr/>
            <p:nvPr/>
          </p:nvSpPr>
          <p:spPr>
            <a:xfrm>
              <a:off x="6617126" y="2209482"/>
              <a:ext cx="47353" cy="125202"/>
            </a:xfrm>
            <a:custGeom>
              <a:avLst/>
              <a:gdLst/>
              <a:ahLst/>
              <a:cxnLst/>
              <a:rect l="l" t="t" r="r" b="b"/>
              <a:pathLst>
                <a:path w="399" h="1055" extrusionOk="0">
                  <a:moveTo>
                    <a:pt x="0" y="0"/>
                  </a:moveTo>
                  <a:lnTo>
                    <a:pt x="0" y="822"/>
                  </a:lnTo>
                  <a:lnTo>
                    <a:pt x="399" y="1054"/>
                  </a:lnTo>
                  <a:lnTo>
                    <a:pt x="39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35"/>
            <p:cNvSpPr/>
            <p:nvPr/>
          </p:nvSpPr>
          <p:spPr>
            <a:xfrm>
              <a:off x="6552447" y="2294454"/>
              <a:ext cx="47353" cy="122235"/>
            </a:xfrm>
            <a:custGeom>
              <a:avLst/>
              <a:gdLst/>
              <a:ahLst/>
              <a:cxnLst/>
              <a:rect l="l" t="t" r="r" b="b"/>
              <a:pathLst>
                <a:path w="399" h="1030" extrusionOk="0">
                  <a:moveTo>
                    <a:pt x="0" y="0"/>
                  </a:moveTo>
                  <a:lnTo>
                    <a:pt x="0" y="823"/>
                  </a:lnTo>
                  <a:lnTo>
                    <a:pt x="399" y="1029"/>
                  </a:lnTo>
                  <a:lnTo>
                    <a:pt x="39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5"/>
            <p:cNvSpPr/>
            <p:nvPr/>
          </p:nvSpPr>
          <p:spPr>
            <a:xfrm>
              <a:off x="6487769" y="2257308"/>
              <a:ext cx="44980" cy="122235"/>
            </a:xfrm>
            <a:custGeom>
              <a:avLst/>
              <a:gdLst/>
              <a:ahLst/>
              <a:cxnLst/>
              <a:rect l="l" t="t" r="r" b="b"/>
              <a:pathLst>
                <a:path w="379" h="1030" extrusionOk="0">
                  <a:moveTo>
                    <a:pt x="0" y="1"/>
                  </a:moveTo>
                  <a:lnTo>
                    <a:pt x="0" y="798"/>
                  </a:lnTo>
                  <a:lnTo>
                    <a:pt x="379" y="1030"/>
                  </a:lnTo>
                  <a:lnTo>
                    <a:pt x="379" y="207"/>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5"/>
            <p:cNvSpPr/>
            <p:nvPr/>
          </p:nvSpPr>
          <p:spPr>
            <a:xfrm>
              <a:off x="6617126" y="2332193"/>
              <a:ext cx="47353" cy="122235"/>
            </a:xfrm>
            <a:custGeom>
              <a:avLst/>
              <a:gdLst/>
              <a:ahLst/>
              <a:cxnLst/>
              <a:rect l="l" t="t" r="r" b="b"/>
              <a:pathLst>
                <a:path w="399" h="1030" extrusionOk="0">
                  <a:moveTo>
                    <a:pt x="0" y="0"/>
                  </a:moveTo>
                  <a:lnTo>
                    <a:pt x="0" y="817"/>
                  </a:lnTo>
                  <a:lnTo>
                    <a:pt x="399" y="1029"/>
                  </a:lnTo>
                  <a:lnTo>
                    <a:pt x="399" y="227"/>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5"/>
            <p:cNvSpPr/>
            <p:nvPr/>
          </p:nvSpPr>
          <p:spPr>
            <a:xfrm>
              <a:off x="6552447" y="2414198"/>
              <a:ext cx="47353" cy="124609"/>
            </a:xfrm>
            <a:custGeom>
              <a:avLst/>
              <a:gdLst/>
              <a:ahLst/>
              <a:cxnLst/>
              <a:rect l="l" t="t" r="r" b="b"/>
              <a:pathLst>
                <a:path w="399" h="1050" extrusionOk="0">
                  <a:moveTo>
                    <a:pt x="0" y="0"/>
                  </a:moveTo>
                  <a:lnTo>
                    <a:pt x="0" y="822"/>
                  </a:lnTo>
                  <a:lnTo>
                    <a:pt x="399" y="1049"/>
                  </a:lnTo>
                  <a:lnTo>
                    <a:pt x="39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5"/>
            <p:cNvSpPr/>
            <p:nvPr/>
          </p:nvSpPr>
          <p:spPr>
            <a:xfrm>
              <a:off x="6487769" y="2377052"/>
              <a:ext cx="44980" cy="124609"/>
            </a:xfrm>
            <a:custGeom>
              <a:avLst/>
              <a:gdLst/>
              <a:ahLst/>
              <a:cxnLst/>
              <a:rect l="l" t="t" r="r" b="b"/>
              <a:pathLst>
                <a:path w="379" h="1050" extrusionOk="0">
                  <a:moveTo>
                    <a:pt x="0" y="0"/>
                  </a:moveTo>
                  <a:lnTo>
                    <a:pt x="0" y="818"/>
                  </a:lnTo>
                  <a:lnTo>
                    <a:pt x="379" y="1050"/>
                  </a:lnTo>
                  <a:lnTo>
                    <a:pt x="379" y="227"/>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5"/>
            <p:cNvSpPr/>
            <p:nvPr/>
          </p:nvSpPr>
          <p:spPr>
            <a:xfrm>
              <a:off x="6617126" y="2451936"/>
              <a:ext cx="47353" cy="124609"/>
            </a:xfrm>
            <a:custGeom>
              <a:avLst/>
              <a:gdLst/>
              <a:ahLst/>
              <a:cxnLst/>
              <a:rect l="l" t="t" r="r" b="b"/>
              <a:pathLst>
                <a:path w="399" h="1050" extrusionOk="0">
                  <a:moveTo>
                    <a:pt x="0" y="0"/>
                  </a:moveTo>
                  <a:lnTo>
                    <a:pt x="0" y="817"/>
                  </a:lnTo>
                  <a:lnTo>
                    <a:pt x="399" y="1049"/>
                  </a:lnTo>
                  <a:lnTo>
                    <a:pt x="399" y="227"/>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5"/>
            <p:cNvSpPr/>
            <p:nvPr/>
          </p:nvSpPr>
          <p:spPr>
            <a:xfrm>
              <a:off x="6420123" y="1733473"/>
              <a:ext cx="47353" cy="124609"/>
            </a:xfrm>
            <a:custGeom>
              <a:avLst/>
              <a:gdLst/>
              <a:ahLst/>
              <a:cxnLst/>
              <a:rect l="l" t="t" r="r" b="b"/>
              <a:pathLst>
                <a:path w="399" h="1050" extrusionOk="0">
                  <a:moveTo>
                    <a:pt x="0" y="1"/>
                  </a:moveTo>
                  <a:lnTo>
                    <a:pt x="0" y="818"/>
                  </a:lnTo>
                  <a:lnTo>
                    <a:pt x="399" y="1050"/>
                  </a:lnTo>
                  <a:lnTo>
                    <a:pt x="399" y="228"/>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5"/>
            <p:cNvSpPr/>
            <p:nvPr/>
          </p:nvSpPr>
          <p:spPr>
            <a:xfrm>
              <a:off x="6355445" y="1695734"/>
              <a:ext cx="47472" cy="124727"/>
            </a:xfrm>
            <a:custGeom>
              <a:avLst/>
              <a:gdLst/>
              <a:ahLst/>
              <a:cxnLst/>
              <a:rect l="l" t="t" r="r" b="b"/>
              <a:pathLst>
                <a:path w="400" h="1051" extrusionOk="0">
                  <a:moveTo>
                    <a:pt x="1" y="1"/>
                  </a:moveTo>
                  <a:lnTo>
                    <a:pt x="1" y="823"/>
                  </a:lnTo>
                  <a:lnTo>
                    <a:pt x="399" y="1050"/>
                  </a:lnTo>
                  <a:lnTo>
                    <a:pt x="399" y="23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5"/>
            <p:cNvSpPr/>
            <p:nvPr/>
          </p:nvSpPr>
          <p:spPr>
            <a:xfrm>
              <a:off x="6420123" y="1855591"/>
              <a:ext cx="47353" cy="122235"/>
            </a:xfrm>
            <a:custGeom>
              <a:avLst/>
              <a:gdLst/>
              <a:ahLst/>
              <a:cxnLst/>
              <a:rect l="l" t="t" r="r" b="b"/>
              <a:pathLst>
                <a:path w="399" h="1030" extrusionOk="0">
                  <a:moveTo>
                    <a:pt x="0" y="1"/>
                  </a:moveTo>
                  <a:lnTo>
                    <a:pt x="0" y="818"/>
                  </a:lnTo>
                  <a:lnTo>
                    <a:pt x="399" y="1030"/>
                  </a:lnTo>
                  <a:lnTo>
                    <a:pt x="399"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5"/>
            <p:cNvSpPr/>
            <p:nvPr/>
          </p:nvSpPr>
          <p:spPr>
            <a:xfrm>
              <a:off x="6355445" y="1817852"/>
              <a:ext cx="47472" cy="122235"/>
            </a:xfrm>
            <a:custGeom>
              <a:avLst/>
              <a:gdLst/>
              <a:ahLst/>
              <a:cxnLst/>
              <a:rect l="l" t="t" r="r" b="b"/>
              <a:pathLst>
                <a:path w="400" h="1030" extrusionOk="0">
                  <a:moveTo>
                    <a:pt x="1" y="1"/>
                  </a:moveTo>
                  <a:lnTo>
                    <a:pt x="1" y="803"/>
                  </a:lnTo>
                  <a:lnTo>
                    <a:pt x="399" y="1030"/>
                  </a:lnTo>
                  <a:lnTo>
                    <a:pt x="399" y="21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5"/>
            <p:cNvSpPr/>
            <p:nvPr/>
          </p:nvSpPr>
          <p:spPr>
            <a:xfrm>
              <a:off x="6420123" y="1975334"/>
              <a:ext cx="47353" cy="124609"/>
            </a:xfrm>
            <a:custGeom>
              <a:avLst/>
              <a:gdLst/>
              <a:ahLst/>
              <a:cxnLst/>
              <a:rect l="l" t="t" r="r" b="b"/>
              <a:pathLst>
                <a:path w="399" h="1050" extrusionOk="0">
                  <a:moveTo>
                    <a:pt x="0" y="1"/>
                  </a:moveTo>
                  <a:lnTo>
                    <a:pt x="0" y="818"/>
                  </a:lnTo>
                  <a:lnTo>
                    <a:pt x="399" y="1050"/>
                  </a:lnTo>
                  <a:lnTo>
                    <a:pt x="399"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5"/>
            <p:cNvSpPr/>
            <p:nvPr/>
          </p:nvSpPr>
          <p:spPr>
            <a:xfrm>
              <a:off x="6355445" y="1937596"/>
              <a:ext cx="47472" cy="125321"/>
            </a:xfrm>
            <a:custGeom>
              <a:avLst/>
              <a:gdLst/>
              <a:ahLst/>
              <a:cxnLst/>
              <a:rect l="l" t="t" r="r" b="b"/>
              <a:pathLst>
                <a:path w="400" h="1056" extrusionOk="0">
                  <a:moveTo>
                    <a:pt x="1" y="1"/>
                  </a:moveTo>
                  <a:lnTo>
                    <a:pt x="1" y="823"/>
                  </a:lnTo>
                  <a:lnTo>
                    <a:pt x="399" y="1055"/>
                  </a:lnTo>
                  <a:lnTo>
                    <a:pt x="399" y="23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5"/>
            <p:cNvSpPr/>
            <p:nvPr/>
          </p:nvSpPr>
          <p:spPr>
            <a:xfrm>
              <a:off x="6420123" y="2097452"/>
              <a:ext cx="47353" cy="124609"/>
            </a:xfrm>
            <a:custGeom>
              <a:avLst/>
              <a:gdLst/>
              <a:ahLst/>
              <a:cxnLst/>
              <a:rect l="l" t="t" r="r" b="b"/>
              <a:pathLst>
                <a:path w="399" h="1050" extrusionOk="0">
                  <a:moveTo>
                    <a:pt x="0" y="1"/>
                  </a:moveTo>
                  <a:lnTo>
                    <a:pt x="0" y="818"/>
                  </a:lnTo>
                  <a:lnTo>
                    <a:pt x="399" y="1050"/>
                  </a:lnTo>
                  <a:lnTo>
                    <a:pt x="399"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5"/>
            <p:cNvSpPr/>
            <p:nvPr/>
          </p:nvSpPr>
          <p:spPr>
            <a:xfrm>
              <a:off x="6355445" y="2059713"/>
              <a:ext cx="47472" cy="122947"/>
            </a:xfrm>
            <a:custGeom>
              <a:avLst/>
              <a:gdLst/>
              <a:ahLst/>
              <a:cxnLst/>
              <a:rect l="l" t="t" r="r" b="b"/>
              <a:pathLst>
                <a:path w="400" h="1036" extrusionOk="0">
                  <a:moveTo>
                    <a:pt x="1" y="1"/>
                  </a:moveTo>
                  <a:lnTo>
                    <a:pt x="1" y="823"/>
                  </a:lnTo>
                  <a:lnTo>
                    <a:pt x="399" y="1035"/>
                  </a:lnTo>
                  <a:lnTo>
                    <a:pt x="399" y="23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5"/>
            <p:cNvSpPr/>
            <p:nvPr/>
          </p:nvSpPr>
          <p:spPr>
            <a:xfrm>
              <a:off x="6420123" y="2217196"/>
              <a:ext cx="47353" cy="124609"/>
            </a:xfrm>
            <a:custGeom>
              <a:avLst/>
              <a:gdLst/>
              <a:ahLst/>
              <a:cxnLst/>
              <a:rect l="l" t="t" r="r" b="b"/>
              <a:pathLst>
                <a:path w="399" h="1050" extrusionOk="0">
                  <a:moveTo>
                    <a:pt x="0" y="1"/>
                  </a:moveTo>
                  <a:lnTo>
                    <a:pt x="0" y="818"/>
                  </a:lnTo>
                  <a:lnTo>
                    <a:pt x="399" y="1050"/>
                  </a:lnTo>
                  <a:lnTo>
                    <a:pt x="399"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5"/>
            <p:cNvSpPr/>
            <p:nvPr/>
          </p:nvSpPr>
          <p:spPr>
            <a:xfrm>
              <a:off x="6355445" y="2179457"/>
              <a:ext cx="47472" cy="125321"/>
            </a:xfrm>
            <a:custGeom>
              <a:avLst/>
              <a:gdLst/>
              <a:ahLst/>
              <a:cxnLst/>
              <a:rect l="l" t="t" r="r" b="b"/>
              <a:pathLst>
                <a:path w="400" h="1056" extrusionOk="0">
                  <a:moveTo>
                    <a:pt x="1" y="1"/>
                  </a:moveTo>
                  <a:lnTo>
                    <a:pt x="1" y="823"/>
                  </a:lnTo>
                  <a:lnTo>
                    <a:pt x="399" y="1055"/>
                  </a:lnTo>
                  <a:lnTo>
                    <a:pt x="399" y="23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5"/>
            <p:cNvSpPr/>
            <p:nvPr/>
          </p:nvSpPr>
          <p:spPr>
            <a:xfrm>
              <a:off x="6420123" y="2339313"/>
              <a:ext cx="47353" cy="124609"/>
            </a:xfrm>
            <a:custGeom>
              <a:avLst/>
              <a:gdLst/>
              <a:ahLst/>
              <a:cxnLst/>
              <a:rect l="l" t="t" r="r" b="b"/>
              <a:pathLst>
                <a:path w="399" h="1050" extrusionOk="0">
                  <a:moveTo>
                    <a:pt x="0" y="1"/>
                  </a:moveTo>
                  <a:lnTo>
                    <a:pt x="0" y="823"/>
                  </a:lnTo>
                  <a:lnTo>
                    <a:pt x="399" y="1050"/>
                  </a:lnTo>
                  <a:lnTo>
                    <a:pt x="399"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5"/>
            <p:cNvSpPr/>
            <p:nvPr/>
          </p:nvSpPr>
          <p:spPr>
            <a:xfrm>
              <a:off x="6355445" y="2302168"/>
              <a:ext cx="47472" cy="124727"/>
            </a:xfrm>
            <a:custGeom>
              <a:avLst/>
              <a:gdLst/>
              <a:ahLst/>
              <a:cxnLst/>
              <a:rect l="l" t="t" r="r" b="b"/>
              <a:pathLst>
                <a:path w="400" h="1051" extrusionOk="0">
                  <a:moveTo>
                    <a:pt x="1" y="1"/>
                  </a:moveTo>
                  <a:lnTo>
                    <a:pt x="1" y="818"/>
                  </a:lnTo>
                  <a:lnTo>
                    <a:pt x="399" y="1050"/>
                  </a:lnTo>
                  <a:lnTo>
                    <a:pt x="399" y="228"/>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5"/>
            <p:cNvSpPr/>
            <p:nvPr/>
          </p:nvSpPr>
          <p:spPr>
            <a:xfrm>
              <a:off x="6302753" y="1461112"/>
              <a:ext cx="666507" cy="384388"/>
            </a:xfrm>
            <a:custGeom>
              <a:avLst/>
              <a:gdLst/>
              <a:ahLst/>
              <a:cxnLst/>
              <a:rect l="l" t="t" r="r" b="b"/>
              <a:pathLst>
                <a:path w="5616" h="3239" extrusionOk="0">
                  <a:moveTo>
                    <a:pt x="2124" y="0"/>
                  </a:moveTo>
                  <a:lnTo>
                    <a:pt x="1" y="1221"/>
                  </a:lnTo>
                  <a:lnTo>
                    <a:pt x="3491" y="3239"/>
                  </a:lnTo>
                  <a:lnTo>
                    <a:pt x="5615" y="2018"/>
                  </a:lnTo>
                  <a:lnTo>
                    <a:pt x="2124" y="0"/>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5"/>
            <p:cNvSpPr/>
            <p:nvPr/>
          </p:nvSpPr>
          <p:spPr>
            <a:xfrm>
              <a:off x="6387844" y="1580856"/>
              <a:ext cx="129955" cy="74884"/>
            </a:xfrm>
            <a:custGeom>
              <a:avLst/>
              <a:gdLst/>
              <a:ahLst/>
              <a:cxnLst/>
              <a:rect l="l" t="t" r="r" b="b"/>
              <a:pathLst>
                <a:path w="1095" h="631" extrusionOk="0">
                  <a:moveTo>
                    <a:pt x="378" y="0"/>
                  </a:moveTo>
                  <a:lnTo>
                    <a:pt x="0" y="232"/>
                  </a:lnTo>
                  <a:lnTo>
                    <a:pt x="716" y="631"/>
                  </a:lnTo>
                  <a:lnTo>
                    <a:pt x="1095" y="424"/>
                  </a:lnTo>
                  <a:lnTo>
                    <a:pt x="378" y="0"/>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5"/>
            <p:cNvSpPr/>
            <p:nvPr/>
          </p:nvSpPr>
          <p:spPr>
            <a:xfrm>
              <a:off x="6709218" y="1646128"/>
              <a:ext cx="162354" cy="92329"/>
            </a:xfrm>
            <a:custGeom>
              <a:avLst/>
              <a:gdLst/>
              <a:ahLst/>
              <a:cxnLst/>
              <a:rect l="l" t="t" r="r" b="b"/>
              <a:pathLst>
                <a:path w="1368" h="778" extrusionOk="0">
                  <a:moveTo>
                    <a:pt x="677" y="0"/>
                  </a:moveTo>
                  <a:lnTo>
                    <a:pt x="1" y="378"/>
                  </a:lnTo>
                  <a:lnTo>
                    <a:pt x="697" y="777"/>
                  </a:lnTo>
                  <a:lnTo>
                    <a:pt x="1368" y="399"/>
                  </a:lnTo>
                  <a:lnTo>
                    <a:pt x="677" y="0"/>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5"/>
            <p:cNvSpPr/>
            <p:nvPr/>
          </p:nvSpPr>
          <p:spPr>
            <a:xfrm>
              <a:off x="6298006" y="709120"/>
              <a:ext cx="668880" cy="1135245"/>
            </a:xfrm>
            <a:custGeom>
              <a:avLst/>
              <a:gdLst/>
              <a:ahLst/>
              <a:cxnLst/>
              <a:rect l="l" t="t" r="r" b="b"/>
              <a:pathLst>
                <a:path w="5636" h="9566" extrusionOk="0">
                  <a:moveTo>
                    <a:pt x="2124" y="1"/>
                  </a:moveTo>
                  <a:lnTo>
                    <a:pt x="0" y="1222"/>
                  </a:lnTo>
                  <a:lnTo>
                    <a:pt x="0" y="7547"/>
                  </a:lnTo>
                  <a:lnTo>
                    <a:pt x="3511" y="9565"/>
                  </a:lnTo>
                  <a:lnTo>
                    <a:pt x="5635" y="8324"/>
                  </a:lnTo>
                  <a:lnTo>
                    <a:pt x="5635" y="2019"/>
                  </a:lnTo>
                  <a:lnTo>
                    <a:pt x="2124" y="1"/>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2" name="Google Shape;262;p35"/>
          <p:cNvGrpSpPr/>
          <p:nvPr/>
        </p:nvGrpSpPr>
        <p:grpSpPr>
          <a:xfrm>
            <a:off x="6221345" y="2313221"/>
            <a:ext cx="890323" cy="1309462"/>
            <a:chOff x="6221345" y="2313221"/>
            <a:chExt cx="890323" cy="1309462"/>
          </a:xfrm>
        </p:grpSpPr>
        <p:sp>
          <p:nvSpPr>
            <p:cNvPr id="263" name="Google Shape;263;p35"/>
            <p:cNvSpPr/>
            <p:nvPr/>
          </p:nvSpPr>
          <p:spPr>
            <a:xfrm>
              <a:off x="6221345" y="2313221"/>
              <a:ext cx="446712" cy="309030"/>
            </a:xfrm>
            <a:custGeom>
              <a:avLst/>
              <a:gdLst/>
              <a:ahLst/>
              <a:cxnLst/>
              <a:rect l="l" t="t" r="r" b="b"/>
              <a:pathLst>
                <a:path w="3764" h="2604" extrusionOk="0">
                  <a:moveTo>
                    <a:pt x="3763" y="1"/>
                  </a:moveTo>
                  <a:lnTo>
                    <a:pt x="0" y="2165"/>
                  </a:lnTo>
                  <a:lnTo>
                    <a:pt x="0" y="2604"/>
                  </a:lnTo>
                  <a:lnTo>
                    <a:pt x="3763" y="440"/>
                  </a:lnTo>
                  <a:lnTo>
                    <a:pt x="3763"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5"/>
            <p:cNvSpPr/>
            <p:nvPr/>
          </p:nvSpPr>
          <p:spPr>
            <a:xfrm>
              <a:off x="6221345" y="2430591"/>
              <a:ext cx="446712" cy="309030"/>
            </a:xfrm>
            <a:custGeom>
              <a:avLst/>
              <a:gdLst/>
              <a:ahLst/>
              <a:cxnLst/>
              <a:rect l="l" t="t" r="r" b="b"/>
              <a:pathLst>
                <a:path w="3764" h="2604" extrusionOk="0">
                  <a:moveTo>
                    <a:pt x="3763" y="1"/>
                  </a:moveTo>
                  <a:lnTo>
                    <a:pt x="0" y="2165"/>
                  </a:lnTo>
                  <a:lnTo>
                    <a:pt x="0" y="2604"/>
                  </a:lnTo>
                  <a:lnTo>
                    <a:pt x="3763" y="439"/>
                  </a:lnTo>
                  <a:lnTo>
                    <a:pt x="3763"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5"/>
            <p:cNvSpPr/>
            <p:nvPr/>
          </p:nvSpPr>
          <p:spPr>
            <a:xfrm>
              <a:off x="6221345" y="2547368"/>
              <a:ext cx="446712" cy="309623"/>
            </a:xfrm>
            <a:custGeom>
              <a:avLst/>
              <a:gdLst/>
              <a:ahLst/>
              <a:cxnLst/>
              <a:rect l="l" t="t" r="r" b="b"/>
              <a:pathLst>
                <a:path w="3764" h="2609" extrusionOk="0">
                  <a:moveTo>
                    <a:pt x="3763" y="0"/>
                  </a:moveTo>
                  <a:lnTo>
                    <a:pt x="0" y="2169"/>
                  </a:lnTo>
                  <a:lnTo>
                    <a:pt x="0" y="2608"/>
                  </a:lnTo>
                  <a:lnTo>
                    <a:pt x="3763" y="444"/>
                  </a:lnTo>
                  <a:lnTo>
                    <a:pt x="3763"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5"/>
            <p:cNvSpPr/>
            <p:nvPr/>
          </p:nvSpPr>
          <p:spPr>
            <a:xfrm>
              <a:off x="6221345" y="2664620"/>
              <a:ext cx="446712" cy="309623"/>
            </a:xfrm>
            <a:custGeom>
              <a:avLst/>
              <a:gdLst/>
              <a:ahLst/>
              <a:cxnLst/>
              <a:rect l="l" t="t" r="r" b="b"/>
              <a:pathLst>
                <a:path w="3764" h="2609" extrusionOk="0">
                  <a:moveTo>
                    <a:pt x="3763" y="1"/>
                  </a:moveTo>
                  <a:lnTo>
                    <a:pt x="0" y="2165"/>
                  </a:lnTo>
                  <a:lnTo>
                    <a:pt x="0" y="2609"/>
                  </a:lnTo>
                  <a:lnTo>
                    <a:pt x="3763" y="445"/>
                  </a:lnTo>
                  <a:lnTo>
                    <a:pt x="3763"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5"/>
            <p:cNvSpPr/>
            <p:nvPr/>
          </p:nvSpPr>
          <p:spPr>
            <a:xfrm>
              <a:off x="6221345" y="2781990"/>
              <a:ext cx="446712" cy="309623"/>
            </a:xfrm>
            <a:custGeom>
              <a:avLst/>
              <a:gdLst/>
              <a:ahLst/>
              <a:cxnLst/>
              <a:rect l="l" t="t" r="r" b="b"/>
              <a:pathLst>
                <a:path w="3764" h="2609" extrusionOk="0">
                  <a:moveTo>
                    <a:pt x="3763" y="1"/>
                  </a:moveTo>
                  <a:lnTo>
                    <a:pt x="0" y="2165"/>
                  </a:lnTo>
                  <a:lnTo>
                    <a:pt x="0" y="2609"/>
                  </a:lnTo>
                  <a:lnTo>
                    <a:pt x="3763" y="419"/>
                  </a:lnTo>
                  <a:lnTo>
                    <a:pt x="3763"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5"/>
            <p:cNvSpPr/>
            <p:nvPr/>
          </p:nvSpPr>
          <p:spPr>
            <a:xfrm>
              <a:off x="6221345" y="2899360"/>
              <a:ext cx="446712" cy="306656"/>
            </a:xfrm>
            <a:custGeom>
              <a:avLst/>
              <a:gdLst/>
              <a:ahLst/>
              <a:cxnLst/>
              <a:rect l="l" t="t" r="r" b="b"/>
              <a:pathLst>
                <a:path w="3764" h="2584" extrusionOk="0">
                  <a:moveTo>
                    <a:pt x="3763" y="0"/>
                  </a:moveTo>
                  <a:lnTo>
                    <a:pt x="0" y="2164"/>
                  </a:lnTo>
                  <a:lnTo>
                    <a:pt x="0" y="2583"/>
                  </a:lnTo>
                  <a:lnTo>
                    <a:pt x="3763" y="419"/>
                  </a:lnTo>
                  <a:lnTo>
                    <a:pt x="3763"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5"/>
            <p:cNvSpPr/>
            <p:nvPr/>
          </p:nvSpPr>
          <p:spPr>
            <a:xfrm>
              <a:off x="6221345" y="3016731"/>
              <a:ext cx="446712" cy="306538"/>
            </a:xfrm>
            <a:custGeom>
              <a:avLst/>
              <a:gdLst/>
              <a:ahLst/>
              <a:cxnLst/>
              <a:rect l="l" t="t" r="r" b="b"/>
              <a:pathLst>
                <a:path w="3764" h="2583" extrusionOk="0">
                  <a:moveTo>
                    <a:pt x="3763" y="0"/>
                  </a:moveTo>
                  <a:lnTo>
                    <a:pt x="0" y="2164"/>
                  </a:lnTo>
                  <a:lnTo>
                    <a:pt x="0" y="2583"/>
                  </a:lnTo>
                  <a:lnTo>
                    <a:pt x="3763" y="419"/>
                  </a:lnTo>
                  <a:lnTo>
                    <a:pt x="3763"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5"/>
            <p:cNvSpPr/>
            <p:nvPr/>
          </p:nvSpPr>
          <p:spPr>
            <a:xfrm>
              <a:off x="6251251" y="2555082"/>
              <a:ext cx="416804" cy="1067600"/>
            </a:xfrm>
            <a:custGeom>
              <a:avLst/>
              <a:gdLst/>
              <a:ahLst/>
              <a:cxnLst/>
              <a:rect l="l" t="t" r="r" b="b"/>
              <a:pathLst>
                <a:path w="3512" h="8996" extrusionOk="0">
                  <a:moveTo>
                    <a:pt x="0" y="1"/>
                  </a:moveTo>
                  <a:lnTo>
                    <a:pt x="0" y="6977"/>
                  </a:lnTo>
                  <a:lnTo>
                    <a:pt x="3511" y="8995"/>
                  </a:lnTo>
                  <a:lnTo>
                    <a:pt x="3511" y="2019"/>
                  </a:lnTo>
                  <a:lnTo>
                    <a:pt x="0"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5"/>
            <p:cNvSpPr/>
            <p:nvPr/>
          </p:nvSpPr>
          <p:spPr>
            <a:xfrm>
              <a:off x="6221345" y="2570035"/>
              <a:ext cx="446712" cy="309623"/>
            </a:xfrm>
            <a:custGeom>
              <a:avLst/>
              <a:gdLst/>
              <a:ahLst/>
              <a:cxnLst/>
              <a:rect l="l" t="t" r="r" b="b"/>
              <a:pathLst>
                <a:path w="3764" h="2609" extrusionOk="0">
                  <a:moveTo>
                    <a:pt x="0" y="1"/>
                  </a:moveTo>
                  <a:lnTo>
                    <a:pt x="0" y="440"/>
                  </a:lnTo>
                  <a:lnTo>
                    <a:pt x="3763" y="2609"/>
                  </a:lnTo>
                  <a:lnTo>
                    <a:pt x="3763" y="2165"/>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5"/>
            <p:cNvSpPr/>
            <p:nvPr/>
          </p:nvSpPr>
          <p:spPr>
            <a:xfrm>
              <a:off x="6221345" y="2687405"/>
              <a:ext cx="446712" cy="309030"/>
            </a:xfrm>
            <a:custGeom>
              <a:avLst/>
              <a:gdLst/>
              <a:ahLst/>
              <a:cxnLst/>
              <a:rect l="l" t="t" r="r" b="b"/>
              <a:pathLst>
                <a:path w="3764" h="2604" extrusionOk="0">
                  <a:moveTo>
                    <a:pt x="0" y="1"/>
                  </a:moveTo>
                  <a:lnTo>
                    <a:pt x="0" y="440"/>
                  </a:lnTo>
                  <a:lnTo>
                    <a:pt x="3763" y="2604"/>
                  </a:lnTo>
                  <a:lnTo>
                    <a:pt x="3763" y="2165"/>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5"/>
            <p:cNvSpPr/>
            <p:nvPr/>
          </p:nvSpPr>
          <p:spPr>
            <a:xfrm>
              <a:off x="6221345" y="2804776"/>
              <a:ext cx="446712" cy="309030"/>
            </a:xfrm>
            <a:custGeom>
              <a:avLst/>
              <a:gdLst/>
              <a:ahLst/>
              <a:cxnLst/>
              <a:rect l="l" t="t" r="r" b="b"/>
              <a:pathLst>
                <a:path w="3764" h="2604" extrusionOk="0">
                  <a:moveTo>
                    <a:pt x="0" y="0"/>
                  </a:moveTo>
                  <a:lnTo>
                    <a:pt x="0" y="439"/>
                  </a:lnTo>
                  <a:lnTo>
                    <a:pt x="3763" y="2603"/>
                  </a:lnTo>
                  <a:lnTo>
                    <a:pt x="3763" y="2164"/>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5"/>
            <p:cNvSpPr/>
            <p:nvPr/>
          </p:nvSpPr>
          <p:spPr>
            <a:xfrm>
              <a:off x="6221345" y="2921553"/>
              <a:ext cx="446712" cy="309623"/>
            </a:xfrm>
            <a:custGeom>
              <a:avLst/>
              <a:gdLst/>
              <a:ahLst/>
              <a:cxnLst/>
              <a:rect l="l" t="t" r="r" b="b"/>
              <a:pathLst>
                <a:path w="3764" h="2609" extrusionOk="0">
                  <a:moveTo>
                    <a:pt x="0" y="0"/>
                  </a:moveTo>
                  <a:lnTo>
                    <a:pt x="0" y="444"/>
                  </a:lnTo>
                  <a:lnTo>
                    <a:pt x="3763" y="2608"/>
                  </a:lnTo>
                  <a:lnTo>
                    <a:pt x="3763" y="2169"/>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5"/>
            <p:cNvSpPr/>
            <p:nvPr/>
          </p:nvSpPr>
          <p:spPr>
            <a:xfrm>
              <a:off x="6221345" y="3038804"/>
              <a:ext cx="446712" cy="309623"/>
            </a:xfrm>
            <a:custGeom>
              <a:avLst/>
              <a:gdLst/>
              <a:ahLst/>
              <a:cxnLst/>
              <a:rect l="l" t="t" r="r" b="b"/>
              <a:pathLst>
                <a:path w="3764" h="2609" extrusionOk="0">
                  <a:moveTo>
                    <a:pt x="0" y="1"/>
                  </a:moveTo>
                  <a:lnTo>
                    <a:pt x="0" y="445"/>
                  </a:lnTo>
                  <a:lnTo>
                    <a:pt x="3763" y="2609"/>
                  </a:lnTo>
                  <a:lnTo>
                    <a:pt x="3763" y="2165"/>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5"/>
            <p:cNvSpPr/>
            <p:nvPr/>
          </p:nvSpPr>
          <p:spPr>
            <a:xfrm>
              <a:off x="6221345" y="3156175"/>
              <a:ext cx="446712" cy="309623"/>
            </a:xfrm>
            <a:custGeom>
              <a:avLst/>
              <a:gdLst/>
              <a:ahLst/>
              <a:cxnLst/>
              <a:rect l="l" t="t" r="r" b="b"/>
              <a:pathLst>
                <a:path w="3764" h="2609" extrusionOk="0">
                  <a:moveTo>
                    <a:pt x="0" y="0"/>
                  </a:moveTo>
                  <a:lnTo>
                    <a:pt x="0" y="444"/>
                  </a:lnTo>
                  <a:lnTo>
                    <a:pt x="3763" y="2608"/>
                  </a:lnTo>
                  <a:lnTo>
                    <a:pt x="3763" y="2165"/>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5"/>
            <p:cNvSpPr/>
            <p:nvPr/>
          </p:nvSpPr>
          <p:spPr>
            <a:xfrm>
              <a:off x="6221345" y="3273545"/>
              <a:ext cx="446712" cy="309623"/>
            </a:xfrm>
            <a:custGeom>
              <a:avLst/>
              <a:gdLst/>
              <a:ahLst/>
              <a:cxnLst/>
              <a:rect l="l" t="t" r="r" b="b"/>
              <a:pathLst>
                <a:path w="3764" h="2609" extrusionOk="0">
                  <a:moveTo>
                    <a:pt x="0" y="0"/>
                  </a:moveTo>
                  <a:lnTo>
                    <a:pt x="0" y="439"/>
                  </a:lnTo>
                  <a:lnTo>
                    <a:pt x="3763" y="2608"/>
                  </a:lnTo>
                  <a:lnTo>
                    <a:pt x="3763" y="2164"/>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5"/>
            <p:cNvSpPr/>
            <p:nvPr/>
          </p:nvSpPr>
          <p:spPr>
            <a:xfrm>
              <a:off x="6667923" y="2313221"/>
              <a:ext cx="443745" cy="309030"/>
            </a:xfrm>
            <a:custGeom>
              <a:avLst/>
              <a:gdLst/>
              <a:ahLst/>
              <a:cxnLst/>
              <a:rect l="l" t="t" r="r" b="b"/>
              <a:pathLst>
                <a:path w="3739" h="2604" extrusionOk="0">
                  <a:moveTo>
                    <a:pt x="0" y="1"/>
                  </a:moveTo>
                  <a:lnTo>
                    <a:pt x="0" y="440"/>
                  </a:lnTo>
                  <a:lnTo>
                    <a:pt x="3738" y="2604"/>
                  </a:lnTo>
                  <a:lnTo>
                    <a:pt x="3738" y="2165"/>
                  </a:lnTo>
                  <a:lnTo>
                    <a:pt x="0"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5"/>
            <p:cNvSpPr/>
            <p:nvPr/>
          </p:nvSpPr>
          <p:spPr>
            <a:xfrm>
              <a:off x="6667923" y="2430591"/>
              <a:ext cx="443745" cy="309030"/>
            </a:xfrm>
            <a:custGeom>
              <a:avLst/>
              <a:gdLst/>
              <a:ahLst/>
              <a:cxnLst/>
              <a:rect l="l" t="t" r="r" b="b"/>
              <a:pathLst>
                <a:path w="3739" h="2604" extrusionOk="0">
                  <a:moveTo>
                    <a:pt x="0" y="1"/>
                  </a:moveTo>
                  <a:lnTo>
                    <a:pt x="0" y="439"/>
                  </a:lnTo>
                  <a:lnTo>
                    <a:pt x="3738" y="2604"/>
                  </a:lnTo>
                  <a:lnTo>
                    <a:pt x="3738" y="2165"/>
                  </a:lnTo>
                  <a:lnTo>
                    <a:pt x="0"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5"/>
            <p:cNvSpPr/>
            <p:nvPr/>
          </p:nvSpPr>
          <p:spPr>
            <a:xfrm>
              <a:off x="6667923" y="2547368"/>
              <a:ext cx="443745" cy="309623"/>
            </a:xfrm>
            <a:custGeom>
              <a:avLst/>
              <a:gdLst/>
              <a:ahLst/>
              <a:cxnLst/>
              <a:rect l="l" t="t" r="r" b="b"/>
              <a:pathLst>
                <a:path w="3739" h="2609" extrusionOk="0">
                  <a:moveTo>
                    <a:pt x="0" y="0"/>
                  </a:moveTo>
                  <a:lnTo>
                    <a:pt x="0" y="444"/>
                  </a:lnTo>
                  <a:lnTo>
                    <a:pt x="3738" y="2608"/>
                  </a:lnTo>
                  <a:lnTo>
                    <a:pt x="3738" y="2169"/>
                  </a:lnTo>
                  <a:lnTo>
                    <a:pt x="0"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5"/>
            <p:cNvSpPr/>
            <p:nvPr/>
          </p:nvSpPr>
          <p:spPr>
            <a:xfrm>
              <a:off x="6667923" y="2664620"/>
              <a:ext cx="443745" cy="309623"/>
            </a:xfrm>
            <a:custGeom>
              <a:avLst/>
              <a:gdLst/>
              <a:ahLst/>
              <a:cxnLst/>
              <a:rect l="l" t="t" r="r" b="b"/>
              <a:pathLst>
                <a:path w="3739" h="2609" extrusionOk="0">
                  <a:moveTo>
                    <a:pt x="0" y="1"/>
                  </a:moveTo>
                  <a:lnTo>
                    <a:pt x="0" y="445"/>
                  </a:lnTo>
                  <a:lnTo>
                    <a:pt x="3738" y="2609"/>
                  </a:lnTo>
                  <a:lnTo>
                    <a:pt x="3738" y="2165"/>
                  </a:lnTo>
                  <a:lnTo>
                    <a:pt x="0"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5"/>
            <p:cNvSpPr/>
            <p:nvPr/>
          </p:nvSpPr>
          <p:spPr>
            <a:xfrm>
              <a:off x="6667923" y="2781990"/>
              <a:ext cx="443745" cy="309623"/>
            </a:xfrm>
            <a:custGeom>
              <a:avLst/>
              <a:gdLst/>
              <a:ahLst/>
              <a:cxnLst/>
              <a:rect l="l" t="t" r="r" b="b"/>
              <a:pathLst>
                <a:path w="3739" h="2609" extrusionOk="0">
                  <a:moveTo>
                    <a:pt x="0" y="1"/>
                  </a:moveTo>
                  <a:lnTo>
                    <a:pt x="0" y="419"/>
                  </a:lnTo>
                  <a:lnTo>
                    <a:pt x="3738" y="2609"/>
                  </a:lnTo>
                  <a:lnTo>
                    <a:pt x="3738" y="2165"/>
                  </a:lnTo>
                  <a:lnTo>
                    <a:pt x="0"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5"/>
            <p:cNvSpPr/>
            <p:nvPr/>
          </p:nvSpPr>
          <p:spPr>
            <a:xfrm>
              <a:off x="6667923" y="2899360"/>
              <a:ext cx="443745" cy="306656"/>
            </a:xfrm>
            <a:custGeom>
              <a:avLst/>
              <a:gdLst/>
              <a:ahLst/>
              <a:cxnLst/>
              <a:rect l="l" t="t" r="r" b="b"/>
              <a:pathLst>
                <a:path w="3739" h="2584" extrusionOk="0">
                  <a:moveTo>
                    <a:pt x="0" y="0"/>
                  </a:moveTo>
                  <a:lnTo>
                    <a:pt x="0" y="419"/>
                  </a:lnTo>
                  <a:lnTo>
                    <a:pt x="3738" y="2583"/>
                  </a:lnTo>
                  <a:lnTo>
                    <a:pt x="3738" y="2164"/>
                  </a:lnTo>
                  <a:lnTo>
                    <a:pt x="0"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5"/>
            <p:cNvSpPr/>
            <p:nvPr/>
          </p:nvSpPr>
          <p:spPr>
            <a:xfrm>
              <a:off x="6667923" y="3016731"/>
              <a:ext cx="443745" cy="306538"/>
            </a:xfrm>
            <a:custGeom>
              <a:avLst/>
              <a:gdLst/>
              <a:ahLst/>
              <a:cxnLst/>
              <a:rect l="l" t="t" r="r" b="b"/>
              <a:pathLst>
                <a:path w="3739" h="2583" extrusionOk="0">
                  <a:moveTo>
                    <a:pt x="0" y="0"/>
                  </a:moveTo>
                  <a:lnTo>
                    <a:pt x="0" y="419"/>
                  </a:lnTo>
                  <a:lnTo>
                    <a:pt x="3738" y="2583"/>
                  </a:lnTo>
                  <a:lnTo>
                    <a:pt x="3738" y="2164"/>
                  </a:lnTo>
                  <a:lnTo>
                    <a:pt x="0"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5"/>
            <p:cNvSpPr/>
            <p:nvPr/>
          </p:nvSpPr>
          <p:spPr>
            <a:xfrm>
              <a:off x="6667923" y="2555082"/>
              <a:ext cx="413837" cy="1067600"/>
            </a:xfrm>
            <a:custGeom>
              <a:avLst/>
              <a:gdLst/>
              <a:ahLst/>
              <a:cxnLst/>
              <a:rect l="l" t="t" r="r" b="b"/>
              <a:pathLst>
                <a:path w="3487" h="8996" extrusionOk="0">
                  <a:moveTo>
                    <a:pt x="3486" y="1"/>
                  </a:moveTo>
                  <a:lnTo>
                    <a:pt x="0" y="2019"/>
                  </a:lnTo>
                  <a:lnTo>
                    <a:pt x="0" y="8995"/>
                  </a:lnTo>
                  <a:lnTo>
                    <a:pt x="3486" y="6977"/>
                  </a:lnTo>
                  <a:lnTo>
                    <a:pt x="3486" y="1"/>
                  </a:lnTo>
                  <a:close/>
                </a:path>
              </a:pathLst>
            </a:custGeom>
            <a:gradFill>
              <a:gsLst>
                <a:gs pos="0">
                  <a:schemeClr val="accent1"/>
                </a:gs>
                <a:gs pos="100000">
                  <a:schemeClr val="dk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5"/>
            <p:cNvSpPr/>
            <p:nvPr/>
          </p:nvSpPr>
          <p:spPr>
            <a:xfrm>
              <a:off x="6667923" y="2570035"/>
              <a:ext cx="443745" cy="309623"/>
            </a:xfrm>
            <a:custGeom>
              <a:avLst/>
              <a:gdLst/>
              <a:ahLst/>
              <a:cxnLst/>
              <a:rect l="l" t="t" r="r" b="b"/>
              <a:pathLst>
                <a:path w="3739" h="2609" extrusionOk="0">
                  <a:moveTo>
                    <a:pt x="3738" y="1"/>
                  </a:moveTo>
                  <a:lnTo>
                    <a:pt x="0" y="2165"/>
                  </a:lnTo>
                  <a:lnTo>
                    <a:pt x="0" y="2609"/>
                  </a:lnTo>
                  <a:lnTo>
                    <a:pt x="3738" y="440"/>
                  </a:lnTo>
                  <a:lnTo>
                    <a:pt x="3738"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5"/>
            <p:cNvSpPr/>
            <p:nvPr/>
          </p:nvSpPr>
          <p:spPr>
            <a:xfrm>
              <a:off x="6667923" y="2687405"/>
              <a:ext cx="443745" cy="309030"/>
            </a:xfrm>
            <a:custGeom>
              <a:avLst/>
              <a:gdLst/>
              <a:ahLst/>
              <a:cxnLst/>
              <a:rect l="l" t="t" r="r" b="b"/>
              <a:pathLst>
                <a:path w="3739" h="2604" extrusionOk="0">
                  <a:moveTo>
                    <a:pt x="3738" y="1"/>
                  </a:moveTo>
                  <a:lnTo>
                    <a:pt x="0" y="2165"/>
                  </a:lnTo>
                  <a:lnTo>
                    <a:pt x="0" y="2604"/>
                  </a:lnTo>
                  <a:lnTo>
                    <a:pt x="3738" y="440"/>
                  </a:lnTo>
                  <a:lnTo>
                    <a:pt x="3738"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5"/>
            <p:cNvSpPr/>
            <p:nvPr/>
          </p:nvSpPr>
          <p:spPr>
            <a:xfrm>
              <a:off x="6667923" y="2804776"/>
              <a:ext cx="443745" cy="309030"/>
            </a:xfrm>
            <a:custGeom>
              <a:avLst/>
              <a:gdLst/>
              <a:ahLst/>
              <a:cxnLst/>
              <a:rect l="l" t="t" r="r" b="b"/>
              <a:pathLst>
                <a:path w="3739" h="2604" extrusionOk="0">
                  <a:moveTo>
                    <a:pt x="3738" y="0"/>
                  </a:moveTo>
                  <a:lnTo>
                    <a:pt x="0" y="2164"/>
                  </a:lnTo>
                  <a:lnTo>
                    <a:pt x="0" y="2603"/>
                  </a:lnTo>
                  <a:lnTo>
                    <a:pt x="3738" y="439"/>
                  </a:lnTo>
                  <a:lnTo>
                    <a:pt x="373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5"/>
            <p:cNvSpPr/>
            <p:nvPr/>
          </p:nvSpPr>
          <p:spPr>
            <a:xfrm>
              <a:off x="6667923" y="2921553"/>
              <a:ext cx="443745" cy="309623"/>
            </a:xfrm>
            <a:custGeom>
              <a:avLst/>
              <a:gdLst/>
              <a:ahLst/>
              <a:cxnLst/>
              <a:rect l="l" t="t" r="r" b="b"/>
              <a:pathLst>
                <a:path w="3739" h="2609" extrusionOk="0">
                  <a:moveTo>
                    <a:pt x="3738" y="0"/>
                  </a:moveTo>
                  <a:lnTo>
                    <a:pt x="0" y="2169"/>
                  </a:lnTo>
                  <a:lnTo>
                    <a:pt x="0" y="2608"/>
                  </a:lnTo>
                  <a:lnTo>
                    <a:pt x="3738" y="444"/>
                  </a:lnTo>
                  <a:lnTo>
                    <a:pt x="373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5"/>
            <p:cNvSpPr/>
            <p:nvPr/>
          </p:nvSpPr>
          <p:spPr>
            <a:xfrm>
              <a:off x="6667923" y="3038804"/>
              <a:ext cx="443745" cy="309623"/>
            </a:xfrm>
            <a:custGeom>
              <a:avLst/>
              <a:gdLst/>
              <a:ahLst/>
              <a:cxnLst/>
              <a:rect l="l" t="t" r="r" b="b"/>
              <a:pathLst>
                <a:path w="3739" h="2609" extrusionOk="0">
                  <a:moveTo>
                    <a:pt x="3738" y="1"/>
                  </a:moveTo>
                  <a:lnTo>
                    <a:pt x="0" y="2165"/>
                  </a:lnTo>
                  <a:lnTo>
                    <a:pt x="0" y="2609"/>
                  </a:lnTo>
                  <a:lnTo>
                    <a:pt x="3738" y="445"/>
                  </a:lnTo>
                  <a:lnTo>
                    <a:pt x="3738"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5"/>
            <p:cNvSpPr/>
            <p:nvPr/>
          </p:nvSpPr>
          <p:spPr>
            <a:xfrm>
              <a:off x="6667923" y="3156175"/>
              <a:ext cx="443745" cy="309623"/>
            </a:xfrm>
            <a:custGeom>
              <a:avLst/>
              <a:gdLst/>
              <a:ahLst/>
              <a:cxnLst/>
              <a:rect l="l" t="t" r="r" b="b"/>
              <a:pathLst>
                <a:path w="3739" h="2609" extrusionOk="0">
                  <a:moveTo>
                    <a:pt x="3738" y="0"/>
                  </a:moveTo>
                  <a:lnTo>
                    <a:pt x="0" y="2165"/>
                  </a:lnTo>
                  <a:lnTo>
                    <a:pt x="0" y="2608"/>
                  </a:lnTo>
                  <a:lnTo>
                    <a:pt x="3738" y="444"/>
                  </a:lnTo>
                  <a:lnTo>
                    <a:pt x="373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5"/>
            <p:cNvSpPr/>
            <p:nvPr/>
          </p:nvSpPr>
          <p:spPr>
            <a:xfrm>
              <a:off x="6667923" y="3273545"/>
              <a:ext cx="443745" cy="309623"/>
            </a:xfrm>
            <a:custGeom>
              <a:avLst/>
              <a:gdLst/>
              <a:ahLst/>
              <a:cxnLst/>
              <a:rect l="l" t="t" r="r" b="b"/>
              <a:pathLst>
                <a:path w="3739" h="2609" extrusionOk="0">
                  <a:moveTo>
                    <a:pt x="3738" y="0"/>
                  </a:moveTo>
                  <a:lnTo>
                    <a:pt x="0" y="2164"/>
                  </a:lnTo>
                  <a:lnTo>
                    <a:pt x="0" y="2608"/>
                  </a:lnTo>
                  <a:lnTo>
                    <a:pt x="3738" y="439"/>
                  </a:lnTo>
                  <a:lnTo>
                    <a:pt x="3738"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5"/>
            <p:cNvSpPr/>
            <p:nvPr/>
          </p:nvSpPr>
          <p:spPr>
            <a:xfrm>
              <a:off x="6251251" y="2315713"/>
              <a:ext cx="830523" cy="478972"/>
            </a:xfrm>
            <a:custGeom>
              <a:avLst/>
              <a:gdLst/>
              <a:ahLst/>
              <a:cxnLst/>
              <a:rect l="l" t="t" r="r" b="b"/>
              <a:pathLst>
                <a:path w="6998" h="4036" extrusionOk="0">
                  <a:moveTo>
                    <a:pt x="3511" y="0"/>
                  </a:moveTo>
                  <a:lnTo>
                    <a:pt x="0" y="2018"/>
                  </a:lnTo>
                  <a:lnTo>
                    <a:pt x="3511" y="4036"/>
                  </a:lnTo>
                  <a:lnTo>
                    <a:pt x="6997" y="2018"/>
                  </a:lnTo>
                  <a:lnTo>
                    <a:pt x="3511"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5"/>
            <p:cNvSpPr/>
            <p:nvPr/>
          </p:nvSpPr>
          <p:spPr>
            <a:xfrm>
              <a:off x="6358416" y="2512596"/>
              <a:ext cx="147401" cy="85090"/>
            </a:xfrm>
            <a:custGeom>
              <a:avLst/>
              <a:gdLst/>
              <a:ahLst/>
              <a:cxnLst/>
              <a:rect l="l" t="t" r="r" b="b"/>
              <a:pathLst>
                <a:path w="1242" h="717" extrusionOk="0">
                  <a:moveTo>
                    <a:pt x="631" y="1"/>
                  </a:moveTo>
                  <a:lnTo>
                    <a:pt x="0" y="359"/>
                  </a:lnTo>
                  <a:lnTo>
                    <a:pt x="631" y="717"/>
                  </a:lnTo>
                  <a:lnTo>
                    <a:pt x="1241" y="359"/>
                  </a:lnTo>
                  <a:lnTo>
                    <a:pt x="631"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35"/>
          <p:cNvGrpSpPr/>
          <p:nvPr/>
        </p:nvGrpSpPr>
        <p:grpSpPr>
          <a:xfrm>
            <a:off x="6969250" y="1975629"/>
            <a:ext cx="665913" cy="1967345"/>
            <a:chOff x="6969250" y="1975629"/>
            <a:chExt cx="665913" cy="1967345"/>
          </a:xfrm>
        </p:grpSpPr>
        <p:sp>
          <p:nvSpPr>
            <p:cNvPr id="296" name="Google Shape;296;p35"/>
            <p:cNvSpPr/>
            <p:nvPr/>
          </p:nvSpPr>
          <p:spPr>
            <a:xfrm>
              <a:off x="6969250" y="2872999"/>
              <a:ext cx="414431" cy="1069974"/>
            </a:xfrm>
            <a:custGeom>
              <a:avLst/>
              <a:gdLst/>
              <a:ahLst/>
              <a:cxnLst/>
              <a:rect l="l" t="t" r="r" b="b"/>
              <a:pathLst>
                <a:path w="3492" h="9016" extrusionOk="0">
                  <a:moveTo>
                    <a:pt x="1" y="1"/>
                  </a:moveTo>
                  <a:lnTo>
                    <a:pt x="1" y="6997"/>
                  </a:lnTo>
                  <a:lnTo>
                    <a:pt x="3491" y="9015"/>
                  </a:lnTo>
                  <a:lnTo>
                    <a:pt x="3491" y="2018"/>
                  </a:lnTo>
                  <a:lnTo>
                    <a:pt x="1"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5"/>
            <p:cNvSpPr/>
            <p:nvPr/>
          </p:nvSpPr>
          <p:spPr>
            <a:xfrm>
              <a:off x="6969250" y="2907771"/>
              <a:ext cx="414431" cy="289211"/>
            </a:xfrm>
            <a:custGeom>
              <a:avLst/>
              <a:gdLst/>
              <a:ahLst/>
              <a:cxnLst/>
              <a:rect l="l" t="t" r="r" b="b"/>
              <a:pathLst>
                <a:path w="3492" h="2437" extrusionOk="0">
                  <a:moveTo>
                    <a:pt x="1" y="0"/>
                  </a:moveTo>
                  <a:lnTo>
                    <a:pt x="1" y="419"/>
                  </a:lnTo>
                  <a:lnTo>
                    <a:pt x="3491" y="2437"/>
                  </a:lnTo>
                  <a:lnTo>
                    <a:pt x="3491" y="2018"/>
                  </a:lnTo>
                  <a:lnTo>
                    <a:pt x="1" y="0"/>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5"/>
            <p:cNvSpPr/>
            <p:nvPr/>
          </p:nvSpPr>
          <p:spPr>
            <a:xfrm>
              <a:off x="6969250" y="3025023"/>
              <a:ext cx="414431" cy="289330"/>
            </a:xfrm>
            <a:custGeom>
              <a:avLst/>
              <a:gdLst/>
              <a:ahLst/>
              <a:cxnLst/>
              <a:rect l="l" t="t" r="r" b="b"/>
              <a:pathLst>
                <a:path w="3492" h="2438" extrusionOk="0">
                  <a:moveTo>
                    <a:pt x="1" y="1"/>
                  </a:moveTo>
                  <a:lnTo>
                    <a:pt x="1" y="420"/>
                  </a:lnTo>
                  <a:lnTo>
                    <a:pt x="3491" y="2437"/>
                  </a:lnTo>
                  <a:lnTo>
                    <a:pt x="3491" y="2019"/>
                  </a:lnTo>
                  <a:lnTo>
                    <a:pt x="1" y="1"/>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5"/>
            <p:cNvSpPr/>
            <p:nvPr/>
          </p:nvSpPr>
          <p:spPr>
            <a:xfrm>
              <a:off x="6969250" y="3142393"/>
              <a:ext cx="414431" cy="289330"/>
            </a:xfrm>
            <a:custGeom>
              <a:avLst/>
              <a:gdLst/>
              <a:ahLst/>
              <a:cxnLst/>
              <a:rect l="l" t="t" r="r" b="b"/>
              <a:pathLst>
                <a:path w="3492" h="2438" extrusionOk="0">
                  <a:moveTo>
                    <a:pt x="1" y="1"/>
                  </a:moveTo>
                  <a:lnTo>
                    <a:pt x="1" y="419"/>
                  </a:lnTo>
                  <a:lnTo>
                    <a:pt x="3491" y="2437"/>
                  </a:lnTo>
                  <a:lnTo>
                    <a:pt x="3491" y="2018"/>
                  </a:lnTo>
                  <a:lnTo>
                    <a:pt x="1" y="1"/>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5"/>
            <p:cNvSpPr/>
            <p:nvPr/>
          </p:nvSpPr>
          <p:spPr>
            <a:xfrm>
              <a:off x="6969250" y="3256797"/>
              <a:ext cx="414431" cy="292178"/>
            </a:xfrm>
            <a:custGeom>
              <a:avLst/>
              <a:gdLst/>
              <a:ahLst/>
              <a:cxnLst/>
              <a:rect l="l" t="t" r="r" b="b"/>
              <a:pathLst>
                <a:path w="3492" h="2462" extrusionOk="0">
                  <a:moveTo>
                    <a:pt x="1" y="0"/>
                  </a:moveTo>
                  <a:lnTo>
                    <a:pt x="1" y="444"/>
                  </a:lnTo>
                  <a:lnTo>
                    <a:pt x="3491" y="2462"/>
                  </a:lnTo>
                  <a:lnTo>
                    <a:pt x="3491" y="2038"/>
                  </a:lnTo>
                  <a:lnTo>
                    <a:pt x="1" y="0"/>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5"/>
            <p:cNvSpPr/>
            <p:nvPr/>
          </p:nvSpPr>
          <p:spPr>
            <a:xfrm>
              <a:off x="6969250" y="3374049"/>
              <a:ext cx="414431" cy="292297"/>
            </a:xfrm>
            <a:custGeom>
              <a:avLst/>
              <a:gdLst/>
              <a:ahLst/>
              <a:cxnLst/>
              <a:rect l="l" t="t" r="r" b="b"/>
              <a:pathLst>
                <a:path w="3492" h="2463" extrusionOk="0">
                  <a:moveTo>
                    <a:pt x="1" y="1"/>
                  </a:moveTo>
                  <a:lnTo>
                    <a:pt x="1" y="445"/>
                  </a:lnTo>
                  <a:lnTo>
                    <a:pt x="3491" y="2463"/>
                  </a:lnTo>
                  <a:lnTo>
                    <a:pt x="3491" y="2039"/>
                  </a:lnTo>
                  <a:lnTo>
                    <a:pt x="1" y="1"/>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5"/>
            <p:cNvSpPr/>
            <p:nvPr/>
          </p:nvSpPr>
          <p:spPr>
            <a:xfrm>
              <a:off x="6969250" y="3491419"/>
              <a:ext cx="414431" cy="291703"/>
            </a:xfrm>
            <a:custGeom>
              <a:avLst/>
              <a:gdLst/>
              <a:ahLst/>
              <a:cxnLst/>
              <a:rect l="l" t="t" r="r" b="b"/>
              <a:pathLst>
                <a:path w="3492" h="2458" extrusionOk="0">
                  <a:moveTo>
                    <a:pt x="1" y="1"/>
                  </a:moveTo>
                  <a:lnTo>
                    <a:pt x="1" y="439"/>
                  </a:lnTo>
                  <a:lnTo>
                    <a:pt x="3491" y="2457"/>
                  </a:lnTo>
                  <a:lnTo>
                    <a:pt x="3491" y="2018"/>
                  </a:lnTo>
                  <a:lnTo>
                    <a:pt x="1" y="1"/>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5"/>
            <p:cNvSpPr/>
            <p:nvPr/>
          </p:nvSpPr>
          <p:spPr>
            <a:xfrm>
              <a:off x="6969250" y="3608789"/>
              <a:ext cx="414431" cy="291584"/>
            </a:xfrm>
            <a:custGeom>
              <a:avLst/>
              <a:gdLst/>
              <a:ahLst/>
              <a:cxnLst/>
              <a:rect l="l" t="t" r="r" b="b"/>
              <a:pathLst>
                <a:path w="3492" h="2457" extrusionOk="0">
                  <a:moveTo>
                    <a:pt x="1" y="0"/>
                  </a:moveTo>
                  <a:lnTo>
                    <a:pt x="1" y="439"/>
                  </a:lnTo>
                  <a:lnTo>
                    <a:pt x="3491" y="2457"/>
                  </a:lnTo>
                  <a:lnTo>
                    <a:pt x="3491" y="2018"/>
                  </a:lnTo>
                  <a:lnTo>
                    <a:pt x="1" y="0"/>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35"/>
            <p:cNvSpPr/>
            <p:nvPr/>
          </p:nvSpPr>
          <p:spPr>
            <a:xfrm>
              <a:off x="7383548" y="2967584"/>
              <a:ext cx="251602" cy="975390"/>
            </a:xfrm>
            <a:custGeom>
              <a:avLst/>
              <a:gdLst/>
              <a:ahLst/>
              <a:cxnLst/>
              <a:rect l="l" t="t" r="r" b="b"/>
              <a:pathLst>
                <a:path w="2120" h="8219" extrusionOk="0">
                  <a:moveTo>
                    <a:pt x="2119" y="1"/>
                  </a:moveTo>
                  <a:lnTo>
                    <a:pt x="0" y="1221"/>
                  </a:lnTo>
                  <a:lnTo>
                    <a:pt x="0" y="8218"/>
                  </a:lnTo>
                  <a:lnTo>
                    <a:pt x="2119" y="6977"/>
                  </a:lnTo>
                  <a:lnTo>
                    <a:pt x="2119" y="1"/>
                  </a:lnTo>
                  <a:close/>
                </a:path>
              </a:pathLst>
            </a:custGeom>
            <a:gradFill>
              <a:gsLst>
                <a:gs pos="0">
                  <a:schemeClr val="accent1"/>
                </a:gs>
                <a:gs pos="100000">
                  <a:schemeClr val="dk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5"/>
            <p:cNvSpPr/>
            <p:nvPr/>
          </p:nvSpPr>
          <p:spPr>
            <a:xfrm>
              <a:off x="7383548" y="2999983"/>
              <a:ext cx="251602" cy="197001"/>
            </a:xfrm>
            <a:custGeom>
              <a:avLst/>
              <a:gdLst/>
              <a:ahLst/>
              <a:cxnLst/>
              <a:rect l="l" t="t" r="r" b="b"/>
              <a:pathLst>
                <a:path w="2120" h="1660" extrusionOk="0">
                  <a:moveTo>
                    <a:pt x="2119" y="0"/>
                  </a:moveTo>
                  <a:lnTo>
                    <a:pt x="0" y="1241"/>
                  </a:lnTo>
                  <a:lnTo>
                    <a:pt x="0" y="1660"/>
                  </a:lnTo>
                  <a:lnTo>
                    <a:pt x="2119" y="444"/>
                  </a:lnTo>
                  <a:lnTo>
                    <a:pt x="2119" y="0"/>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5"/>
            <p:cNvSpPr/>
            <p:nvPr/>
          </p:nvSpPr>
          <p:spPr>
            <a:xfrm>
              <a:off x="7383548" y="3117234"/>
              <a:ext cx="251602" cy="197119"/>
            </a:xfrm>
            <a:custGeom>
              <a:avLst/>
              <a:gdLst/>
              <a:ahLst/>
              <a:cxnLst/>
              <a:rect l="l" t="t" r="r" b="b"/>
              <a:pathLst>
                <a:path w="2120" h="1661" extrusionOk="0">
                  <a:moveTo>
                    <a:pt x="2119" y="1"/>
                  </a:moveTo>
                  <a:lnTo>
                    <a:pt x="0" y="1242"/>
                  </a:lnTo>
                  <a:lnTo>
                    <a:pt x="0" y="1660"/>
                  </a:lnTo>
                  <a:lnTo>
                    <a:pt x="2119" y="440"/>
                  </a:lnTo>
                  <a:lnTo>
                    <a:pt x="2119" y="1"/>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5"/>
            <p:cNvSpPr/>
            <p:nvPr/>
          </p:nvSpPr>
          <p:spPr>
            <a:xfrm>
              <a:off x="7383548" y="3234605"/>
              <a:ext cx="251602" cy="197119"/>
            </a:xfrm>
            <a:custGeom>
              <a:avLst/>
              <a:gdLst/>
              <a:ahLst/>
              <a:cxnLst/>
              <a:rect l="l" t="t" r="r" b="b"/>
              <a:pathLst>
                <a:path w="2120" h="1661" extrusionOk="0">
                  <a:moveTo>
                    <a:pt x="2119" y="0"/>
                  </a:moveTo>
                  <a:lnTo>
                    <a:pt x="0" y="1241"/>
                  </a:lnTo>
                  <a:lnTo>
                    <a:pt x="0" y="1660"/>
                  </a:lnTo>
                  <a:lnTo>
                    <a:pt x="2119" y="439"/>
                  </a:lnTo>
                  <a:lnTo>
                    <a:pt x="2119" y="0"/>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5"/>
            <p:cNvSpPr/>
            <p:nvPr/>
          </p:nvSpPr>
          <p:spPr>
            <a:xfrm>
              <a:off x="7383548" y="3351975"/>
              <a:ext cx="251602" cy="197000"/>
            </a:xfrm>
            <a:custGeom>
              <a:avLst/>
              <a:gdLst/>
              <a:ahLst/>
              <a:cxnLst/>
              <a:rect l="l" t="t" r="r" b="b"/>
              <a:pathLst>
                <a:path w="2120" h="1660" extrusionOk="0">
                  <a:moveTo>
                    <a:pt x="2119" y="0"/>
                  </a:moveTo>
                  <a:lnTo>
                    <a:pt x="0" y="1236"/>
                  </a:lnTo>
                  <a:lnTo>
                    <a:pt x="0" y="1660"/>
                  </a:lnTo>
                  <a:lnTo>
                    <a:pt x="2119" y="439"/>
                  </a:lnTo>
                  <a:lnTo>
                    <a:pt x="2119" y="0"/>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5"/>
            <p:cNvSpPr/>
            <p:nvPr/>
          </p:nvSpPr>
          <p:spPr>
            <a:xfrm>
              <a:off x="7383548" y="3468633"/>
              <a:ext cx="251602" cy="197713"/>
            </a:xfrm>
            <a:custGeom>
              <a:avLst/>
              <a:gdLst/>
              <a:ahLst/>
              <a:cxnLst/>
              <a:rect l="l" t="t" r="r" b="b"/>
              <a:pathLst>
                <a:path w="2120" h="1666" extrusionOk="0">
                  <a:moveTo>
                    <a:pt x="2119" y="1"/>
                  </a:moveTo>
                  <a:lnTo>
                    <a:pt x="0" y="1242"/>
                  </a:lnTo>
                  <a:lnTo>
                    <a:pt x="0" y="1666"/>
                  </a:lnTo>
                  <a:lnTo>
                    <a:pt x="2119" y="445"/>
                  </a:lnTo>
                  <a:lnTo>
                    <a:pt x="2119" y="1"/>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5"/>
            <p:cNvSpPr/>
            <p:nvPr/>
          </p:nvSpPr>
          <p:spPr>
            <a:xfrm>
              <a:off x="7383548" y="3586004"/>
              <a:ext cx="251602" cy="197119"/>
            </a:xfrm>
            <a:custGeom>
              <a:avLst/>
              <a:gdLst/>
              <a:ahLst/>
              <a:cxnLst/>
              <a:rect l="l" t="t" r="r" b="b"/>
              <a:pathLst>
                <a:path w="2120" h="1661" extrusionOk="0">
                  <a:moveTo>
                    <a:pt x="2119" y="1"/>
                  </a:moveTo>
                  <a:lnTo>
                    <a:pt x="0" y="1221"/>
                  </a:lnTo>
                  <a:lnTo>
                    <a:pt x="0" y="1660"/>
                  </a:lnTo>
                  <a:lnTo>
                    <a:pt x="2119" y="444"/>
                  </a:lnTo>
                  <a:lnTo>
                    <a:pt x="2119" y="1"/>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5"/>
            <p:cNvSpPr/>
            <p:nvPr/>
          </p:nvSpPr>
          <p:spPr>
            <a:xfrm>
              <a:off x="7383548" y="3703374"/>
              <a:ext cx="251602" cy="197000"/>
            </a:xfrm>
            <a:custGeom>
              <a:avLst/>
              <a:gdLst/>
              <a:ahLst/>
              <a:cxnLst/>
              <a:rect l="l" t="t" r="r" b="b"/>
              <a:pathLst>
                <a:path w="2120" h="1660" extrusionOk="0">
                  <a:moveTo>
                    <a:pt x="2119" y="0"/>
                  </a:moveTo>
                  <a:lnTo>
                    <a:pt x="0" y="1221"/>
                  </a:lnTo>
                  <a:lnTo>
                    <a:pt x="0" y="1660"/>
                  </a:lnTo>
                  <a:lnTo>
                    <a:pt x="2119" y="444"/>
                  </a:lnTo>
                  <a:lnTo>
                    <a:pt x="2119" y="0"/>
                  </a:lnTo>
                  <a:close/>
                </a:path>
              </a:pathLst>
            </a:custGeom>
            <a:gradFill>
              <a:gsLst>
                <a:gs pos="0">
                  <a:schemeClr val="accent6"/>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5"/>
            <p:cNvSpPr/>
            <p:nvPr/>
          </p:nvSpPr>
          <p:spPr>
            <a:xfrm>
              <a:off x="6969250" y="2728096"/>
              <a:ext cx="665913" cy="384507"/>
            </a:xfrm>
            <a:custGeom>
              <a:avLst/>
              <a:gdLst/>
              <a:ahLst/>
              <a:cxnLst/>
              <a:rect l="l" t="t" r="r" b="b"/>
              <a:pathLst>
                <a:path w="5611" h="3240" extrusionOk="0">
                  <a:moveTo>
                    <a:pt x="2124" y="1"/>
                  </a:moveTo>
                  <a:lnTo>
                    <a:pt x="1" y="1222"/>
                  </a:lnTo>
                  <a:lnTo>
                    <a:pt x="3491" y="3239"/>
                  </a:lnTo>
                  <a:lnTo>
                    <a:pt x="5610" y="2019"/>
                  </a:lnTo>
                  <a:lnTo>
                    <a:pt x="2124" y="1"/>
                  </a:lnTo>
                  <a:close/>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5"/>
            <p:cNvSpPr/>
            <p:nvPr/>
          </p:nvSpPr>
          <p:spPr>
            <a:xfrm>
              <a:off x="7054341" y="2828140"/>
              <a:ext cx="167101" cy="94703"/>
            </a:xfrm>
            <a:custGeom>
              <a:avLst/>
              <a:gdLst/>
              <a:ahLst/>
              <a:cxnLst/>
              <a:rect l="l" t="t" r="r" b="b"/>
              <a:pathLst>
                <a:path w="1408" h="798" extrusionOk="0">
                  <a:moveTo>
                    <a:pt x="711" y="0"/>
                  </a:moveTo>
                  <a:lnTo>
                    <a:pt x="0" y="399"/>
                  </a:lnTo>
                  <a:lnTo>
                    <a:pt x="711" y="797"/>
                  </a:lnTo>
                  <a:lnTo>
                    <a:pt x="1407" y="399"/>
                  </a:lnTo>
                  <a:lnTo>
                    <a:pt x="71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5"/>
            <p:cNvSpPr/>
            <p:nvPr/>
          </p:nvSpPr>
          <p:spPr>
            <a:xfrm>
              <a:off x="6969250" y="1975629"/>
              <a:ext cx="665913" cy="1135126"/>
            </a:xfrm>
            <a:custGeom>
              <a:avLst/>
              <a:gdLst/>
              <a:ahLst/>
              <a:cxnLst/>
              <a:rect l="l" t="t" r="r" b="b"/>
              <a:pathLst>
                <a:path w="5611" h="9565" extrusionOk="0">
                  <a:moveTo>
                    <a:pt x="2124" y="0"/>
                  </a:moveTo>
                  <a:lnTo>
                    <a:pt x="1" y="1221"/>
                  </a:lnTo>
                  <a:lnTo>
                    <a:pt x="1" y="7547"/>
                  </a:lnTo>
                  <a:lnTo>
                    <a:pt x="3491" y="9565"/>
                  </a:lnTo>
                  <a:lnTo>
                    <a:pt x="5610" y="8349"/>
                  </a:lnTo>
                  <a:lnTo>
                    <a:pt x="5610" y="2018"/>
                  </a:lnTo>
                  <a:lnTo>
                    <a:pt x="2124" y="0"/>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5" name="Google Shape;315;p35"/>
          <p:cNvGrpSpPr/>
          <p:nvPr/>
        </p:nvGrpSpPr>
        <p:grpSpPr>
          <a:xfrm>
            <a:off x="6221355" y="1286663"/>
            <a:ext cx="830511" cy="1509774"/>
            <a:chOff x="6221355" y="1286663"/>
            <a:chExt cx="830511" cy="1509774"/>
          </a:xfrm>
        </p:grpSpPr>
        <p:sp>
          <p:nvSpPr>
            <p:cNvPr id="316" name="Google Shape;316;p35"/>
            <p:cNvSpPr/>
            <p:nvPr/>
          </p:nvSpPr>
          <p:spPr>
            <a:xfrm>
              <a:off x="6560175" y="1910288"/>
              <a:ext cx="491691" cy="668140"/>
            </a:xfrm>
            <a:custGeom>
              <a:avLst/>
              <a:gdLst/>
              <a:ahLst/>
              <a:cxnLst/>
              <a:rect l="l" t="t" r="r" b="b"/>
              <a:pathLst>
                <a:path w="4143" h="5630" extrusionOk="0">
                  <a:moveTo>
                    <a:pt x="142" y="0"/>
                  </a:moveTo>
                  <a:cubicBezTo>
                    <a:pt x="128" y="0"/>
                    <a:pt x="117" y="5"/>
                    <a:pt x="107" y="15"/>
                  </a:cubicBezTo>
                  <a:lnTo>
                    <a:pt x="1" y="61"/>
                  </a:lnTo>
                  <a:lnTo>
                    <a:pt x="26" y="121"/>
                  </a:lnTo>
                  <a:lnTo>
                    <a:pt x="66" y="121"/>
                  </a:lnTo>
                  <a:lnTo>
                    <a:pt x="66" y="3108"/>
                  </a:lnTo>
                  <a:cubicBezTo>
                    <a:pt x="66" y="3188"/>
                    <a:pt x="127" y="3294"/>
                    <a:pt x="193" y="3340"/>
                  </a:cubicBezTo>
                  <a:lnTo>
                    <a:pt x="3976" y="5524"/>
                  </a:lnTo>
                  <a:lnTo>
                    <a:pt x="3956" y="5544"/>
                  </a:lnTo>
                  <a:lnTo>
                    <a:pt x="3996" y="5630"/>
                  </a:lnTo>
                  <a:lnTo>
                    <a:pt x="4102" y="5564"/>
                  </a:lnTo>
                  <a:cubicBezTo>
                    <a:pt x="4122" y="5544"/>
                    <a:pt x="4142" y="5504"/>
                    <a:pt x="4142" y="5458"/>
                  </a:cubicBezTo>
                  <a:lnTo>
                    <a:pt x="4142" y="2457"/>
                  </a:lnTo>
                  <a:cubicBezTo>
                    <a:pt x="4142" y="2371"/>
                    <a:pt x="4082" y="2265"/>
                    <a:pt x="4016" y="2225"/>
                  </a:cubicBezTo>
                  <a:lnTo>
                    <a:pt x="193" y="15"/>
                  </a:lnTo>
                  <a:cubicBezTo>
                    <a:pt x="172" y="5"/>
                    <a:pt x="156" y="0"/>
                    <a:pt x="142" y="0"/>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5"/>
            <p:cNvSpPr/>
            <p:nvPr/>
          </p:nvSpPr>
          <p:spPr>
            <a:xfrm>
              <a:off x="6555428" y="1917646"/>
              <a:ext cx="483858" cy="660308"/>
            </a:xfrm>
            <a:custGeom>
              <a:avLst/>
              <a:gdLst/>
              <a:ahLst/>
              <a:cxnLst/>
              <a:rect l="l" t="t" r="r" b="b"/>
              <a:pathLst>
                <a:path w="4077" h="5564" extrusionOk="0">
                  <a:moveTo>
                    <a:pt x="77" y="1"/>
                  </a:moveTo>
                  <a:cubicBezTo>
                    <a:pt x="35" y="1"/>
                    <a:pt x="0" y="41"/>
                    <a:pt x="0" y="100"/>
                  </a:cubicBezTo>
                  <a:lnTo>
                    <a:pt x="0" y="3106"/>
                  </a:lnTo>
                  <a:cubicBezTo>
                    <a:pt x="0" y="3192"/>
                    <a:pt x="66" y="3298"/>
                    <a:pt x="127" y="3338"/>
                  </a:cubicBezTo>
                  <a:lnTo>
                    <a:pt x="3950" y="5548"/>
                  </a:lnTo>
                  <a:cubicBezTo>
                    <a:pt x="3973" y="5558"/>
                    <a:pt x="3993" y="5563"/>
                    <a:pt x="4009" y="5563"/>
                  </a:cubicBezTo>
                  <a:cubicBezTo>
                    <a:pt x="4055" y="5563"/>
                    <a:pt x="4076" y="5525"/>
                    <a:pt x="4076" y="5462"/>
                  </a:cubicBezTo>
                  <a:lnTo>
                    <a:pt x="4076" y="2455"/>
                  </a:lnTo>
                  <a:cubicBezTo>
                    <a:pt x="4076" y="2370"/>
                    <a:pt x="4036" y="2269"/>
                    <a:pt x="3950" y="2223"/>
                  </a:cubicBezTo>
                  <a:lnTo>
                    <a:pt x="127" y="19"/>
                  </a:lnTo>
                  <a:cubicBezTo>
                    <a:pt x="110" y="7"/>
                    <a:pt x="93" y="1"/>
                    <a:pt x="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5"/>
            <p:cNvSpPr/>
            <p:nvPr/>
          </p:nvSpPr>
          <p:spPr>
            <a:xfrm>
              <a:off x="6578214" y="1955147"/>
              <a:ext cx="438879" cy="585068"/>
            </a:xfrm>
            <a:custGeom>
              <a:avLst/>
              <a:gdLst/>
              <a:ahLst/>
              <a:cxnLst/>
              <a:rect l="l" t="t" r="r" b="b"/>
              <a:pathLst>
                <a:path w="3698" h="4930" extrusionOk="0">
                  <a:moveTo>
                    <a:pt x="57" y="0"/>
                  </a:moveTo>
                  <a:cubicBezTo>
                    <a:pt x="22" y="0"/>
                    <a:pt x="0" y="39"/>
                    <a:pt x="0" y="102"/>
                  </a:cubicBezTo>
                  <a:lnTo>
                    <a:pt x="0" y="2684"/>
                  </a:lnTo>
                  <a:cubicBezTo>
                    <a:pt x="0" y="2770"/>
                    <a:pt x="41" y="2876"/>
                    <a:pt x="101" y="2916"/>
                  </a:cubicBezTo>
                  <a:lnTo>
                    <a:pt x="3592" y="4914"/>
                  </a:lnTo>
                  <a:cubicBezTo>
                    <a:pt x="3609" y="4925"/>
                    <a:pt x="3625" y="4930"/>
                    <a:pt x="3638" y="4930"/>
                  </a:cubicBezTo>
                  <a:cubicBezTo>
                    <a:pt x="3676" y="4930"/>
                    <a:pt x="3698" y="4891"/>
                    <a:pt x="3698" y="4828"/>
                  </a:cubicBezTo>
                  <a:lnTo>
                    <a:pt x="3698" y="2245"/>
                  </a:lnTo>
                  <a:cubicBezTo>
                    <a:pt x="3698" y="2160"/>
                    <a:pt x="3657" y="2054"/>
                    <a:pt x="3592" y="2013"/>
                  </a:cubicBezTo>
                  <a:lnTo>
                    <a:pt x="101" y="16"/>
                  </a:lnTo>
                  <a:cubicBezTo>
                    <a:pt x="85" y="5"/>
                    <a:pt x="70" y="0"/>
                    <a:pt x="57" y="0"/>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5"/>
            <p:cNvSpPr/>
            <p:nvPr/>
          </p:nvSpPr>
          <p:spPr>
            <a:xfrm>
              <a:off x="6864935" y="2144317"/>
              <a:ext cx="124614" cy="127101"/>
            </a:xfrm>
            <a:custGeom>
              <a:avLst/>
              <a:gdLst/>
              <a:ahLst/>
              <a:cxnLst/>
              <a:rect l="l" t="t" r="r" b="b"/>
              <a:pathLst>
                <a:path w="1050" h="1071" extrusionOk="0">
                  <a:moveTo>
                    <a:pt x="0" y="1"/>
                  </a:moveTo>
                  <a:lnTo>
                    <a:pt x="0" y="460"/>
                  </a:lnTo>
                  <a:lnTo>
                    <a:pt x="1050" y="1070"/>
                  </a:lnTo>
                  <a:lnTo>
                    <a:pt x="1050" y="61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5"/>
            <p:cNvSpPr/>
            <p:nvPr/>
          </p:nvSpPr>
          <p:spPr>
            <a:xfrm>
              <a:off x="6600288" y="1992293"/>
              <a:ext cx="247448" cy="152141"/>
            </a:xfrm>
            <a:custGeom>
              <a:avLst/>
              <a:gdLst/>
              <a:ahLst/>
              <a:cxnLst/>
              <a:rect l="l" t="t" r="r" b="b"/>
              <a:pathLst>
                <a:path w="2085" h="1282" extrusionOk="0">
                  <a:moveTo>
                    <a:pt x="1" y="0"/>
                  </a:moveTo>
                  <a:lnTo>
                    <a:pt x="1" y="81"/>
                  </a:lnTo>
                  <a:lnTo>
                    <a:pt x="2084" y="1282"/>
                  </a:lnTo>
                  <a:lnTo>
                    <a:pt x="2084" y="1196"/>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5"/>
            <p:cNvSpPr/>
            <p:nvPr/>
          </p:nvSpPr>
          <p:spPr>
            <a:xfrm>
              <a:off x="6600288" y="2011993"/>
              <a:ext cx="117493" cy="77376"/>
            </a:xfrm>
            <a:custGeom>
              <a:avLst/>
              <a:gdLst/>
              <a:ahLst/>
              <a:cxnLst/>
              <a:rect l="l" t="t" r="r" b="b"/>
              <a:pathLst>
                <a:path w="990" h="652" extrusionOk="0">
                  <a:moveTo>
                    <a:pt x="1" y="1"/>
                  </a:moveTo>
                  <a:lnTo>
                    <a:pt x="1" y="87"/>
                  </a:lnTo>
                  <a:lnTo>
                    <a:pt x="990" y="652"/>
                  </a:lnTo>
                  <a:lnTo>
                    <a:pt x="990" y="566"/>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5"/>
            <p:cNvSpPr/>
            <p:nvPr/>
          </p:nvSpPr>
          <p:spPr>
            <a:xfrm>
              <a:off x="6600288" y="2251481"/>
              <a:ext cx="247448" cy="152141"/>
            </a:xfrm>
            <a:custGeom>
              <a:avLst/>
              <a:gdLst/>
              <a:ahLst/>
              <a:cxnLst/>
              <a:rect l="l" t="t" r="r" b="b"/>
              <a:pathLst>
                <a:path w="2085" h="1282" extrusionOk="0">
                  <a:moveTo>
                    <a:pt x="1" y="1"/>
                  </a:moveTo>
                  <a:lnTo>
                    <a:pt x="1" y="86"/>
                  </a:lnTo>
                  <a:lnTo>
                    <a:pt x="2084" y="1282"/>
                  </a:lnTo>
                  <a:lnTo>
                    <a:pt x="2084" y="1196"/>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5"/>
            <p:cNvSpPr/>
            <p:nvPr/>
          </p:nvSpPr>
          <p:spPr>
            <a:xfrm>
              <a:off x="6655353" y="2303579"/>
              <a:ext cx="192380" cy="122829"/>
            </a:xfrm>
            <a:custGeom>
              <a:avLst/>
              <a:gdLst/>
              <a:ahLst/>
              <a:cxnLst/>
              <a:rect l="l" t="t" r="r" b="b"/>
              <a:pathLst>
                <a:path w="1621" h="1035" extrusionOk="0">
                  <a:moveTo>
                    <a:pt x="1" y="1"/>
                  </a:moveTo>
                  <a:lnTo>
                    <a:pt x="1" y="86"/>
                  </a:lnTo>
                  <a:lnTo>
                    <a:pt x="1620" y="1035"/>
                  </a:lnTo>
                  <a:lnTo>
                    <a:pt x="1620" y="94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5"/>
            <p:cNvSpPr/>
            <p:nvPr/>
          </p:nvSpPr>
          <p:spPr>
            <a:xfrm>
              <a:off x="6600288" y="2034185"/>
              <a:ext cx="89959" cy="63016"/>
            </a:xfrm>
            <a:custGeom>
              <a:avLst/>
              <a:gdLst/>
              <a:ahLst/>
              <a:cxnLst/>
              <a:rect l="l" t="t" r="r" b="b"/>
              <a:pathLst>
                <a:path w="758" h="531" extrusionOk="0">
                  <a:moveTo>
                    <a:pt x="1" y="0"/>
                  </a:moveTo>
                  <a:lnTo>
                    <a:pt x="1" y="86"/>
                  </a:lnTo>
                  <a:lnTo>
                    <a:pt x="757" y="530"/>
                  </a:lnTo>
                  <a:lnTo>
                    <a:pt x="757" y="465"/>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5"/>
            <p:cNvSpPr/>
            <p:nvPr/>
          </p:nvSpPr>
          <p:spPr>
            <a:xfrm>
              <a:off x="6864935" y="2216827"/>
              <a:ext cx="124614" cy="82123"/>
            </a:xfrm>
            <a:custGeom>
              <a:avLst/>
              <a:gdLst/>
              <a:ahLst/>
              <a:cxnLst/>
              <a:rect l="l" t="t" r="r" b="b"/>
              <a:pathLst>
                <a:path w="1050" h="692" extrusionOk="0">
                  <a:moveTo>
                    <a:pt x="0" y="0"/>
                  </a:moveTo>
                  <a:lnTo>
                    <a:pt x="0" y="81"/>
                  </a:lnTo>
                  <a:lnTo>
                    <a:pt x="1050" y="691"/>
                  </a:lnTo>
                  <a:lnTo>
                    <a:pt x="1050" y="605"/>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5"/>
            <p:cNvSpPr/>
            <p:nvPr/>
          </p:nvSpPr>
          <p:spPr>
            <a:xfrm>
              <a:off x="6924748" y="2273673"/>
              <a:ext cx="64799" cy="47945"/>
            </a:xfrm>
            <a:custGeom>
              <a:avLst/>
              <a:gdLst/>
              <a:ahLst/>
              <a:cxnLst/>
              <a:rect l="l" t="t" r="r" b="b"/>
              <a:pathLst>
                <a:path w="546" h="404" extrusionOk="0">
                  <a:moveTo>
                    <a:pt x="1" y="0"/>
                  </a:moveTo>
                  <a:lnTo>
                    <a:pt x="1" y="86"/>
                  </a:lnTo>
                  <a:lnTo>
                    <a:pt x="546" y="404"/>
                  </a:lnTo>
                  <a:lnTo>
                    <a:pt x="546" y="31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5"/>
            <p:cNvSpPr/>
            <p:nvPr/>
          </p:nvSpPr>
          <p:spPr>
            <a:xfrm>
              <a:off x="6864935" y="2258720"/>
              <a:ext cx="124614" cy="82716"/>
            </a:xfrm>
            <a:custGeom>
              <a:avLst/>
              <a:gdLst/>
              <a:ahLst/>
              <a:cxnLst/>
              <a:rect l="l" t="t" r="r" b="b"/>
              <a:pathLst>
                <a:path w="1050" h="697" extrusionOk="0">
                  <a:moveTo>
                    <a:pt x="0" y="0"/>
                  </a:moveTo>
                  <a:lnTo>
                    <a:pt x="0" y="86"/>
                  </a:lnTo>
                  <a:lnTo>
                    <a:pt x="1050" y="696"/>
                  </a:lnTo>
                  <a:lnTo>
                    <a:pt x="1050" y="611"/>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5"/>
            <p:cNvSpPr/>
            <p:nvPr/>
          </p:nvSpPr>
          <p:spPr>
            <a:xfrm>
              <a:off x="6884635" y="2293967"/>
              <a:ext cx="104913" cy="69544"/>
            </a:xfrm>
            <a:custGeom>
              <a:avLst/>
              <a:gdLst/>
              <a:ahLst/>
              <a:cxnLst/>
              <a:rect l="l" t="t" r="r" b="b"/>
              <a:pathLst>
                <a:path w="884" h="586" extrusionOk="0">
                  <a:moveTo>
                    <a:pt x="1" y="1"/>
                  </a:moveTo>
                  <a:lnTo>
                    <a:pt x="1" y="82"/>
                  </a:lnTo>
                  <a:lnTo>
                    <a:pt x="884" y="586"/>
                  </a:lnTo>
                  <a:lnTo>
                    <a:pt x="884" y="505"/>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5"/>
            <p:cNvSpPr/>
            <p:nvPr/>
          </p:nvSpPr>
          <p:spPr>
            <a:xfrm>
              <a:off x="6600288" y="2064092"/>
              <a:ext cx="184547" cy="117488"/>
            </a:xfrm>
            <a:custGeom>
              <a:avLst/>
              <a:gdLst/>
              <a:ahLst/>
              <a:cxnLst/>
              <a:rect l="l" t="t" r="r" b="b"/>
              <a:pathLst>
                <a:path w="1555" h="990" extrusionOk="0">
                  <a:moveTo>
                    <a:pt x="1" y="1"/>
                  </a:moveTo>
                  <a:lnTo>
                    <a:pt x="1" y="86"/>
                  </a:lnTo>
                  <a:lnTo>
                    <a:pt x="1555" y="989"/>
                  </a:lnTo>
                  <a:lnTo>
                    <a:pt x="1555" y="90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5"/>
            <p:cNvSpPr/>
            <p:nvPr/>
          </p:nvSpPr>
          <p:spPr>
            <a:xfrm>
              <a:off x="6690125" y="2136603"/>
              <a:ext cx="94707" cy="67763"/>
            </a:xfrm>
            <a:custGeom>
              <a:avLst/>
              <a:gdLst/>
              <a:ahLst/>
              <a:cxnLst/>
              <a:rect l="l" t="t" r="r" b="b"/>
              <a:pathLst>
                <a:path w="798" h="571" extrusionOk="0">
                  <a:moveTo>
                    <a:pt x="0" y="0"/>
                  </a:moveTo>
                  <a:lnTo>
                    <a:pt x="0" y="86"/>
                  </a:lnTo>
                  <a:lnTo>
                    <a:pt x="798" y="570"/>
                  </a:lnTo>
                  <a:lnTo>
                    <a:pt x="798" y="484"/>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5"/>
            <p:cNvSpPr/>
            <p:nvPr/>
          </p:nvSpPr>
          <p:spPr>
            <a:xfrm>
              <a:off x="6600288" y="2106578"/>
              <a:ext cx="184547" cy="117488"/>
            </a:xfrm>
            <a:custGeom>
              <a:avLst/>
              <a:gdLst/>
              <a:ahLst/>
              <a:cxnLst/>
              <a:rect l="l" t="t" r="r" b="b"/>
              <a:pathLst>
                <a:path w="1555" h="990" extrusionOk="0">
                  <a:moveTo>
                    <a:pt x="1" y="1"/>
                  </a:moveTo>
                  <a:lnTo>
                    <a:pt x="1" y="87"/>
                  </a:lnTo>
                  <a:lnTo>
                    <a:pt x="1555" y="990"/>
                  </a:lnTo>
                  <a:lnTo>
                    <a:pt x="1555" y="90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5"/>
            <p:cNvSpPr/>
            <p:nvPr/>
          </p:nvSpPr>
          <p:spPr>
            <a:xfrm>
              <a:off x="6632686" y="2146690"/>
              <a:ext cx="152148" cy="100162"/>
            </a:xfrm>
            <a:custGeom>
              <a:avLst/>
              <a:gdLst/>
              <a:ahLst/>
              <a:cxnLst/>
              <a:rect l="l" t="t" r="r" b="b"/>
              <a:pathLst>
                <a:path w="1282" h="844" extrusionOk="0">
                  <a:moveTo>
                    <a:pt x="0" y="1"/>
                  </a:moveTo>
                  <a:lnTo>
                    <a:pt x="0" y="87"/>
                  </a:lnTo>
                  <a:lnTo>
                    <a:pt x="1282" y="843"/>
                  </a:lnTo>
                  <a:lnTo>
                    <a:pt x="1282" y="75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5"/>
            <p:cNvSpPr/>
            <p:nvPr/>
          </p:nvSpPr>
          <p:spPr>
            <a:xfrm>
              <a:off x="6864935" y="2308920"/>
              <a:ext cx="124614" cy="127101"/>
            </a:xfrm>
            <a:custGeom>
              <a:avLst/>
              <a:gdLst/>
              <a:ahLst/>
              <a:cxnLst/>
              <a:rect l="l" t="t" r="r" b="b"/>
              <a:pathLst>
                <a:path w="1050" h="1071" extrusionOk="0">
                  <a:moveTo>
                    <a:pt x="0" y="1"/>
                  </a:moveTo>
                  <a:lnTo>
                    <a:pt x="0" y="460"/>
                  </a:lnTo>
                  <a:lnTo>
                    <a:pt x="1050" y="1070"/>
                  </a:lnTo>
                  <a:lnTo>
                    <a:pt x="1050" y="61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5"/>
            <p:cNvSpPr/>
            <p:nvPr/>
          </p:nvSpPr>
          <p:spPr>
            <a:xfrm>
              <a:off x="6864935" y="2381431"/>
              <a:ext cx="124614" cy="82123"/>
            </a:xfrm>
            <a:custGeom>
              <a:avLst/>
              <a:gdLst/>
              <a:ahLst/>
              <a:cxnLst/>
              <a:rect l="l" t="t" r="r" b="b"/>
              <a:pathLst>
                <a:path w="1050" h="692" extrusionOk="0">
                  <a:moveTo>
                    <a:pt x="0" y="0"/>
                  </a:moveTo>
                  <a:lnTo>
                    <a:pt x="0" y="81"/>
                  </a:lnTo>
                  <a:lnTo>
                    <a:pt x="1050" y="691"/>
                  </a:lnTo>
                  <a:lnTo>
                    <a:pt x="1050" y="606"/>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5"/>
            <p:cNvSpPr/>
            <p:nvPr/>
          </p:nvSpPr>
          <p:spPr>
            <a:xfrm>
              <a:off x="6864935" y="2403504"/>
              <a:ext cx="124614" cy="82835"/>
            </a:xfrm>
            <a:custGeom>
              <a:avLst/>
              <a:gdLst/>
              <a:ahLst/>
              <a:cxnLst/>
              <a:rect l="l" t="t" r="r" b="b"/>
              <a:pathLst>
                <a:path w="1050" h="698" extrusionOk="0">
                  <a:moveTo>
                    <a:pt x="0" y="1"/>
                  </a:moveTo>
                  <a:lnTo>
                    <a:pt x="0" y="87"/>
                  </a:lnTo>
                  <a:lnTo>
                    <a:pt x="1050" y="697"/>
                  </a:lnTo>
                  <a:lnTo>
                    <a:pt x="1050" y="611"/>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5"/>
            <p:cNvSpPr/>
            <p:nvPr/>
          </p:nvSpPr>
          <p:spPr>
            <a:xfrm>
              <a:off x="6904454" y="2448483"/>
              <a:ext cx="85094" cy="57557"/>
            </a:xfrm>
            <a:custGeom>
              <a:avLst/>
              <a:gdLst/>
              <a:ahLst/>
              <a:cxnLst/>
              <a:rect l="l" t="t" r="r" b="b"/>
              <a:pathLst>
                <a:path w="717" h="485" extrusionOk="0">
                  <a:moveTo>
                    <a:pt x="0" y="0"/>
                  </a:moveTo>
                  <a:lnTo>
                    <a:pt x="0" y="86"/>
                  </a:lnTo>
                  <a:lnTo>
                    <a:pt x="717" y="485"/>
                  </a:lnTo>
                  <a:lnTo>
                    <a:pt x="717" y="39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5"/>
            <p:cNvSpPr/>
            <p:nvPr/>
          </p:nvSpPr>
          <p:spPr>
            <a:xfrm>
              <a:off x="6799663" y="2190719"/>
              <a:ext cx="50439" cy="63728"/>
            </a:xfrm>
            <a:custGeom>
              <a:avLst/>
              <a:gdLst/>
              <a:ahLst/>
              <a:cxnLst/>
              <a:rect l="l" t="t" r="r" b="b"/>
              <a:pathLst>
                <a:path w="425" h="537" extrusionOk="0">
                  <a:moveTo>
                    <a:pt x="109" y="1"/>
                  </a:moveTo>
                  <a:cubicBezTo>
                    <a:pt x="42" y="1"/>
                    <a:pt x="1" y="47"/>
                    <a:pt x="1" y="134"/>
                  </a:cubicBezTo>
                  <a:cubicBezTo>
                    <a:pt x="1" y="281"/>
                    <a:pt x="86" y="427"/>
                    <a:pt x="212" y="513"/>
                  </a:cubicBezTo>
                  <a:cubicBezTo>
                    <a:pt x="241" y="529"/>
                    <a:pt x="269" y="536"/>
                    <a:pt x="295" y="536"/>
                  </a:cubicBezTo>
                  <a:cubicBezTo>
                    <a:pt x="367" y="536"/>
                    <a:pt x="424" y="479"/>
                    <a:pt x="424" y="387"/>
                  </a:cubicBezTo>
                  <a:cubicBezTo>
                    <a:pt x="424" y="260"/>
                    <a:pt x="318" y="94"/>
                    <a:pt x="212" y="28"/>
                  </a:cubicBezTo>
                  <a:cubicBezTo>
                    <a:pt x="174" y="10"/>
                    <a:pt x="139" y="1"/>
                    <a:pt x="1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5"/>
            <p:cNvSpPr/>
            <p:nvPr/>
          </p:nvSpPr>
          <p:spPr>
            <a:xfrm>
              <a:off x="6600288" y="2159270"/>
              <a:ext cx="184547" cy="117488"/>
            </a:xfrm>
            <a:custGeom>
              <a:avLst/>
              <a:gdLst/>
              <a:ahLst/>
              <a:cxnLst/>
              <a:rect l="l" t="t" r="r" b="b"/>
              <a:pathLst>
                <a:path w="1555" h="990" extrusionOk="0">
                  <a:moveTo>
                    <a:pt x="1" y="1"/>
                  </a:moveTo>
                  <a:lnTo>
                    <a:pt x="1" y="81"/>
                  </a:lnTo>
                  <a:lnTo>
                    <a:pt x="1555" y="990"/>
                  </a:lnTo>
                  <a:lnTo>
                    <a:pt x="1555" y="90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5"/>
            <p:cNvSpPr/>
            <p:nvPr/>
          </p:nvSpPr>
          <p:spPr>
            <a:xfrm>
              <a:off x="6690125" y="2231781"/>
              <a:ext cx="94707" cy="64678"/>
            </a:xfrm>
            <a:custGeom>
              <a:avLst/>
              <a:gdLst/>
              <a:ahLst/>
              <a:cxnLst/>
              <a:rect l="l" t="t" r="r" b="b"/>
              <a:pathLst>
                <a:path w="798" h="545" extrusionOk="0">
                  <a:moveTo>
                    <a:pt x="0" y="0"/>
                  </a:moveTo>
                  <a:lnTo>
                    <a:pt x="0" y="81"/>
                  </a:lnTo>
                  <a:lnTo>
                    <a:pt x="798" y="545"/>
                  </a:lnTo>
                  <a:lnTo>
                    <a:pt x="798" y="47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5"/>
            <p:cNvSpPr/>
            <p:nvPr/>
          </p:nvSpPr>
          <p:spPr>
            <a:xfrm>
              <a:off x="6600288" y="2201756"/>
              <a:ext cx="184547" cy="116895"/>
            </a:xfrm>
            <a:custGeom>
              <a:avLst/>
              <a:gdLst/>
              <a:ahLst/>
              <a:cxnLst/>
              <a:rect l="l" t="t" r="r" b="b"/>
              <a:pathLst>
                <a:path w="1555" h="985" extrusionOk="0">
                  <a:moveTo>
                    <a:pt x="1" y="1"/>
                  </a:moveTo>
                  <a:lnTo>
                    <a:pt x="1" y="82"/>
                  </a:lnTo>
                  <a:lnTo>
                    <a:pt x="1555" y="985"/>
                  </a:lnTo>
                  <a:lnTo>
                    <a:pt x="1555" y="90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5"/>
            <p:cNvSpPr/>
            <p:nvPr/>
          </p:nvSpPr>
          <p:spPr>
            <a:xfrm>
              <a:off x="6632686" y="2241275"/>
              <a:ext cx="152148" cy="100162"/>
            </a:xfrm>
            <a:custGeom>
              <a:avLst/>
              <a:gdLst/>
              <a:ahLst/>
              <a:cxnLst/>
              <a:rect l="l" t="t" r="r" b="b"/>
              <a:pathLst>
                <a:path w="1282" h="844" extrusionOk="0">
                  <a:moveTo>
                    <a:pt x="0" y="1"/>
                  </a:moveTo>
                  <a:lnTo>
                    <a:pt x="0" y="87"/>
                  </a:lnTo>
                  <a:lnTo>
                    <a:pt x="1282" y="843"/>
                  </a:lnTo>
                  <a:lnTo>
                    <a:pt x="1282" y="75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5"/>
            <p:cNvSpPr/>
            <p:nvPr/>
          </p:nvSpPr>
          <p:spPr>
            <a:xfrm>
              <a:off x="6799663" y="2284235"/>
              <a:ext cx="50439" cy="64203"/>
            </a:xfrm>
            <a:custGeom>
              <a:avLst/>
              <a:gdLst/>
              <a:ahLst/>
              <a:cxnLst/>
              <a:rect l="l" t="t" r="r" b="b"/>
              <a:pathLst>
                <a:path w="425" h="541" extrusionOk="0">
                  <a:moveTo>
                    <a:pt x="108" y="1"/>
                  </a:moveTo>
                  <a:cubicBezTo>
                    <a:pt x="41" y="1"/>
                    <a:pt x="1" y="57"/>
                    <a:pt x="1" y="143"/>
                  </a:cubicBezTo>
                  <a:cubicBezTo>
                    <a:pt x="1" y="290"/>
                    <a:pt x="86" y="441"/>
                    <a:pt x="212" y="501"/>
                  </a:cubicBezTo>
                  <a:cubicBezTo>
                    <a:pt x="246" y="528"/>
                    <a:pt x="279" y="540"/>
                    <a:pt x="309" y="540"/>
                  </a:cubicBezTo>
                  <a:cubicBezTo>
                    <a:pt x="374" y="540"/>
                    <a:pt x="424" y="482"/>
                    <a:pt x="424" y="396"/>
                  </a:cubicBezTo>
                  <a:cubicBezTo>
                    <a:pt x="424" y="249"/>
                    <a:pt x="318" y="103"/>
                    <a:pt x="212" y="37"/>
                  </a:cubicBezTo>
                  <a:cubicBezTo>
                    <a:pt x="173" y="12"/>
                    <a:pt x="138" y="1"/>
                    <a:pt x="1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5"/>
            <p:cNvSpPr/>
            <p:nvPr/>
          </p:nvSpPr>
          <p:spPr>
            <a:xfrm>
              <a:off x="6223728" y="2329925"/>
              <a:ext cx="808329" cy="466511"/>
            </a:xfrm>
            <a:custGeom>
              <a:avLst/>
              <a:gdLst/>
              <a:ahLst/>
              <a:cxnLst/>
              <a:rect l="l" t="t" r="r" b="b"/>
              <a:pathLst>
                <a:path w="6811" h="3931" extrusionOk="0">
                  <a:moveTo>
                    <a:pt x="2805" y="0"/>
                  </a:moveTo>
                  <a:cubicBezTo>
                    <a:pt x="2760" y="0"/>
                    <a:pt x="2712" y="11"/>
                    <a:pt x="2669" y="31"/>
                  </a:cubicBezTo>
                  <a:lnTo>
                    <a:pt x="147" y="1504"/>
                  </a:lnTo>
                  <a:lnTo>
                    <a:pt x="147" y="1463"/>
                  </a:lnTo>
                  <a:lnTo>
                    <a:pt x="1" y="1463"/>
                  </a:lnTo>
                  <a:lnTo>
                    <a:pt x="1" y="1630"/>
                  </a:lnTo>
                  <a:cubicBezTo>
                    <a:pt x="1" y="1650"/>
                    <a:pt x="21" y="1670"/>
                    <a:pt x="41" y="1695"/>
                  </a:cubicBezTo>
                  <a:lnTo>
                    <a:pt x="3890" y="3900"/>
                  </a:lnTo>
                  <a:cubicBezTo>
                    <a:pt x="3920" y="3920"/>
                    <a:pt x="3962" y="3930"/>
                    <a:pt x="4007" y="3930"/>
                  </a:cubicBezTo>
                  <a:cubicBezTo>
                    <a:pt x="4052" y="3930"/>
                    <a:pt x="4099" y="3920"/>
                    <a:pt x="4142" y="3900"/>
                  </a:cubicBezTo>
                  <a:lnTo>
                    <a:pt x="6745" y="2386"/>
                  </a:lnTo>
                  <a:cubicBezTo>
                    <a:pt x="6791" y="2366"/>
                    <a:pt x="6811" y="2346"/>
                    <a:pt x="6811" y="2301"/>
                  </a:cubicBezTo>
                  <a:lnTo>
                    <a:pt x="6811" y="2154"/>
                  </a:lnTo>
                  <a:lnTo>
                    <a:pt x="6685" y="2154"/>
                  </a:lnTo>
                  <a:lnTo>
                    <a:pt x="6685" y="2200"/>
                  </a:lnTo>
                  <a:lnTo>
                    <a:pt x="2922" y="31"/>
                  </a:lnTo>
                  <a:cubicBezTo>
                    <a:pt x="2891" y="11"/>
                    <a:pt x="2850" y="0"/>
                    <a:pt x="2805" y="0"/>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5"/>
            <p:cNvSpPr/>
            <p:nvPr/>
          </p:nvSpPr>
          <p:spPr>
            <a:xfrm>
              <a:off x="6221355" y="2310463"/>
              <a:ext cx="813195" cy="466511"/>
            </a:xfrm>
            <a:custGeom>
              <a:avLst/>
              <a:gdLst/>
              <a:ahLst/>
              <a:cxnLst/>
              <a:rect l="l" t="t" r="r" b="b"/>
              <a:pathLst>
                <a:path w="6852" h="3931" extrusionOk="0">
                  <a:moveTo>
                    <a:pt x="2838" y="0"/>
                  </a:moveTo>
                  <a:cubicBezTo>
                    <a:pt x="2790" y="0"/>
                    <a:pt x="2737" y="15"/>
                    <a:pt x="2689" y="48"/>
                  </a:cubicBezTo>
                  <a:lnTo>
                    <a:pt x="81" y="1542"/>
                  </a:lnTo>
                  <a:cubicBezTo>
                    <a:pt x="21" y="1582"/>
                    <a:pt x="1" y="1648"/>
                    <a:pt x="61" y="1688"/>
                  </a:cubicBezTo>
                  <a:lnTo>
                    <a:pt x="3910" y="3918"/>
                  </a:lnTo>
                  <a:cubicBezTo>
                    <a:pt x="3935" y="3926"/>
                    <a:pt x="3968" y="3931"/>
                    <a:pt x="4004" y="3931"/>
                  </a:cubicBezTo>
                  <a:cubicBezTo>
                    <a:pt x="4055" y="3931"/>
                    <a:pt x="4112" y="3921"/>
                    <a:pt x="4162" y="3897"/>
                  </a:cubicBezTo>
                  <a:lnTo>
                    <a:pt x="6765" y="2384"/>
                  </a:lnTo>
                  <a:cubicBezTo>
                    <a:pt x="6831" y="2339"/>
                    <a:pt x="6851" y="2278"/>
                    <a:pt x="6791" y="2238"/>
                  </a:cubicBezTo>
                  <a:lnTo>
                    <a:pt x="2942" y="28"/>
                  </a:lnTo>
                  <a:cubicBezTo>
                    <a:pt x="2914" y="10"/>
                    <a:pt x="2878" y="0"/>
                    <a:pt x="28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5"/>
            <p:cNvSpPr/>
            <p:nvPr/>
          </p:nvSpPr>
          <p:spPr>
            <a:xfrm>
              <a:off x="6371005" y="2334554"/>
              <a:ext cx="620934" cy="357093"/>
            </a:xfrm>
            <a:custGeom>
              <a:avLst/>
              <a:gdLst/>
              <a:ahLst/>
              <a:cxnLst/>
              <a:rect l="l" t="t" r="r" b="b"/>
              <a:pathLst>
                <a:path w="5232" h="3009" extrusionOk="0">
                  <a:moveTo>
                    <a:pt x="1581" y="0"/>
                  </a:moveTo>
                  <a:cubicBezTo>
                    <a:pt x="1537" y="0"/>
                    <a:pt x="1486" y="11"/>
                    <a:pt x="1449" y="37"/>
                  </a:cubicBezTo>
                  <a:lnTo>
                    <a:pt x="61" y="834"/>
                  </a:lnTo>
                  <a:cubicBezTo>
                    <a:pt x="1" y="875"/>
                    <a:pt x="1" y="920"/>
                    <a:pt x="41" y="960"/>
                  </a:cubicBezTo>
                  <a:lnTo>
                    <a:pt x="3572" y="2978"/>
                  </a:lnTo>
                  <a:cubicBezTo>
                    <a:pt x="3605" y="2998"/>
                    <a:pt x="3642" y="3008"/>
                    <a:pt x="3678" y="3008"/>
                  </a:cubicBezTo>
                  <a:cubicBezTo>
                    <a:pt x="3715" y="3008"/>
                    <a:pt x="3751" y="2998"/>
                    <a:pt x="3784" y="2978"/>
                  </a:cubicBezTo>
                  <a:lnTo>
                    <a:pt x="5171" y="2181"/>
                  </a:lnTo>
                  <a:cubicBezTo>
                    <a:pt x="5232" y="2136"/>
                    <a:pt x="5232" y="2095"/>
                    <a:pt x="5192" y="2055"/>
                  </a:cubicBezTo>
                  <a:lnTo>
                    <a:pt x="1660" y="17"/>
                  </a:lnTo>
                  <a:cubicBezTo>
                    <a:pt x="1643" y="6"/>
                    <a:pt x="1614" y="0"/>
                    <a:pt x="1581" y="0"/>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5"/>
            <p:cNvSpPr/>
            <p:nvPr/>
          </p:nvSpPr>
          <p:spPr>
            <a:xfrm>
              <a:off x="6410525" y="2539507"/>
              <a:ext cx="227628" cy="128169"/>
            </a:xfrm>
            <a:custGeom>
              <a:avLst/>
              <a:gdLst/>
              <a:ahLst/>
              <a:cxnLst/>
              <a:rect l="l" t="t" r="r" b="b"/>
              <a:pathLst>
                <a:path w="1918" h="1080" extrusionOk="0">
                  <a:moveTo>
                    <a:pt x="717" y="0"/>
                  </a:moveTo>
                  <a:cubicBezTo>
                    <a:pt x="680" y="0"/>
                    <a:pt x="644" y="10"/>
                    <a:pt x="611" y="30"/>
                  </a:cubicBezTo>
                  <a:lnTo>
                    <a:pt x="66" y="348"/>
                  </a:lnTo>
                  <a:cubicBezTo>
                    <a:pt x="1" y="388"/>
                    <a:pt x="1" y="434"/>
                    <a:pt x="66" y="474"/>
                  </a:cubicBezTo>
                  <a:lnTo>
                    <a:pt x="1095" y="1064"/>
                  </a:lnTo>
                  <a:cubicBezTo>
                    <a:pt x="1116" y="1075"/>
                    <a:pt x="1152" y="1080"/>
                    <a:pt x="1192" y="1080"/>
                  </a:cubicBezTo>
                  <a:cubicBezTo>
                    <a:pt x="1232" y="1080"/>
                    <a:pt x="1274" y="1075"/>
                    <a:pt x="1307" y="1064"/>
                  </a:cubicBezTo>
                  <a:lnTo>
                    <a:pt x="1832" y="747"/>
                  </a:lnTo>
                  <a:cubicBezTo>
                    <a:pt x="1892" y="706"/>
                    <a:pt x="1918" y="661"/>
                    <a:pt x="1852" y="620"/>
                  </a:cubicBezTo>
                  <a:lnTo>
                    <a:pt x="823" y="30"/>
                  </a:lnTo>
                  <a:cubicBezTo>
                    <a:pt x="790" y="10"/>
                    <a:pt x="754" y="0"/>
                    <a:pt x="717" y="0"/>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5"/>
            <p:cNvSpPr/>
            <p:nvPr/>
          </p:nvSpPr>
          <p:spPr>
            <a:xfrm>
              <a:off x="6917034" y="2563954"/>
              <a:ext cx="59933" cy="33704"/>
            </a:xfrm>
            <a:custGeom>
              <a:avLst/>
              <a:gdLst/>
              <a:ahLst/>
              <a:cxnLst/>
              <a:rect l="l" t="t" r="r" b="b"/>
              <a:pathLst>
                <a:path w="505" h="284" extrusionOk="0">
                  <a:moveTo>
                    <a:pt x="191" y="1"/>
                  </a:moveTo>
                  <a:cubicBezTo>
                    <a:pt x="176" y="1"/>
                    <a:pt x="159" y="6"/>
                    <a:pt x="147" y="16"/>
                  </a:cubicBezTo>
                  <a:lnTo>
                    <a:pt x="21" y="77"/>
                  </a:lnTo>
                  <a:cubicBezTo>
                    <a:pt x="0" y="102"/>
                    <a:pt x="0" y="122"/>
                    <a:pt x="21" y="142"/>
                  </a:cubicBezTo>
                  <a:lnTo>
                    <a:pt x="253" y="268"/>
                  </a:lnTo>
                  <a:cubicBezTo>
                    <a:pt x="275" y="278"/>
                    <a:pt x="297" y="283"/>
                    <a:pt x="315" y="283"/>
                  </a:cubicBezTo>
                  <a:cubicBezTo>
                    <a:pt x="333" y="283"/>
                    <a:pt x="348" y="278"/>
                    <a:pt x="358" y="268"/>
                  </a:cubicBezTo>
                  <a:lnTo>
                    <a:pt x="485" y="203"/>
                  </a:lnTo>
                  <a:cubicBezTo>
                    <a:pt x="505" y="182"/>
                    <a:pt x="505" y="162"/>
                    <a:pt x="485" y="142"/>
                  </a:cubicBezTo>
                  <a:lnTo>
                    <a:pt x="232" y="16"/>
                  </a:lnTo>
                  <a:cubicBezTo>
                    <a:pt x="222" y="6"/>
                    <a:pt x="207" y="1"/>
                    <a:pt x="1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5"/>
            <p:cNvSpPr/>
            <p:nvPr/>
          </p:nvSpPr>
          <p:spPr>
            <a:xfrm>
              <a:off x="6869682" y="2536421"/>
              <a:ext cx="60052" cy="33704"/>
            </a:xfrm>
            <a:custGeom>
              <a:avLst/>
              <a:gdLst/>
              <a:ahLst/>
              <a:cxnLst/>
              <a:rect l="l" t="t" r="r" b="b"/>
              <a:pathLst>
                <a:path w="506" h="284" extrusionOk="0">
                  <a:moveTo>
                    <a:pt x="190" y="1"/>
                  </a:moveTo>
                  <a:cubicBezTo>
                    <a:pt x="174" y="1"/>
                    <a:pt x="157" y="6"/>
                    <a:pt x="147" y="16"/>
                  </a:cubicBezTo>
                  <a:lnTo>
                    <a:pt x="21" y="82"/>
                  </a:lnTo>
                  <a:cubicBezTo>
                    <a:pt x="1" y="102"/>
                    <a:pt x="1" y="122"/>
                    <a:pt x="21" y="142"/>
                  </a:cubicBezTo>
                  <a:lnTo>
                    <a:pt x="253" y="268"/>
                  </a:lnTo>
                  <a:cubicBezTo>
                    <a:pt x="273" y="278"/>
                    <a:pt x="295" y="283"/>
                    <a:pt x="314" y="283"/>
                  </a:cubicBezTo>
                  <a:cubicBezTo>
                    <a:pt x="332" y="283"/>
                    <a:pt x="349" y="278"/>
                    <a:pt x="359" y="268"/>
                  </a:cubicBezTo>
                  <a:lnTo>
                    <a:pt x="485" y="208"/>
                  </a:lnTo>
                  <a:cubicBezTo>
                    <a:pt x="505" y="182"/>
                    <a:pt x="505" y="162"/>
                    <a:pt x="485" y="142"/>
                  </a:cubicBezTo>
                  <a:lnTo>
                    <a:pt x="233" y="16"/>
                  </a:lnTo>
                  <a:cubicBezTo>
                    <a:pt x="223" y="6"/>
                    <a:pt x="206" y="1"/>
                    <a:pt x="1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5"/>
            <p:cNvSpPr/>
            <p:nvPr/>
          </p:nvSpPr>
          <p:spPr>
            <a:xfrm>
              <a:off x="6820076" y="2508888"/>
              <a:ext cx="62307" cy="33704"/>
            </a:xfrm>
            <a:custGeom>
              <a:avLst/>
              <a:gdLst/>
              <a:ahLst/>
              <a:cxnLst/>
              <a:rect l="l" t="t" r="r" b="b"/>
              <a:pathLst>
                <a:path w="525" h="284" extrusionOk="0">
                  <a:moveTo>
                    <a:pt x="209" y="1"/>
                  </a:moveTo>
                  <a:cubicBezTo>
                    <a:pt x="193" y="1"/>
                    <a:pt x="177" y="6"/>
                    <a:pt x="167" y="16"/>
                  </a:cubicBezTo>
                  <a:lnTo>
                    <a:pt x="40" y="81"/>
                  </a:lnTo>
                  <a:cubicBezTo>
                    <a:pt x="0" y="102"/>
                    <a:pt x="0" y="122"/>
                    <a:pt x="40" y="142"/>
                  </a:cubicBezTo>
                  <a:lnTo>
                    <a:pt x="273" y="268"/>
                  </a:lnTo>
                  <a:cubicBezTo>
                    <a:pt x="283" y="278"/>
                    <a:pt x="298" y="283"/>
                    <a:pt x="316" y="283"/>
                  </a:cubicBezTo>
                  <a:cubicBezTo>
                    <a:pt x="334" y="283"/>
                    <a:pt x="356" y="278"/>
                    <a:pt x="378" y="268"/>
                  </a:cubicBezTo>
                  <a:lnTo>
                    <a:pt x="484" y="208"/>
                  </a:lnTo>
                  <a:cubicBezTo>
                    <a:pt x="525" y="187"/>
                    <a:pt x="525" y="162"/>
                    <a:pt x="484" y="142"/>
                  </a:cubicBezTo>
                  <a:lnTo>
                    <a:pt x="252" y="16"/>
                  </a:lnTo>
                  <a:cubicBezTo>
                    <a:pt x="242" y="6"/>
                    <a:pt x="226" y="1"/>
                    <a:pt x="2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5"/>
            <p:cNvSpPr/>
            <p:nvPr/>
          </p:nvSpPr>
          <p:spPr>
            <a:xfrm>
              <a:off x="6772724" y="2481356"/>
              <a:ext cx="62426" cy="34060"/>
            </a:xfrm>
            <a:custGeom>
              <a:avLst/>
              <a:gdLst/>
              <a:ahLst/>
              <a:cxnLst/>
              <a:rect l="l" t="t" r="r" b="b"/>
              <a:pathLst>
                <a:path w="526" h="287" extrusionOk="0">
                  <a:moveTo>
                    <a:pt x="206" y="1"/>
                  </a:moveTo>
                  <a:cubicBezTo>
                    <a:pt x="187" y="1"/>
                    <a:pt x="167" y="6"/>
                    <a:pt x="147" y="16"/>
                  </a:cubicBezTo>
                  <a:lnTo>
                    <a:pt x="41" y="81"/>
                  </a:lnTo>
                  <a:cubicBezTo>
                    <a:pt x="1" y="102"/>
                    <a:pt x="1" y="122"/>
                    <a:pt x="41" y="122"/>
                  </a:cubicBezTo>
                  <a:lnTo>
                    <a:pt x="273" y="268"/>
                  </a:lnTo>
                  <a:cubicBezTo>
                    <a:pt x="283" y="281"/>
                    <a:pt x="298" y="287"/>
                    <a:pt x="313" y="287"/>
                  </a:cubicBezTo>
                  <a:cubicBezTo>
                    <a:pt x="329" y="287"/>
                    <a:pt x="344" y="281"/>
                    <a:pt x="354" y="268"/>
                  </a:cubicBezTo>
                  <a:lnTo>
                    <a:pt x="480" y="208"/>
                  </a:lnTo>
                  <a:cubicBezTo>
                    <a:pt x="525" y="187"/>
                    <a:pt x="525" y="167"/>
                    <a:pt x="480" y="142"/>
                  </a:cubicBezTo>
                  <a:lnTo>
                    <a:pt x="253" y="16"/>
                  </a:lnTo>
                  <a:cubicBezTo>
                    <a:pt x="240" y="6"/>
                    <a:pt x="224" y="1"/>
                    <a:pt x="2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5"/>
            <p:cNvSpPr/>
            <p:nvPr/>
          </p:nvSpPr>
          <p:spPr>
            <a:xfrm>
              <a:off x="6724897" y="2453230"/>
              <a:ext cx="59933" cy="34890"/>
            </a:xfrm>
            <a:custGeom>
              <a:avLst/>
              <a:gdLst/>
              <a:ahLst/>
              <a:cxnLst/>
              <a:rect l="l" t="t" r="r" b="b"/>
              <a:pathLst>
                <a:path w="505" h="294" extrusionOk="0">
                  <a:moveTo>
                    <a:pt x="151" y="1"/>
                  </a:moveTo>
                  <a:lnTo>
                    <a:pt x="25" y="86"/>
                  </a:lnTo>
                  <a:cubicBezTo>
                    <a:pt x="0" y="107"/>
                    <a:pt x="0" y="127"/>
                    <a:pt x="25" y="127"/>
                  </a:cubicBezTo>
                  <a:lnTo>
                    <a:pt x="278" y="278"/>
                  </a:lnTo>
                  <a:cubicBezTo>
                    <a:pt x="288" y="288"/>
                    <a:pt x="303" y="293"/>
                    <a:pt x="318" y="293"/>
                  </a:cubicBezTo>
                  <a:cubicBezTo>
                    <a:pt x="333" y="293"/>
                    <a:pt x="348" y="288"/>
                    <a:pt x="358" y="278"/>
                  </a:cubicBezTo>
                  <a:lnTo>
                    <a:pt x="484" y="212"/>
                  </a:lnTo>
                  <a:cubicBezTo>
                    <a:pt x="505" y="192"/>
                    <a:pt x="505" y="172"/>
                    <a:pt x="484" y="152"/>
                  </a:cubicBezTo>
                  <a:lnTo>
                    <a:pt x="2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5"/>
            <p:cNvSpPr/>
            <p:nvPr/>
          </p:nvSpPr>
          <p:spPr>
            <a:xfrm>
              <a:off x="6677546" y="2426290"/>
              <a:ext cx="59933" cy="34297"/>
            </a:xfrm>
            <a:custGeom>
              <a:avLst/>
              <a:gdLst/>
              <a:ahLst/>
              <a:cxnLst/>
              <a:rect l="l" t="t" r="r" b="b"/>
              <a:pathLst>
                <a:path w="505" h="289" extrusionOk="0">
                  <a:moveTo>
                    <a:pt x="147" y="1"/>
                  </a:moveTo>
                  <a:lnTo>
                    <a:pt x="21" y="81"/>
                  </a:lnTo>
                  <a:cubicBezTo>
                    <a:pt x="1" y="81"/>
                    <a:pt x="1" y="127"/>
                    <a:pt x="21" y="127"/>
                  </a:cubicBezTo>
                  <a:lnTo>
                    <a:pt x="273" y="273"/>
                  </a:lnTo>
                  <a:cubicBezTo>
                    <a:pt x="286" y="283"/>
                    <a:pt x="302" y="288"/>
                    <a:pt x="318" y="288"/>
                  </a:cubicBezTo>
                  <a:cubicBezTo>
                    <a:pt x="333" y="288"/>
                    <a:pt x="349" y="283"/>
                    <a:pt x="359" y="273"/>
                  </a:cubicBezTo>
                  <a:lnTo>
                    <a:pt x="485" y="207"/>
                  </a:lnTo>
                  <a:cubicBezTo>
                    <a:pt x="505" y="187"/>
                    <a:pt x="505" y="167"/>
                    <a:pt x="485" y="147"/>
                  </a:cubicBezTo>
                  <a:lnTo>
                    <a:pt x="2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5"/>
            <p:cNvSpPr/>
            <p:nvPr/>
          </p:nvSpPr>
          <p:spPr>
            <a:xfrm>
              <a:off x="6630313" y="2398757"/>
              <a:ext cx="59933" cy="34297"/>
            </a:xfrm>
            <a:custGeom>
              <a:avLst/>
              <a:gdLst/>
              <a:ahLst/>
              <a:cxnLst/>
              <a:rect l="l" t="t" r="r" b="b"/>
              <a:pathLst>
                <a:path w="505" h="289" extrusionOk="0">
                  <a:moveTo>
                    <a:pt x="146" y="1"/>
                  </a:moveTo>
                  <a:lnTo>
                    <a:pt x="20" y="81"/>
                  </a:lnTo>
                  <a:cubicBezTo>
                    <a:pt x="0" y="81"/>
                    <a:pt x="0" y="127"/>
                    <a:pt x="20" y="127"/>
                  </a:cubicBezTo>
                  <a:lnTo>
                    <a:pt x="252" y="273"/>
                  </a:lnTo>
                  <a:cubicBezTo>
                    <a:pt x="272" y="283"/>
                    <a:pt x="294" y="288"/>
                    <a:pt x="313" y="288"/>
                  </a:cubicBezTo>
                  <a:cubicBezTo>
                    <a:pt x="332" y="288"/>
                    <a:pt x="348" y="283"/>
                    <a:pt x="358" y="273"/>
                  </a:cubicBezTo>
                  <a:lnTo>
                    <a:pt x="484" y="187"/>
                  </a:lnTo>
                  <a:cubicBezTo>
                    <a:pt x="504" y="187"/>
                    <a:pt x="504" y="167"/>
                    <a:pt x="484" y="147"/>
                  </a:cubicBezTo>
                  <a:lnTo>
                    <a:pt x="2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5"/>
            <p:cNvSpPr/>
            <p:nvPr/>
          </p:nvSpPr>
          <p:spPr>
            <a:xfrm>
              <a:off x="6582961" y="2371225"/>
              <a:ext cx="59933" cy="34297"/>
            </a:xfrm>
            <a:custGeom>
              <a:avLst/>
              <a:gdLst/>
              <a:ahLst/>
              <a:cxnLst/>
              <a:rect l="l" t="t" r="r" b="b"/>
              <a:pathLst>
                <a:path w="505" h="289" extrusionOk="0">
                  <a:moveTo>
                    <a:pt x="147" y="1"/>
                  </a:moveTo>
                  <a:lnTo>
                    <a:pt x="21" y="86"/>
                  </a:lnTo>
                  <a:cubicBezTo>
                    <a:pt x="1" y="86"/>
                    <a:pt x="1" y="106"/>
                    <a:pt x="21" y="127"/>
                  </a:cubicBezTo>
                  <a:lnTo>
                    <a:pt x="253" y="273"/>
                  </a:lnTo>
                  <a:cubicBezTo>
                    <a:pt x="263" y="283"/>
                    <a:pt x="278" y="288"/>
                    <a:pt x="296" y="288"/>
                  </a:cubicBezTo>
                  <a:cubicBezTo>
                    <a:pt x="315" y="288"/>
                    <a:pt x="336" y="283"/>
                    <a:pt x="359" y="273"/>
                  </a:cubicBezTo>
                  <a:lnTo>
                    <a:pt x="485" y="187"/>
                  </a:lnTo>
                  <a:cubicBezTo>
                    <a:pt x="505" y="187"/>
                    <a:pt x="505" y="167"/>
                    <a:pt x="485" y="147"/>
                  </a:cubicBezTo>
                  <a:lnTo>
                    <a:pt x="2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5"/>
            <p:cNvSpPr/>
            <p:nvPr/>
          </p:nvSpPr>
          <p:spPr>
            <a:xfrm>
              <a:off x="6533236" y="2341912"/>
              <a:ext cx="62426" cy="34178"/>
            </a:xfrm>
            <a:custGeom>
              <a:avLst/>
              <a:gdLst/>
              <a:ahLst/>
              <a:cxnLst/>
              <a:rect l="l" t="t" r="r" b="b"/>
              <a:pathLst>
                <a:path w="526" h="288" extrusionOk="0">
                  <a:moveTo>
                    <a:pt x="206" y="0"/>
                  </a:moveTo>
                  <a:cubicBezTo>
                    <a:pt x="187" y="0"/>
                    <a:pt x="167" y="5"/>
                    <a:pt x="147" y="15"/>
                  </a:cubicBezTo>
                  <a:lnTo>
                    <a:pt x="41" y="101"/>
                  </a:lnTo>
                  <a:cubicBezTo>
                    <a:pt x="1" y="101"/>
                    <a:pt x="1" y="121"/>
                    <a:pt x="41" y="142"/>
                  </a:cubicBezTo>
                  <a:lnTo>
                    <a:pt x="273" y="288"/>
                  </a:lnTo>
                  <a:lnTo>
                    <a:pt x="379" y="288"/>
                  </a:lnTo>
                  <a:lnTo>
                    <a:pt x="480" y="207"/>
                  </a:lnTo>
                  <a:cubicBezTo>
                    <a:pt x="525" y="207"/>
                    <a:pt x="525" y="162"/>
                    <a:pt x="480" y="162"/>
                  </a:cubicBezTo>
                  <a:lnTo>
                    <a:pt x="253" y="15"/>
                  </a:lnTo>
                  <a:cubicBezTo>
                    <a:pt x="240" y="5"/>
                    <a:pt x="224" y="0"/>
                    <a:pt x="2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5"/>
            <p:cNvSpPr/>
            <p:nvPr/>
          </p:nvSpPr>
          <p:spPr>
            <a:xfrm>
              <a:off x="6859595" y="2570600"/>
              <a:ext cx="82720" cy="46758"/>
            </a:xfrm>
            <a:custGeom>
              <a:avLst/>
              <a:gdLst/>
              <a:ahLst/>
              <a:cxnLst/>
              <a:rect l="l" t="t" r="r" b="b"/>
              <a:pathLst>
                <a:path w="697" h="394" extrusionOk="0">
                  <a:moveTo>
                    <a:pt x="151" y="0"/>
                  </a:moveTo>
                  <a:lnTo>
                    <a:pt x="25" y="86"/>
                  </a:lnTo>
                  <a:cubicBezTo>
                    <a:pt x="0" y="86"/>
                    <a:pt x="0" y="126"/>
                    <a:pt x="25" y="126"/>
                  </a:cubicBezTo>
                  <a:lnTo>
                    <a:pt x="464" y="379"/>
                  </a:lnTo>
                  <a:cubicBezTo>
                    <a:pt x="474" y="389"/>
                    <a:pt x="491" y="394"/>
                    <a:pt x="507" y="394"/>
                  </a:cubicBezTo>
                  <a:cubicBezTo>
                    <a:pt x="523" y="394"/>
                    <a:pt x="540" y="389"/>
                    <a:pt x="550" y="379"/>
                  </a:cubicBezTo>
                  <a:lnTo>
                    <a:pt x="676" y="318"/>
                  </a:lnTo>
                  <a:cubicBezTo>
                    <a:pt x="696" y="298"/>
                    <a:pt x="696" y="273"/>
                    <a:pt x="676" y="253"/>
                  </a:cubicBezTo>
                  <a:lnTo>
                    <a:pt x="2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5"/>
            <p:cNvSpPr/>
            <p:nvPr/>
          </p:nvSpPr>
          <p:spPr>
            <a:xfrm>
              <a:off x="6812243" y="2543067"/>
              <a:ext cx="60052" cy="34772"/>
            </a:xfrm>
            <a:custGeom>
              <a:avLst/>
              <a:gdLst/>
              <a:ahLst/>
              <a:cxnLst/>
              <a:rect l="l" t="t" r="r" b="b"/>
              <a:pathLst>
                <a:path w="506" h="293" extrusionOk="0">
                  <a:moveTo>
                    <a:pt x="147" y="0"/>
                  </a:moveTo>
                  <a:lnTo>
                    <a:pt x="21" y="86"/>
                  </a:lnTo>
                  <a:cubicBezTo>
                    <a:pt x="1" y="86"/>
                    <a:pt x="1" y="106"/>
                    <a:pt x="21" y="126"/>
                  </a:cubicBezTo>
                  <a:lnTo>
                    <a:pt x="273" y="278"/>
                  </a:lnTo>
                  <a:cubicBezTo>
                    <a:pt x="286" y="288"/>
                    <a:pt x="302" y="293"/>
                    <a:pt x="318" y="293"/>
                  </a:cubicBezTo>
                  <a:cubicBezTo>
                    <a:pt x="333" y="293"/>
                    <a:pt x="349" y="288"/>
                    <a:pt x="359" y="278"/>
                  </a:cubicBezTo>
                  <a:lnTo>
                    <a:pt x="485" y="192"/>
                  </a:lnTo>
                  <a:cubicBezTo>
                    <a:pt x="505" y="192"/>
                    <a:pt x="505" y="172"/>
                    <a:pt x="485" y="152"/>
                  </a:cubicBezTo>
                  <a:lnTo>
                    <a:pt x="23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5"/>
            <p:cNvSpPr/>
            <p:nvPr/>
          </p:nvSpPr>
          <p:spPr>
            <a:xfrm>
              <a:off x="6765010" y="2513873"/>
              <a:ext cx="59933" cy="34653"/>
            </a:xfrm>
            <a:custGeom>
              <a:avLst/>
              <a:gdLst/>
              <a:ahLst/>
              <a:cxnLst/>
              <a:rect l="l" t="t" r="r" b="b"/>
              <a:pathLst>
                <a:path w="505" h="292" extrusionOk="0">
                  <a:moveTo>
                    <a:pt x="189" y="0"/>
                  </a:moveTo>
                  <a:cubicBezTo>
                    <a:pt x="173" y="0"/>
                    <a:pt x="156" y="7"/>
                    <a:pt x="146" y="19"/>
                  </a:cubicBezTo>
                  <a:lnTo>
                    <a:pt x="20" y="100"/>
                  </a:lnTo>
                  <a:cubicBezTo>
                    <a:pt x="0" y="100"/>
                    <a:pt x="0" y="120"/>
                    <a:pt x="20" y="145"/>
                  </a:cubicBezTo>
                  <a:lnTo>
                    <a:pt x="252" y="292"/>
                  </a:lnTo>
                  <a:lnTo>
                    <a:pt x="358" y="292"/>
                  </a:lnTo>
                  <a:lnTo>
                    <a:pt x="484" y="206"/>
                  </a:lnTo>
                  <a:cubicBezTo>
                    <a:pt x="504" y="206"/>
                    <a:pt x="504" y="166"/>
                    <a:pt x="484" y="166"/>
                  </a:cubicBezTo>
                  <a:lnTo>
                    <a:pt x="232" y="19"/>
                  </a:lnTo>
                  <a:cubicBezTo>
                    <a:pt x="222" y="7"/>
                    <a:pt x="206" y="0"/>
                    <a:pt x="1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5"/>
            <p:cNvSpPr/>
            <p:nvPr/>
          </p:nvSpPr>
          <p:spPr>
            <a:xfrm>
              <a:off x="6717658" y="2486815"/>
              <a:ext cx="59933" cy="34178"/>
            </a:xfrm>
            <a:custGeom>
              <a:avLst/>
              <a:gdLst/>
              <a:ahLst/>
              <a:cxnLst/>
              <a:rect l="l" t="t" r="r" b="b"/>
              <a:pathLst>
                <a:path w="505" h="288" extrusionOk="0">
                  <a:moveTo>
                    <a:pt x="190" y="0"/>
                  </a:moveTo>
                  <a:cubicBezTo>
                    <a:pt x="173" y="0"/>
                    <a:pt x="157" y="5"/>
                    <a:pt x="147" y="15"/>
                  </a:cubicBezTo>
                  <a:lnTo>
                    <a:pt x="21" y="76"/>
                  </a:lnTo>
                  <a:cubicBezTo>
                    <a:pt x="1" y="96"/>
                    <a:pt x="1" y="121"/>
                    <a:pt x="21" y="141"/>
                  </a:cubicBezTo>
                  <a:lnTo>
                    <a:pt x="253" y="288"/>
                  </a:lnTo>
                  <a:lnTo>
                    <a:pt x="359" y="288"/>
                  </a:lnTo>
                  <a:lnTo>
                    <a:pt x="485" y="202"/>
                  </a:lnTo>
                  <a:cubicBezTo>
                    <a:pt x="505" y="202"/>
                    <a:pt x="505" y="162"/>
                    <a:pt x="485" y="162"/>
                  </a:cubicBezTo>
                  <a:lnTo>
                    <a:pt x="233" y="15"/>
                  </a:lnTo>
                  <a:cubicBezTo>
                    <a:pt x="222" y="5"/>
                    <a:pt x="206" y="0"/>
                    <a:pt x="19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5"/>
            <p:cNvSpPr/>
            <p:nvPr/>
          </p:nvSpPr>
          <p:spPr>
            <a:xfrm>
              <a:off x="6667933" y="2459282"/>
              <a:ext cx="62426" cy="34178"/>
            </a:xfrm>
            <a:custGeom>
              <a:avLst/>
              <a:gdLst/>
              <a:ahLst/>
              <a:cxnLst/>
              <a:rect l="l" t="t" r="r" b="b"/>
              <a:pathLst>
                <a:path w="526" h="288" extrusionOk="0">
                  <a:moveTo>
                    <a:pt x="206" y="0"/>
                  </a:moveTo>
                  <a:cubicBezTo>
                    <a:pt x="187" y="0"/>
                    <a:pt x="167" y="5"/>
                    <a:pt x="147" y="15"/>
                  </a:cubicBezTo>
                  <a:lnTo>
                    <a:pt x="41" y="76"/>
                  </a:lnTo>
                  <a:cubicBezTo>
                    <a:pt x="1" y="101"/>
                    <a:pt x="1" y="121"/>
                    <a:pt x="41" y="141"/>
                  </a:cubicBezTo>
                  <a:lnTo>
                    <a:pt x="273" y="288"/>
                  </a:lnTo>
                  <a:lnTo>
                    <a:pt x="379" y="288"/>
                  </a:lnTo>
                  <a:lnTo>
                    <a:pt x="480" y="202"/>
                  </a:lnTo>
                  <a:cubicBezTo>
                    <a:pt x="525" y="182"/>
                    <a:pt x="525" y="161"/>
                    <a:pt x="480" y="161"/>
                  </a:cubicBezTo>
                  <a:lnTo>
                    <a:pt x="253" y="15"/>
                  </a:lnTo>
                  <a:cubicBezTo>
                    <a:pt x="240" y="5"/>
                    <a:pt x="224" y="0"/>
                    <a:pt x="2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5"/>
            <p:cNvSpPr/>
            <p:nvPr/>
          </p:nvSpPr>
          <p:spPr>
            <a:xfrm>
              <a:off x="6620106" y="2431749"/>
              <a:ext cx="59933" cy="33585"/>
            </a:xfrm>
            <a:custGeom>
              <a:avLst/>
              <a:gdLst/>
              <a:ahLst/>
              <a:cxnLst/>
              <a:rect l="l" t="t" r="r" b="b"/>
              <a:pathLst>
                <a:path w="505" h="283" extrusionOk="0">
                  <a:moveTo>
                    <a:pt x="202" y="0"/>
                  </a:moveTo>
                  <a:cubicBezTo>
                    <a:pt x="182" y="0"/>
                    <a:pt x="162" y="5"/>
                    <a:pt x="152" y="15"/>
                  </a:cubicBezTo>
                  <a:lnTo>
                    <a:pt x="25" y="81"/>
                  </a:lnTo>
                  <a:cubicBezTo>
                    <a:pt x="0" y="101"/>
                    <a:pt x="0" y="121"/>
                    <a:pt x="25" y="141"/>
                  </a:cubicBezTo>
                  <a:lnTo>
                    <a:pt x="278" y="267"/>
                  </a:lnTo>
                  <a:cubicBezTo>
                    <a:pt x="288" y="277"/>
                    <a:pt x="303" y="283"/>
                    <a:pt x="318" y="283"/>
                  </a:cubicBezTo>
                  <a:cubicBezTo>
                    <a:pt x="333" y="283"/>
                    <a:pt x="348" y="277"/>
                    <a:pt x="358" y="267"/>
                  </a:cubicBezTo>
                  <a:lnTo>
                    <a:pt x="485" y="207"/>
                  </a:lnTo>
                  <a:cubicBezTo>
                    <a:pt x="505" y="182"/>
                    <a:pt x="505" y="161"/>
                    <a:pt x="485" y="161"/>
                  </a:cubicBezTo>
                  <a:lnTo>
                    <a:pt x="252" y="15"/>
                  </a:lnTo>
                  <a:cubicBezTo>
                    <a:pt x="242" y="5"/>
                    <a:pt x="222" y="0"/>
                    <a:pt x="2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5"/>
            <p:cNvSpPr/>
            <p:nvPr/>
          </p:nvSpPr>
          <p:spPr>
            <a:xfrm>
              <a:off x="6572755" y="2404098"/>
              <a:ext cx="60052" cy="33704"/>
            </a:xfrm>
            <a:custGeom>
              <a:avLst/>
              <a:gdLst/>
              <a:ahLst/>
              <a:cxnLst/>
              <a:rect l="l" t="t" r="r" b="b"/>
              <a:pathLst>
                <a:path w="506" h="284" extrusionOk="0">
                  <a:moveTo>
                    <a:pt x="194" y="1"/>
                  </a:moveTo>
                  <a:cubicBezTo>
                    <a:pt x="176" y="1"/>
                    <a:pt x="160" y="6"/>
                    <a:pt x="147" y="16"/>
                  </a:cubicBezTo>
                  <a:lnTo>
                    <a:pt x="21" y="82"/>
                  </a:lnTo>
                  <a:cubicBezTo>
                    <a:pt x="1" y="102"/>
                    <a:pt x="1" y="122"/>
                    <a:pt x="21" y="142"/>
                  </a:cubicBezTo>
                  <a:lnTo>
                    <a:pt x="273" y="268"/>
                  </a:lnTo>
                  <a:cubicBezTo>
                    <a:pt x="286" y="278"/>
                    <a:pt x="302" y="283"/>
                    <a:pt x="318" y="283"/>
                  </a:cubicBezTo>
                  <a:cubicBezTo>
                    <a:pt x="334" y="283"/>
                    <a:pt x="349" y="278"/>
                    <a:pt x="359" y="268"/>
                  </a:cubicBezTo>
                  <a:lnTo>
                    <a:pt x="485" y="208"/>
                  </a:lnTo>
                  <a:cubicBezTo>
                    <a:pt x="505" y="188"/>
                    <a:pt x="505" y="162"/>
                    <a:pt x="485" y="142"/>
                  </a:cubicBezTo>
                  <a:lnTo>
                    <a:pt x="253" y="16"/>
                  </a:lnTo>
                  <a:cubicBezTo>
                    <a:pt x="233" y="6"/>
                    <a:pt x="213" y="1"/>
                    <a:pt x="1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5"/>
            <p:cNvSpPr/>
            <p:nvPr/>
          </p:nvSpPr>
          <p:spPr>
            <a:xfrm>
              <a:off x="6500362" y="2361612"/>
              <a:ext cx="85094" cy="49131"/>
            </a:xfrm>
            <a:custGeom>
              <a:avLst/>
              <a:gdLst/>
              <a:ahLst/>
              <a:cxnLst/>
              <a:rect l="l" t="t" r="r" b="b"/>
              <a:pathLst>
                <a:path w="717" h="414" extrusionOk="0">
                  <a:moveTo>
                    <a:pt x="192" y="1"/>
                  </a:moveTo>
                  <a:cubicBezTo>
                    <a:pt x="177" y="1"/>
                    <a:pt x="162" y="6"/>
                    <a:pt x="152" y="16"/>
                  </a:cubicBezTo>
                  <a:lnTo>
                    <a:pt x="26" y="82"/>
                  </a:lnTo>
                  <a:cubicBezTo>
                    <a:pt x="0" y="102"/>
                    <a:pt x="0" y="122"/>
                    <a:pt x="26" y="142"/>
                  </a:cubicBezTo>
                  <a:lnTo>
                    <a:pt x="464" y="394"/>
                  </a:lnTo>
                  <a:cubicBezTo>
                    <a:pt x="475" y="407"/>
                    <a:pt x="491" y="413"/>
                    <a:pt x="510" y="413"/>
                  </a:cubicBezTo>
                  <a:cubicBezTo>
                    <a:pt x="529" y="413"/>
                    <a:pt x="550" y="407"/>
                    <a:pt x="570" y="394"/>
                  </a:cubicBezTo>
                  <a:lnTo>
                    <a:pt x="676" y="334"/>
                  </a:lnTo>
                  <a:cubicBezTo>
                    <a:pt x="717" y="314"/>
                    <a:pt x="717" y="293"/>
                    <a:pt x="676" y="268"/>
                  </a:cubicBezTo>
                  <a:lnTo>
                    <a:pt x="232" y="16"/>
                  </a:lnTo>
                  <a:cubicBezTo>
                    <a:pt x="222" y="6"/>
                    <a:pt x="207" y="1"/>
                    <a:pt x="1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5"/>
            <p:cNvSpPr/>
            <p:nvPr/>
          </p:nvSpPr>
          <p:spPr>
            <a:xfrm>
              <a:off x="6792543" y="2608932"/>
              <a:ext cx="82127" cy="48538"/>
            </a:xfrm>
            <a:custGeom>
              <a:avLst/>
              <a:gdLst/>
              <a:ahLst/>
              <a:cxnLst/>
              <a:rect l="l" t="t" r="r" b="b"/>
              <a:pathLst>
                <a:path w="692" h="409" extrusionOk="0">
                  <a:moveTo>
                    <a:pt x="189" y="0"/>
                  </a:moveTo>
                  <a:cubicBezTo>
                    <a:pt x="173" y="0"/>
                    <a:pt x="156" y="5"/>
                    <a:pt x="146" y="15"/>
                  </a:cubicBezTo>
                  <a:lnTo>
                    <a:pt x="20" y="76"/>
                  </a:lnTo>
                  <a:cubicBezTo>
                    <a:pt x="0" y="101"/>
                    <a:pt x="0" y="121"/>
                    <a:pt x="20" y="141"/>
                  </a:cubicBezTo>
                  <a:lnTo>
                    <a:pt x="464" y="394"/>
                  </a:lnTo>
                  <a:cubicBezTo>
                    <a:pt x="474" y="404"/>
                    <a:pt x="489" y="409"/>
                    <a:pt x="505" y="409"/>
                  </a:cubicBezTo>
                  <a:cubicBezTo>
                    <a:pt x="520" y="409"/>
                    <a:pt x="535" y="404"/>
                    <a:pt x="545" y="394"/>
                  </a:cubicBezTo>
                  <a:lnTo>
                    <a:pt x="671" y="308"/>
                  </a:lnTo>
                  <a:cubicBezTo>
                    <a:pt x="691" y="308"/>
                    <a:pt x="691" y="288"/>
                    <a:pt x="671" y="268"/>
                  </a:cubicBezTo>
                  <a:lnTo>
                    <a:pt x="232" y="15"/>
                  </a:lnTo>
                  <a:cubicBezTo>
                    <a:pt x="222" y="5"/>
                    <a:pt x="206" y="0"/>
                    <a:pt x="1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5"/>
            <p:cNvSpPr/>
            <p:nvPr/>
          </p:nvSpPr>
          <p:spPr>
            <a:xfrm>
              <a:off x="6745191" y="2581399"/>
              <a:ext cx="60052" cy="33585"/>
            </a:xfrm>
            <a:custGeom>
              <a:avLst/>
              <a:gdLst/>
              <a:ahLst/>
              <a:cxnLst/>
              <a:rect l="l" t="t" r="r" b="b"/>
              <a:pathLst>
                <a:path w="506" h="283" extrusionOk="0">
                  <a:moveTo>
                    <a:pt x="188" y="0"/>
                  </a:moveTo>
                  <a:cubicBezTo>
                    <a:pt x="172" y="0"/>
                    <a:pt x="157" y="5"/>
                    <a:pt x="147" y="15"/>
                  </a:cubicBezTo>
                  <a:lnTo>
                    <a:pt x="21" y="81"/>
                  </a:lnTo>
                  <a:cubicBezTo>
                    <a:pt x="1" y="101"/>
                    <a:pt x="1" y="121"/>
                    <a:pt x="21" y="141"/>
                  </a:cubicBezTo>
                  <a:lnTo>
                    <a:pt x="253" y="267"/>
                  </a:lnTo>
                  <a:cubicBezTo>
                    <a:pt x="273" y="278"/>
                    <a:pt x="293" y="283"/>
                    <a:pt x="311" y="283"/>
                  </a:cubicBezTo>
                  <a:cubicBezTo>
                    <a:pt x="330" y="283"/>
                    <a:pt x="346" y="278"/>
                    <a:pt x="359" y="267"/>
                  </a:cubicBezTo>
                  <a:lnTo>
                    <a:pt x="485" y="207"/>
                  </a:lnTo>
                  <a:cubicBezTo>
                    <a:pt x="505" y="182"/>
                    <a:pt x="505" y="162"/>
                    <a:pt x="485" y="162"/>
                  </a:cubicBezTo>
                  <a:lnTo>
                    <a:pt x="233" y="15"/>
                  </a:lnTo>
                  <a:cubicBezTo>
                    <a:pt x="220" y="5"/>
                    <a:pt x="204" y="0"/>
                    <a:pt x="1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5"/>
            <p:cNvSpPr/>
            <p:nvPr/>
          </p:nvSpPr>
          <p:spPr>
            <a:xfrm>
              <a:off x="6697958" y="2553867"/>
              <a:ext cx="59933" cy="33585"/>
            </a:xfrm>
            <a:custGeom>
              <a:avLst/>
              <a:gdLst/>
              <a:ahLst/>
              <a:cxnLst/>
              <a:rect l="l" t="t" r="r" b="b"/>
              <a:pathLst>
                <a:path w="505" h="283" extrusionOk="0">
                  <a:moveTo>
                    <a:pt x="187" y="0"/>
                  </a:moveTo>
                  <a:cubicBezTo>
                    <a:pt x="172" y="0"/>
                    <a:pt x="156" y="5"/>
                    <a:pt x="146" y="15"/>
                  </a:cubicBezTo>
                  <a:lnTo>
                    <a:pt x="20" y="81"/>
                  </a:lnTo>
                  <a:cubicBezTo>
                    <a:pt x="0" y="101"/>
                    <a:pt x="0" y="121"/>
                    <a:pt x="20" y="141"/>
                  </a:cubicBezTo>
                  <a:lnTo>
                    <a:pt x="252" y="267"/>
                  </a:lnTo>
                  <a:cubicBezTo>
                    <a:pt x="262" y="278"/>
                    <a:pt x="278" y="283"/>
                    <a:pt x="295" y="283"/>
                  </a:cubicBezTo>
                  <a:cubicBezTo>
                    <a:pt x="313" y="283"/>
                    <a:pt x="333" y="278"/>
                    <a:pt x="353" y="267"/>
                  </a:cubicBezTo>
                  <a:lnTo>
                    <a:pt x="479" y="207"/>
                  </a:lnTo>
                  <a:cubicBezTo>
                    <a:pt x="505" y="187"/>
                    <a:pt x="505" y="162"/>
                    <a:pt x="479" y="141"/>
                  </a:cubicBezTo>
                  <a:lnTo>
                    <a:pt x="227" y="15"/>
                  </a:lnTo>
                  <a:cubicBezTo>
                    <a:pt x="217" y="5"/>
                    <a:pt x="202" y="0"/>
                    <a:pt x="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5"/>
            <p:cNvSpPr/>
            <p:nvPr/>
          </p:nvSpPr>
          <p:spPr>
            <a:xfrm>
              <a:off x="6647639" y="2526334"/>
              <a:ext cx="62307" cy="34060"/>
            </a:xfrm>
            <a:custGeom>
              <a:avLst/>
              <a:gdLst/>
              <a:ahLst/>
              <a:cxnLst/>
              <a:rect l="l" t="t" r="r" b="b"/>
              <a:pathLst>
                <a:path w="525" h="287" extrusionOk="0">
                  <a:moveTo>
                    <a:pt x="209" y="0"/>
                  </a:moveTo>
                  <a:cubicBezTo>
                    <a:pt x="191" y="0"/>
                    <a:pt x="169" y="5"/>
                    <a:pt x="147" y="15"/>
                  </a:cubicBezTo>
                  <a:lnTo>
                    <a:pt x="46" y="81"/>
                  </a:lnTo>
                  <a:cubicBezTo>
                    <a:pt x="0" y="101"/>
                    <a:pt x="0" y="121"/>
                    <a:pt x="46" y="141"/>
                  </a:cubicBezTo>
                  <a:lnTo>
                    <a:pt x="273" y="267"/>
                  </a:lnTo>
                  <a:cubicBezTo>
                    <a:pt x="285" y="280"/>
                    <a:pt x="302" y="286"/>
                    <a:pt x="320" y="286"/>
                  </a:cubicBezTo>
                  <a:cubicBezTo>
                    <a:pt x="338" y="286"/>
                    <a:pt x="358" y="280"/>
                    <a:pt x="379" y="267"/>
                  </a:cubicBezTo>
                  <a:lnTo>
                    <a:pt x="485" y="207"/>
                  </a:lnTo>
                  <a:cubicBezTo>
                    <a:pt x="525" y="187"/>
                    <a:pt x="525" y="167"/>
                    <a:pt x="485" y="141"/>
                  </a:cubicBezTo>
                  <a:lnTo>
                    <a:pt x="253" y="15"/>
                  </a:lnTo>
                  <a:cubicBezTo>
                    <a:pt x="242" y="5"/>
                    <a:pt x="227" y="0"/>
                    <a:pt x="2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5"/>
            <p:cNvSpPr/>
            <p:nvPr/>
          </p:nvSpPr>
          <p:spPr>
            <a:xfrm>
              <a:off x="6600288" y="2498920"/>
              <a:ext cx="60052" cy="34060"/>
            </a:xfrm>
            <a:custGeom>
              <a:avLst/>
              <a:gdLst/>
              <a:ahLst/>
              <a:cxnLst/>
              <a:rect l="l" t="t" r="r" b="b"/>
              <a:pathLst>
                <a:path w="506" h="287" extrusionOk="0">
                  <a:moveTo>
                    <a:pt x="210" y="0"/>
                  </a:moveTo>
                  <a:cubicBezTo>
                    <a:pt x="191" y="0"/>
                    <a:pt x="170" y="7"/>
                    <a:pt x="147" y="19"/>
                  </a:cubicBezTo>
                  <a:lnTo>
                    <a:pt x="21" y="80"/>
                  </a:lnTo>
                  <a:cubicBezTo>
                    <a:pt x="1" y="100"/>
                    <a:pt x="1" y="120"/>
                    <a:pt x="21" y="145"/>
                  </a:cubicBezTo>
                  <a:lnTo>
                    <a:pt x="273" y="271"/>
                  </a:lnTo>
                  <a:cubicBezTo>
                    <a:pt x="283" y="281"/>
                    <a:pt x="300" y="287"/>
                    <a:pt x="316" y="287"/>
                  </a:cubicBezTo>
                  <a:cubicBezTo>
                    <a:pt x="332" y="287"/>
                    <a:pt x="349" y="281"/>
                    <a:pt x="359" y="271"/>
                  </a:cubicBezTo>
                  <a:lnTo>
                    <a:pt x="485" y="206"/>
                  </a:lnTo>
                  <a:cubicBezTo>
                    <a:pt x="505" y="186"/>
                    <a:pt x="505" y="165"/>
                    <a:pt x="485" y="145"/>
                  </a:cubicBezTo>
                  <a:lnTo>
                    <a:pt x="253" y="19"/>
                  </a:lnTo>
                  <a:cubicBezTo>
                    <a:pt x="243" y="7"/>
                    <a:pt x="228"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5"/>
            <p:cNvSpPr/>
            <p:nvPr/>
          </p:nvSpPr>
          <p:spPr>
            <a:xfrm>
              <a:off x="6553054" y="2471862"/>
              <a:ext cx="59933" cy="33585"/>
            </a:xfrm>
            <a:custGeom>
              <a:avLst/>
              <a:gdLst/>
              <a:ahLst/>
              <a:cxnLst/>
              <a:rect l="l" t="t" r="r" b="b"/>
              <a:pathLst>
                <a:path w="505" h="283" extrusionOk="0">
                  <a:moveTo>
                    <a:pt x="192" y="0"/>
                  </a:moveTo>
                  <a:cubicBezTo>
                    <a:pt x="173" y="0"/>
                    <a:pt x="157" y="5"/>
                    <a:pt x="147" y="15"/>
                  </a:cubicBezTo>
                  <a:lnTo>
                    <a:pt x="20" y="76"/>
                  </a:lnTo>
                  <a:cubicBezTo>
                    <a:pt x="0" y="96"/>
                    <a:pt x="0" y="121"/>
                    <a:pt x="20" y="141"/>
                  </a:cubicBezTo>
                  <a:lnTo>
                    <a:pt x="273" y="267"/>
                  </a:lnTo>
                  <a:cubicBezTo>
                    <a:pt x="283" y="277"/>
                    <a:pt x="299" y="282"/>
                    <a:pt x="316" y="282"/>
                  </a:cubicBezTo>
                  <a:cubicBezTo>
                    <a:pt x="332" y="282"/>
                    <a:pt x="348" y="277"/>
                    <a:pt x="358" y="267"/>
                  </a:cubicBezTo>
                  <a:lnTo>
                    <a:pt x="485" y="202"/>
                  </a:lnTo>
                  <a:cubicBezTo>
                    <a:pt x="505" y="182"/>
                    <a:pt x="505" y="161"/>
                    <a:pt x="485" y="141"/>
                  </a:cubicBezTo>
                  <a:lnTo>
                    <a:pt x="253" y="15"/>
                  </a:lnTo>
                  <a:cubicBezTo>
                    <a:pt x="232" y="5"/>
                    <a:pt x="211" y="0"/>
                    <a:pt x="1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5"/>
            <p:cNvSpPr/>
            <p:nvPr/>
          </p:nvSpPr>
          <p:spPr>
            <a:xfrm>
              <a:off x="6505703" y="2444210"/>
              <a:ext cx="60052" cy="33704"/>
            </a:xfrm>
            <a:custGeom>
              <a:avLst/>
              <a:gdLst/>
              <a:ahLst/>
              <a:cxnLst/>
              <a:rect l="l" t="t" r="r" b="b"/>
              <a:pathLst>
                <a:path w="506" h="284" extrusionOk="0">
                  <a:moveTo>
                    <a:pt x="188" y="1"/>
                  </a:moveTo>
                  <a:cubicBezTo>
                    <a:pt x="172" y="1"/>
                    <a:pt x="157" y="6"/>
                    <a:pt x="147" y="16"/>
                  </a:cubicBezTo>
                  <a:lnTo>
                    <a:pt x="21" y="77"/>
                  </a:lnTo>
                  <a:cubicBezTo>
                    <a:pt x="1" y="102"/>
                    <a:pt x="1" y="122"/>
                    <a:pt x="21" y="142"/>
                  </a:cubicBezTo>
                  <a:lnTo>
                    <a:pt x="273" y="268"/>
                  </a:lnTo>
                  <a:cubicBezTo>
                    <a:pt x="283" y="278"/>
                    <a:pt x="298" y="283"/>
                    <a:pt x="314" y="283"/>
                  </a:cubicBezTo>
                  <a:cubicBezTo>
                    <a:pt x="330" y="283"/>
                    <a:pt x="346" y="278"/>
                    <a:pt x="359" y="268"/>
                  </a:cubicBezTo>
                  <a:lnTo>
                    <a:pt x="485" y="203"/>
                  </a:lnTo>
                  <a:cubicBezTo>
                    <a:pt x="505" y="183"/>
                    <a:pt x="505" y="162"/>
                    <a:pt x="485" y="142"/>
                  </a:cubicBezTo>
                  <a:lnTo>
                    <a:pt x="233" y="16"/>
                  </a:lnTo>
                  <a:cubicBezTo>
                    <a:pt x="220" y="6"/>
                    <a:pt x="204" y="1"/>
                    <a:pt x="1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5"/>
            <p:cNvSpPr/>
            <p:nvPr/>
          </p:nvSpPr>
          <p:spPr>
            <a:xfrm>
              <a:off x="6433310" y="2401724"/>
              <a:ext cx="82127" cy="46877"/>
            </a:xfrm>
            <a:custGeom>
              <a:avLst/>
              <a:gdLst/>
              <a:ahLst/>
              <a:cxnLst/>
              <a:rect l="l" t="t" r="r" b="b"/>
              <a:pathLst>
                <a:path w="692" h="395" extrusionOk="0">
                  <a:moveTo>
                    <a:pt x="190" y="1"/>
                  </a:moveTo>
                  <a:cubicBezTo>
                    <a:pt x="173" y="1"/>
                    <a:pt x="157" y="6"/>
                    <a:pt x="147" y="16"/>
                  </a:cubicBezTo>
                  <a:lnTo>
                    <a:pt x="21" y="82"/>
                  </a:lnTo>
                  <a:cubicBezTo>
                    <a:pt x="0" y="102"/>
                    <a:pt x="0" y="122"/>
                    <a:pt x="21" y="142"/>
                  </a:cubicBezTo>
                  <a:lnTo>
                    <a:pt x="464" y="394"/>
                  </a:lnTo>
                  <a:lnTo>
                    <a:pt x="545" y="394"/>
                  </a:lnTo>
                  <a:lnTo>
                    <a:pt x="671" y="309"/>
                  </a:lnTo>
                  <a:cubicBezTo>
                    <a:pt x="691" y="309"/>
                    <a:pt x="691" y="288"/>
                    <a:pt x="671" y="268"/>
                  </a:cubicBezTo>
                  <a:lnTo>
                    <a:pt x="232" y="16"/>
                  </a:lnTo>
                  <a:cubicBezTo>
                    <a:pt x="222" y="6"/>
                    <a:pt x="206" y="1"/>
                    <a:pt x="1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5"/>
            <p:cNvSpPr/>
            <p:nvPr/>
          </p:nvSpPr>
          <p:spPr>
            <a:xfrm>
              <a:off x="6849982" y="2602880"/>
              <a:ext cx="59933" cy="34890"/>
            </a:xfrm>
            <a:custGeom>
              <a:avLst/>
              <a:gdLst/>
              <a:ahLst/>
              <a:cxnLst/>
              <a:rect l="l" t="t" r="r" b="b"/>
              <a:pathLst>
                <a:path w="505" h="294" extrusionOk="0">
                  <a:moveTo>
                    <a:pt x="147" y="1"/>
                  </a:moveTo>
                  <a:lnTo>
                    <a:pt x="21" y="86"/>
                  </a:lnTo>
                  <a:cubicBezTo>
                    <a:pt x="0" y="107"/>
                    <a:pt x="0" y="127"/>
                    <a:pt x="21" y="127"/>
                  </a:cubicBezTo>
                  <a:lnTo>
                    <a:pt x="253" y="278"/>
                  </a:lnTo>
                  <a:cubicBezTo>
                    <a:pt x="273" y="288"/>
                    <a:pt x="293" y="293"/>
                    <a:pt x="311" y="293"/>
                  </a:cubicBezTo>
                  <a:cubicBezTo>
                    <a:pt x="330" y="293"/>
                    <a:pt x="346" y="288"/>
                    <a:pt x="359" y="278"/>
                  </a:cubicBezTo>
                  <a:lnTo>
                    <a:pt x="485" y="213"/>
                  </a:lnTo>
                  <a:cubicBezTo>
                    <a:pt x="505" y="192"/>
                    <a:pt x="505" y="172"/>
                    <a:pt x="485" y="152"/>
                  </a:cubicBezTo>
                  <a:lnTo>
                    <a:pt x="2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5"/>
            <p:cNvSpPr/>
            <p:nvPr/>
          </p:nvSpPr>
          <p:spPr>
            <a:xfrm>
              <a:off x="6799663" y="2575940"/>
              <a:ext cx="63019" cy="34297"/>
            </a:xfrm>
            <a:custGeom>
              <a:avLst/>
              <a:gdLst/>
              <a:ahLst/>
              <a:cxnLst/>
              <a:rect l="l" t="t" r="r" b="b"/>
              <a:pathLst>
                <a:path w="531" h="289" extrusionOk="0">
                  <a:moveTo>
                    <a:pt x="172" y="1"/>
                  </a:moveTo>
                  <a:lnTo>
                    <a:pt x="46" y="81"/>
                  </a:lnTo>
                  <a:cubicBezTo>
                    <a:pt x="1" y="81"/>
                    <a:pt x="1" y="127"/>
                    <a:pt x="46" y="127"/>
                  </a:cubicBezTo>
                  <a:lnTo>
                    <a:pt x="278" y="273"/>
                  </a:lnTo>
                  <a:cubicBezTo>
                    <a:pt x="288" y="283"/>
                    <a:pt x="303" y="288"/>
                    <a:pt x="321" y="288"/>
                  </a:cubicBezTo>
                  <a:cubicBezTo>
                    <a:pt x="339" y="288"/>
                    <a:pt x="359" y="283"/>
                    <a:pt x="379" y="273"/>
                  </a:cubicBezTo>
                  <a:lnTo>
                    <a:pt x="485" y="208"/>
                  </a:lnTo>
                  <a:cubicBezTo>
                    <a:pt x="530" y="187"/>
                    <a:pt x="530" y="167"/>
                    <a:pt x="485" y="147"/>
                  </a:cubicBezTo>
                  <a:lnTo>
                    <a:pt x="25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5"/>
            <p:cNvSpPr/>
            <p:nvPr/>
          </p:nvSpPr>
          <p:spPr>
            <a:xfrm>
              <a:off x="6752430" y="2548408"/>
              <a:ext cx="62307" cy="34297"/>
            </a:xfrm>
            <a:custGeom>
              <a:avLst/>
              <a:gdLst/>
              <a:ahLst/>
              <a:cxnLst/>
              <a:rect l="l" t="t" r="r" b="b"/>
              <a:pathLst>
                <a:path w="525" h="289" extrusionOk="0">
                  <a:moveTo>
                    <a:pt x="146" y="1"/>
                  </a:moveTo>
                  <a:lnTo>
                    <a:pt x="46" y="81"/>
                  </a:lnTo>
                  <a:cubicBezTo>
                    <a:pt x="0" y="81"/>
                    <a:pt x="0" y="127"/>
                    <a:pt x="46" y="127"/>
                  </a:cubicBezTo>
                  <a:lnTo>
                    <a:pt x="273" y="273"/>
                  </a:lnTo>
                  <a:cubicBezTo>
                    <a:pt x="285" y="283"/>
                    <a:pt x="302" y="288"/>
                    <a:pt x="317" y="288"/>
                  </a:cubicBezTo>
                  <a:cubicBezTo>
                    <a:pt x="333" y="288"/>
                    <a:pt x="348" y="283"/>
                    <a:pt x="358" y="273"/>
                  </a:cubicBezTo>
                  <a:lnTo>
                    <a:pt x="484" y="187"/>
                  </a:lnTo>
                  <a:cubicBezTo>
                    <a:pt x="525" y="187"/>
                    <a:pt x="525" y="167"/>
                    <a:pt x="484" y="147"/>
                  </a:cubicBezTo>
                  <a:lnTo>
                    <a:pt x="2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5"/>
            <p:cNvSpPr/>
            <p:nvPr/>
          </p:nvSpPr>
          <p:spPr>
            <a:xfrm>
              <a:off x="6705079" y="2519095"/>
              <a:ext cx="60052" cy="34297"/>
            </a:xfrm>
            <a:custGeom>
              <a:avLst/>
              <a:gdLst/>
              <a:ahLst/>
              <a:cxnLst/>
              <a:rect l="l" t="t" r="r" b="b"/>
              <a:pathLst>
                <a:path w="506" h="289" extrusionOk="0">
                  <a:moveTo>
                    <a:pt x="192" y="1"/>
                  </a:moveTo>
                  <a:cubicBezTo>
                    <a:pt x="173" y="1"/>
                    <a:pt x="157" y="6"/>
                    <a:pt x="147" y="16"/>
                  </a:cubicBezTo>
                  <a:lnTo>
                    <a:pt x="21" y="101"/>
                  </a:lnTo>
                  <a:cubicBezTo>
                    <a:pt x="1" y="101"/>
                    <a:pt x="1" y="122"/>
                    <a:pt x="21" y="142"/>
                  </a:cubicBezTo>
                  <a:lnTo>
                    <a:pt x="273" y="288"/>
                  </a:lnTo>
                  <a:lnTo>
                    <a:pt x="359" y="288"/>
                  </a:lnTo>
                  <a:lnTo>
                    <a:pt x="485" y="202"/>
                  </a:lnTo>
                  <a:cubicBezTo>
                    <a:pt x="505" y="202"/>
                    <a:pt x="505" y="182"/>
                    <a:pt x="485" y="162"/>
                  </a:cubicBezTo>
                  <a:lnTo>
                    <a:pt x="253" y="16"/>
                  </a:lnTo>
                  <a:cubicBezTo>
                    <a:pt x="233" y="6"/>
                    <a:pt x="211" y="1"/>
                    <a:pt x="1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5"/>
            <p:cNvSpPr/>
            <p:nvPr/>
          </p:nvSpPr>
          <p:spPr>
            <a:xfrm>
              <a:off x="6657845" y="2491562"/>
              <a:ext cx="59933" cy="34178"/>
            </a:xfrm>
            <a:custGeom>
              <a:avLst/>
              <a:gdLst/>
              <a:ahLst/>
              <a:cxnLst/>
              <a:rect l="l" t="t" r="r" b="b"/>
              <a:pathLst>
                <a:path w="505" h="288" extrusionOk="0">
                  <a:moveTo>
                    <a:pt x="189" y="0"/>
                  </a:moveTo>
                  <a:cubicBezTo>
                    <a:pt x="173" y="0"/>
                    <a:pt x="156" y="6"/>
                    <a:pt x="146" y="16"/>
                  </a:cubicBezTo>
                  <a:lnTo>
                    <a:pt x="20" y="81"/>
                  </a:lnTo>
                  <a:cubicBezTo>
                    <a:pt x="0" y="101"/>
                    <a:pt x="0" y="122"/>
                    <a:pt x="20" y="142"/>
                  </a:cubicBezTo>
                  <a:lnTo>
                    <a:pt x="272" y="288"/>
                  </a:lnTo>
                  <a:lnTo>
                    <a:pt x="358" y="288"/>
                  </a:lnTo>
                  <a:lnTo>
                    <a:pt x="484" y="207"/>
                  </a:lnTo>
                  <a:cubicBezTo>
                    <a:pt x="505" y="207"/>
                    <a:pt x="505" y="162"/>
                    <a:pt x="484" y="162"/>
                  </a:cubicBezTo>
                  <a:lnTo>
                    <a:pt x="232" y="16"/>
                  </a:lnTo>
                  <a:cubicBezTo>
                    <a:pt x="222" y="6"/>
                    <a:pt x="206" y="0"/>
                    <a:pt x="1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5"/>
            <p:cNvSpPr/>
            <p:nvPr/>
          </p:nvSpPr>
          <p:spPr>
            <a:xfrm>
              <a:off x="6610494" y="2464029"/>
              <a:ext cx="60052" cy="34178"/>
            </a:xfrm>
            <a:custGeom>
              <a:avLst/>
              <a:gdLst/>
              <a:ahLst/>
              <a:cxnLst/>
              <a:rect l="l" t="t" r="r" b="b"/>
              <a:pathLst>
                <a:path w="506" h="288" extrusionOk="0">
                  <a:moveTo>
                    <a:pt x="188" y="0"/>
                  </a:moveTo>
                  <a:cubicBezTo>
                    <a:pt x="172" y="0"/>
                    <a:pt x="157" y="5"/>
                    <a:pt x="147" y="16"/>
                  </a:cubicBezTo>
                  <a:lnTo>
                    <a:pt x="21" y="81"/>
                  </a:lnTo>
                  <a:cubicBezTo>
                    <a:pt x="1" y="101"/>
                    <a:pt x="1" y="121"/>
                    <a:pt x="21" y="142"/>
                  </a:cubicBezTo>
                  <a:lnTo>
                    <a:pt x="253" y="288"/>
                  </a:lnTo>
                  <a:lnTo>
                    <a:pt x="359" y="288"/>
                  </a:lnTo>
                  <a:lnTo>
                    <a:pt x="485" y="207"/>
                  </a:lnTo>
                  <a:cubicBezTo>
                    <a:pt x="505" y="207"/>
                    <a:pt x="505" y="162"/>
                    <a:pt x="485" y="162"/>
                  </a:cubicBezTo>
                  <a:lnTo>
                    <a:pt x="233" y="16"/>
                  </a:lnTo>
                  <a:cubicBezTo>
                    <a:pt x="220" y="5"/>
                    <a:pt x="204" y="0"/>
                    <a:pt x="1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5"/>
            <p:cNvSpPr/>
            <p:nvPr/>
          </p:nvSpPr>
          <p:spPr>
            <a:xfrm>
              <a:off x="6563261" y="2436496"/>
              <a:ext cx="59933" cy="34772"/>
            </a:xfrm>
            <a:custGeom>
              <a:avLst/>
              <a:gdLst/>
              <a:ahLst/>
              <a:cxnLst/>
              <a:rect l="l" t="t" r="r" b="b"/>
              <a:pathLst>
                <a:path w="505" h="293" extrusionOk="0">
                  <a:moveTo>
                    <a:pt x="187" y="0"/>
                  </a:moveTo>
                  <a:cubicBezTo>
                    <a:pt x="172" y="0"/>
                    <a:pt x="156" y="5"/>
                    <a:pt x="146" y="16"/>
                  </a:cubicBezTo>
                  <a:lnTo>
                    <a:pt x="20" y="81"/>
                  </a:lnTo>
                  <a:cubicBezTo>
                    <a:pt x="0" y="101"/>
                    <a:pt x="0" y="121"/>
                    <a:pt x="20" y="142"/>
                  </a:cubicBezTo>
                  <a:lnTo>
                    <a:pt x="252" y="293"/>
                  </a:lnTo>
                  <a:lnTo>
                    <a:pt x="353" y="293"/>
                  </a:lnTo>
                  <a:lnTo>
                    <a:pt x="479" y="207"/>
                  </a:lnTo>
                  <a:cubicBezTo>
                    <a:pt x="504" y="187"/>
                    <a:pt x="504" y="167"/>
                    <a:pt x="479" y="167"/>
                  </a:cubicBezTo>
                  <a:lnTo>
                    <a:pt x="227" y="16"/>
                  </a:lnTo>
                  <a:cubicBezTo>
                    <a:pt x="217" y="5"/>
                    <a:pt x="202" y="0"/>
                    <a:pt x="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5"/>
            <p:cNvSpPr/>
            <p:nvPr/>
          </p:nvSpPr>
          <p:spPr>
            <a:xfrm>
              <a:off x="6465590" y="2382024"/>
              <a:ext cx="107287" cy="61118"/>
            </a:xfrm>
            <a:custGeom>
              <a:avLst/>
              <a:gdLst/>
              <a:ahLst/>
              <a:cxnLst/>
              <a:rect l="l" t="t" r="r" b="b"/>
              <a:pathLst>
                <a:path w="904" h="515" extrusionOk="0">
                  <a:moveTo>
                    <a:pt x="210" y="0"/>
                  </a:moveTo>
                  <a:cubicBezTo>
                    <a:pt x="191" y="0"/>
                    <a:pt x="170" y="5"/>
                    <a:pt x="147" y="15"/>
                  </a:cubicBezTo>
                  <a:lnTo>
                    <a:pt x="21" y="76"/>
                  </a:lnTo>
                  <a:cubicBezTo>
                    <a:pt x="1" y="96"/>
                    <a:pt x="1" y="121"/>
                    <a:pt x="21" y="142"/>
                  </a:cubicBezTo>
                  <a:lnTo>
                    <a:pt x="672" y="500"/>
                  </a:lnTo>
                  <a:cubicBezTo>
                    <a:pt x="684" y="510"/>
                    <a:pt x="701" y="515"/>
                    <a:pt x="716" y="515"/>
                  </a:cubicBezTo>
                  <a:cubicBezTo>
                    <a:pt x="732" y="515"/>
                    <a:pt x="747" y="510"/>
                    <a:pt x="757" y="500"/>
                  </a:cubicBezTo>
                  <a:lnTo>
                    <a:pt x="884" y="434"/>
                  </a:lnTo>
                  <a:cubicBezTo>
                    <a:pt x="904" y="414"/>
                    <a:pt x="904" y="394"/>
                    <a:pt x="884" y="374"/>
                  </a:cubicBezTo>
                  <a:lnTo>
                    <a:pt x="253" y="15"/>
                  </a:lnTo>
                  <a:cubicBezTo>
                    <a:pt x="243" y="5"/>
                    <a:pt x="228" y="0"/>
                    <a:pt x="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5"/>
            <p:cNvSpPr/>
            <p:nvPr/>
          </p:nvSpPr>
          <p:spPr>
            <a:xfrm>
              <a:off x="6779963" y="2641212"/>
              <a:ext cx="62307" cy="34297"/>
            </a:xfrm>
            <a:custGeom>
              <a:avLst/>
              <a:gdLst/>
              <a:ahLst/>
              <a:cxnLst/>
              <a:rect l="l" t="t" r="r" b="b"/>
              <a:pathLst>
                <a:path w="525" h="289" extrusionOk="0">
                  <a:moveTo>
                    <a:pt x="211" y="1"/>
                  </a:moveTo>
                  <a:cubicBezTo>
                    <a:pt x="196" y="1"/>
                    <a:pt x="179" y="6"/>
                    <a:pt x="167" y="16"/>
                  </a:cubicBezTo>
                  <a:lnTo>
                    <a:pt x="41" y="81"/>
                  </a:lnTo>
                  <a:cubicBezTo>
                    <a:pt x="0" y="101"/>
                    <a:pt x="0" y="122"/>
                    <a:pt x="41" y="142"/>
                  </a:cubicBezTo>
                  <a:lnTo>
                    <a:pt x="273" y="288"/>
                  </a:lnTo>
                  <a:lnTo>
                    <a:pt x="378" y="288"/>
                  </a:lnTo>
                  <a:lnTo>
                    <a:pt x="484" y="207"/>
                  </a:lnTo>
                  <a:cubicBezTo>
                    <a:pt x="525" y="207"/>
                    <a:pt x="525" y="162"/>
                    <a:pt x="484" y="162"/>
                  </a:cubicBezTo>
                  <a:lnTo>
                    <a:pt x="252" y="16"/>
                  </a:lnTo>
                  <a:cubicBezTo>
                    <a:pt x="242" y="6"/>
                    <a:pt x="227" y="1"/>
                    <a:pt x="21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5"/>
            <p:cNvSpPr/>
            <p:nvPr/>
          </p:nvSpPr>
          <p:spPr>
            <a:xfrm>
              <a:off x="6732611" y="2613679"/>
              <a:ext cx="62426" cy="34297"/>
            </a:xfrm>
            <a:custGeom>
              <a:avLst/>
              <a:gdLst/>
              <a:ahLst/>
              <a:cxnLst/>
              <a:rect l="l" t="t" r="r" b="b"/>
              <a:pathLst>
                <a:path w="526" h="289" extrusionOk="0">
                  <a:moveTo>
                    <a:pt x="207" y="1"/>
                  </a:moveTo>
                  <a:cubicBezTo>
                    <a:pt x="189" y="1"/>
                    <a:pt x="167" y="6"/>
                    <a:pt x="147" y="16"/>
                  </a:cubicBezTo>
                  <a:lnTo>
                    <a:pt x="41" y="81"/>
                  </a:lnTo>
                  <a:cubicBezTo>
                    <a:pt x="1" y="101"/>
                    <a:pt x="1" y="122"/>
                    <a:pt x="41" y="142"/>
                  </a:cubicBezTo>
                  <a:lnTo>
                    <a:pt x="273" y="288"/>
                  </a:lnTo>
                  <a:lnTo>
                    <a:pt x="359" y="288"/>
                  </a:lnTo>
                  <a:lnTo>
                    <a:pt x="485" y="207"/>
                  </a:lnTo>
                  <a:cubicBezTo>
                    <a:pt x="525" y="207"/>
                    <a:pt x="525" y="162"/>
                    <a:pt x="485" y="162"/>
                  </a:cubicBezTo>
                  <a:lnTo>
                    <a:pt x="253" y="16"/>
                  </a:lnTo>
                  <a:cubicBezTo>
                    <a:pt x="243" y="6"/>
                    <a:pt x="226" y="1"/>
                    <a:pt x="2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5"/>
            <p:cNvSpPr/>
            <p:nvPr/>
          </p:nvSpPr>
          <p:spPr>
            <a:xfrm>
              <a:off x="6542848" y="2504141"/>
              <a:ext cx="202468" cy="116895"/>
            </a:xfrm>
            <a:custGeom>
              <a:avLst/>
              <a:gdLst/>
              <a:ahLst/>
              <a:cxnLst/>
              <a:rect l="l" t="t" r="r" b="b"/>
              <a:pathLst>
                <a:path w="1706" h="985" extrusionOk="0">
                  <a:moveTo>
                    <a:pt x="192" y="0"/>
                  </a:moveTo>
                  <a:cubicBezTo>
                    <a:pt x="176" y="0"/>
                    <a:pt x="159" y="5"/>
                    <a:pt x="147" y="16"/>
                  </a:cubicBezTo>
                  <a:lnTo>
                    <a:pt x="21" y="76"/>
                  </a:lnTo>
                  <a:cubicBezTo>
                    <a:pt x="1" y="101"/>
                    <a:pt x="1" y="121"/>
                    <a:pt x="21" y="142"/>
                  </a:cubicBezTo>
                  <a:lnTo>
                    <a:pt x="1474" y="984"/>
                  </a:lnTo>
                  <a:lnTo>
                    <a:pt x="1559" y="984"/>
                  </a:lnTo>
                  <a:lnTo>
                    <a:pt x="1685" y="898"/>
                  </a:lnTo>
                  <a:cubicBezTo>
                    <a:pt x="1706" y="878"/>
                    <a:pt x="1706" y="858"/>
                    <a:pt x="1685" y="858"/>
                  </a:cubicBezTo>
                  <a:lnTo>
                    <a:pt x="233" y="16"/>
                  </a:lnTo>
                  <a:cubicBezTo>
                    <a:pt x="222" y="5"/>
                    <a:pt x="207" y="0"/>
                    <a:pt x="1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5"/>
            <p:cNvSpPr/>
            <p:nvPr/>
          </p:nvSpPr>
          <p:spPr>
            <a:xfrm>
              <a:off x="6493123" y="2476609"/>
              <a:ext cx="62426" cy="33585"/>
            </a:xfrm>
            <a:custGeom>
              <a:avLst/>
              <a:gdLst/>
              <a:ahLst/>
              <a:cxnLst/>
              <a:rect l="l" t="t" r="r" b="b"/>
              <a:pathLst>
                <a:path w="526" h="283" extrusionOk="0">
                  <a:moveTo>
                    <a:pt x="208" y="0"/>
                  </a:moveTo>
                  <a:cubicBezTo>
                    <a:pt x="189" y="0"/>
                    <a:pt x="167" y="5"/>
                    <a:pt x="147" y="15"/>
                  </a:cubicBezTo>
                  <a:lnTo>
                    <a:pt x="41" y="81"/>
                  </a:lnTo>
                  <a:cubicBezTo>
                    <a:pt x="1" y="101"/>
                    <a:pt x="1" y="121"/>
                    <a:pt x="41" y="142"/>
                  </a:cubicBezTo>
                  <a:lnTo>
                    <a:pt x="273" y="268"/>
                  </a:lnTo>
                  <a:cubicBezTo>
                    <a:pt x="283" y="278"/>
                    <a:pt x="300" y="283"/>
                    <a:pt x="319" y="283"/>
                  </a:cubicBezTo>
                  <a:cubicBezTo>
                    <a:pt x="338" y="283"/>
                    <a:pt x="359" y="278"/>
                    <a:pt x="379" y="268"/>
                  </a:cubicBezTo>
                  <a:lnTo>
                    <a:pt x="485" y="207"/>
                  </a:lnTo>
                  <a:cubicBezTo>
                    <a:pt x="525" y="182"/>
                    <a:pt x="525" y="162"/>
                    <a:pt x="485" y="142"/>
                  </a:cubicBezTo>
                  <a:lnTo>
                    <a:pt x="253" y="15"/>
                  </a:lnTo>
                  <a:cubicBezTo>
                    <a:pt x="243" y="5"/>
                    <a:pt x="227" y="0"/>
                    <a:pt x="2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5"/>
            <p:cNvSpPr/>
            <p:nvPr/>
          </p:nvSpPr>
          <p:spPr>
            <a:xfrm>
              <a:off x="6445890" y="2449076"/>
              <a:ext cx="59933" cy="33585"/>
            </a:xfrm>
            <a:custGeom>
              <a:avLst/>
              <a:gdLst/>
              <a:ahLst/>
              <a:cxnLst/>
              <a:rect l="l" t="t" r="r" b="b"/>
              <a:pathLst>
                <a:path w="505" h="283" extrusionOk="0">
                  <a:moveTo>
                    <a:pt x="207" y="0"/>
                  </a:moveTo>
                  <a:cubicBezTo>
                    <a:pt x="188" y="0"/>
                    <a:pt x="167" y="5"/>
                    <a:pt x="147" y="15"/>
                  </a:cubicBezTo>
                  <a:lnTo>
                    <a:pt x="21" y="81"/>
                  </a:lnTo>
                  <a:cubicBezTo>
                    <a:pt x="0" y="101"/>
                    <a:pt x="0" y="121"/>
                    <a:pt x="21" y="142"/>
                  </a:cubicBezTo>
                  <a:lnTo>
                    <a:pt x="273" y="268"/>
                  </a:lnTo>
                  <a:cubicBezTo>
                    <a:pt x="283" y="278"/>
                    <a:pt x="298" y="283"/>
                    <a:pt x="314" y="283"/>
                  </a:cubicBezTo>
                  <a:cubicBezTo>
                    <a:pt x="329" y="283"/>
                    <a:pt x="346" y="278"/>
                    <a:pt x="358" y="268"/>
                  </a:cubicBezTo>
                  <a:lnTo>
                    <a:pt x="485" y="207"/>
                  </a:lnTo>
                  <a:cubicBezTo>
                    <a:pt x="505" y="187"/>
                    <a:pt x="505" y="162"/>
                    <a:pt x="485" y="142"/>
                  </a:cubicBezTo>
                  <a:lnTo>
                    <a:pt x="253" y="15"/>
                  </a:lnTo>
                  <a:cubicBezTo>
                    <a:pt x="242" y="5"/>
                    <a:pt x="226" y="0"/>
                    <a:pt x="2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5"/>
            <p:cNvSpPr/>
            <p:nvPr/>
          </p:nvSpPr>
          <p:spPr>
            <a:xfrm>
              <a:off x="6398538" y="2421543"/>
              <a:ext cx="60052" cy="34060"/>
            </a:xfrm>
            <a:custGeom>
              <a:avLst/>
              <a:gdLst/>
              <a:ahLst/>
              <a:cxnLst/>
              <a:rect l="l" t="t" r="r" b="b"/>
              <a:pathLst>
                <a:path w="506" h="287" extrusionOk="0">
                  <a:moveTo>
                    <a:pt x="191" y="0"/>
                  </a:moveTo>
                  <a:cubicBezTo>
                    <a:pt x="172" y="0"/>
                    <a:pt x="157" y="5"/>
                    <a:pt x="147" y="15"/>
                  </a:cubicBezTo>
                  <a:lnTo>
                    <a:pt x="21" y="81"/>
                  </a:lnTo>
                  <a:cubicBezTo>
                    <a:pt x="1" y="101"/>
                    <a:pt x="1" y="121"/>
                    <a:pt x="21" y="121"/>
                  </a:cubicBezTo>
                  <a:lnTo>
                    <a:pt x="273" y="268"/>
                  </a:lnTo>
                  <a:cubicBezTo>
                    <a:pt x="283" y="280"/>
                    <a:pt x="298" y="287"/>
                    <a:pt x="314" y="287"/>
                  </a:cubicBezTo>
                  <a:cubicBezTo>
                    <a:pt x="329" y="287"/>
                    <a:pt x="344" y="280"/>
                    <a:pt x="354" y="268"/>
                  </a:cubicBezTo>
                  <a:lnTo>
                    <a:pt x="480" y="207"/>
                  </a:lnTo>
                  <a:cubicBezTo>
                    <a:pt x="505" y="187"/>
                    <a:pt x="505" y="167"/>
                    <a:pt x="480" y="142"/>
                  </a:cubicBezTo>
                  <a:lnTo>
                    <a:pt x="253" y="15"/>
                  </a:lnTo>
                  <a:cubicBezTo>
                    <a:pt x="230" y="5"/>
                    <a:pt x="209" y="0"/>
                    <a:pt x="1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5"/>
            <p:cNvSpPr/>
            <p:nvPr/>
          </p:nvSpPr>
          <p:spPr>
            <a:xfrm>
              <a:off x="6884635" y="2662811"/>
              <a:ext cx="32518" cy="25278"/>
            </a:xfrm>
            <a:custGeom>
              <a:avLst/>
              <a:gdLst/>
              <a:ahLst/>
              <a:cxnLst/>
              <a:rect l="l" t="t" r="r" b="b"/>
              <a:pathLst>
                <a:path w="274" h="213" extrusionOk="0">
                  <a:moveTo>
                    <a:pt x="253" y="0"/>
                  </a:moveTo>
                  <a:lnTo>
                    <a:pt x="21" y="126"/>
                  </a:lnTo>
                  <a:cubicBezTo>
                    <a:pt x="1" y="152"/>
                    <a:pt x="1" y="152"/>
                    <a:pt x="1" y="172"/>
                  </a:cubicBezTo>
                  <a:lnTo>
                    <a:pt x="1" y="212"/>
                  </a:lnTo>
                  <a:lnTo>
                    <a:pt x="21" y="212"/>
                  </a:lnTo>
                  <a:lnTo>
                    <a:pt x="253" y="86"/>
                  </a:lnTo>
                  <a:cubicBezTo>
                    <a:pt x="273" y="66"/>
                    <a:pt x="273" y="66"/>
                    <a:pt x="273" y="46"/>
                  </a:cubicBezTo>
                  <a:lnTo>
                    <a:pt x="273" y="0"/>
                  </a:lnTo>
                  <a:close/>
                </a:path>
              </a:pathLst>
            </a:custGeom>
            <a:solidFill>
              <a:srgbClr val="AFAF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5"/>
            <p:cNvSpPr/>
            <p:nvPr/>
          </p:nvSpPr>
          <p:spPr>
            <a:xfrm>
              <a:off x="6927240" y="2638245"/>
              <a:ext cx="32400" cy="25990"/>
            </a:xfrm>
            <a:custGeom>
              <a:avLst/>
              <a:gdLst/>
              <a:ahLst/>
              <a:cxnLst/>
              <a:rect l="l" t="t" r="r" b="b"/>
              <a:pathLst>
                <a:path w="273" h="219" extrusionOk="0">
                  <a:moveTo>
                    <a:pt x="252" y="0"/>
                  </a:moveTo>
                  <a:lnTo>
                    <a:pt x="20" y="147"/>
                  </a:lnTo>
                  <a:cubicBezTo>
                    <a:pt x="0" y="147"/>
                    <a:pt x="0" y="147"/>
                    <a:pt x="0" y="167"/>
                  </a:cubicBezTo>
                  <a:lnTo>
                    <a:pt x="0" y="207"/>
                  </a:lnTo>
                  <a:cubicBezTo>
                    <a:pt x="0" y="207"/>
                    <a:pt x="0" y="218"/>
                    <a:pt x="6" y="218"/>
                  </a:cubicBezTo>
                  <a:cubicBezTo>
                    <a:pt x="9" y="218"/>
                    <a:pt x="14" y="216"/>
                    <a:pt x="20" y="207"/>
                  </a:cubicBezTo>
                  <a:lnTo>
                    <a:pt x="252" y="81"/>
                  </a:lnTo>
                  <a:cubicBezTo>
                    <a:pt x="272" y="81"/>
                    <a:pt x="272" y="61"/>
                    <a:pt x="272" y="61"/>
                  </a:cubicBezTo>
                  <a:lnTo>
                    <a:pt x="272" y="21"/>
                  </a:lnTo>
                  <a:cubicBezTo>
                    <a:pt x="272" y="0"/>
                    <a:pt x="272" y="0"/>
                    <a:pt x="252" y="0"/>
                  </a:cubicBezTo>
                  <a:close/>
                </a:path>
              </a:pathLst>
            </a:custGeom>
            <a:solidFill>
              <a:srgbClr val="AFAF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5"/>
            <p:cNvSpPr/>
            <p:nvPr/>
          </p:nvSpPr>
          <p:spPr>
            <a:xfrm rot="10800000">
              <a:off x="6572755" y="1286663"/>
              <a:ext cx="451577" cy="1291184"/>
            </a:xfrm>
            <a:custGeom>
              <a:avLst/>
              <a:gdLst/>
              <a:ahLst/>
              <a:cxnLst/>
              <a:rect l="l" t="t" r="r" b="b"/>
              <a:pathLst>
                <a:path w="3805" h="10880" extrusionOk="0">
                  <a:moveTo>
                    <a:pt x="78" y="0"/>
                  </a:moveTo>
                  <a:cubicBezTo>
                    <a:pt x="35" y="0"/>
                    <a:pt x="1" y="40"/>
                    <a:pt x="1" y="99"/>
                  </a:cubicBezTo>
                  <a:lnTo>
                    <a:pt x="1" y="2581"/>
                  </a:lnTo>
                  <a:lnTo>
                    <a:pt x="1" y="2748"/>
                  </a:lnTo>
                  <a:lnTo>
                    <a:pt x="1" y="8594"/>
                  </a:lnTo>
                  <a:cubicBezTo>
                    <a:pt x="1" y="8675"/>
                    <a:pt x="66" y="8781"/>
                    <a:pt x="127" y="8826"/>
                  </a:cubicBezTo>
                  <a:lnTo>
                    <a:pt x="3678" y="10864"/>
                  </a:lnTo>
                  <a:cubicBezTo>
                    <a:pt x="3696" y="10875"/>
                    <a:pt x="3713" y="10880"/>
                    <a:pt x="3728" y="10880"/>
                  </a:cubicBezTo>
                  <a:cubicBezTo>
                    <a:pt x="3772" y="10880"/>
                    <a:pt x="3804" y="10841"/>
                    <a:pt x="3804" y="10778"/>
                  </a:cubicBezTo>
                  <a:lnTo>
                    <a:pt x="3804" y="4937"/>
                  </a:lnTo>
                  <a:lnTo>
                    <a:pt x="3804" y="4765"/>
                  </a:lnTo>
                  <a:lnTo>
                    <a:pt x="3804" y="2288"/>
                  </a:lnTo>
                  <a:cubicBezTo>
                    <a:pt x="3804" y="2203"/>
                    <a:pt x="3744" y="2097"/>
                    <a:pt x="3678" y="2056"/>
                  </a:cubicBezTo>
                  <a:lnTo>
                    <a:pt x="127" y="18"/>
                  </a:lnTo>
                  <a:cubicBezTo>
                    <a:pt x="110" y="6"/>
                    <a:pt x="93" y="0"/>
                    <a:pt x="78" y="0"/>
                  </a:cubicBezTo>
                  <a:close/>
                </a:path>
              </a:pathLst>
            </a:custGeom>
            <a:gradFill>
              <a:gsLst>
                <a:gs pos="0">
                  <a:schemeClr val="accent5"/>
                </a:gs>
                <a:gs pos="35000">
                  <a:srgbClr val="FF248A">
                    <a:alpha val="36470"/>
                  </a:srgbClr>
                </a:gs>
                <a:gs pos="100000">
                  <a:srgbClr val="FF248A">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9" name="Google Shape;389;p35"/>
          <p:cNvGrpSpPr/>
          <p:nvPr/>
        </p:nvGrpSpPr>
        <p:grpSpPr>
          <a:xfrm>
            <a:off x="4524910" y="1776863"/>
            <a:ext cx="1514120" cy="2130117"/>
            <a:chOff x="4524910" y="1776863"/>
            <a:chExt cx="1514120" cy="2130117"/>
          </a:xfrm>
        </p:grpSpPr>
        <p:sp>
          <p:nvSpPr>
            <p:cNvPr id="390" name="Google Shape;390;p35"/>
            <p:cNvSpPr/>
            <p:nvPr/>
          </p:nvSpPr>
          <p:spPr>
            <a:xfrm>
              <a:off x="5373236" y="2673640"/>
              <a:ext cx="413837" cy="1069974"/>
            </a:xfrm>
            <a:custGeom>
              <a:avLst/>
              <a:gdLst/>
              <a:ahLst/>
              <a:cxnLst/>
              <a:rect l="l" t="t" r="r" b="b"/>
              <a:pathLst>
                <a:path w="3487" h="9016" extrusionOk="0">
                  <a:moveTo>
                    <a:pt x="1" y="1"/>
                  </a:moveTo>
                  <a:lnTo>
                    <a:pt x="1" y="6977"/>
                  </a:lnTo>
                  <a:lnTo>
                    <a:pt x="3486" y="9015"/>
                  </a:lnTo>
                  <a:lnTo>
                    <a:pt x="3486" y="2018"/>
                  </a:lnTo>
                  <a:lnTo>
                    <a:pt x="1" y="1"/>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5"/>
            <p:cNvSpPr/>
            <p:nvPr/>
          </p:nvSpPr>
          <p:spPr>
            <a:xfrm>
              <a:off x="5373236" y="2705920"/>
              <a:ext cx="413837" cy="291703"/>
            </a:xfrm>
            <a:custGeom>
              <a:avLst/>
              <a:gdLst/>
              <a:ahLst/>
              <a:cxnLst/>
              <a:rect l="l" t="t" r="r" b="b"/>
              <a:pathLst>
                <a:path w="3487" h="2458" extrusionOk="0">
                  <a:moveTo>
                    <a:pt x="1" y="1"/>
                  </a:moveTo>
                  <a:lnTo>
                    <a:pt x="1" y="440"/>
                  </a:lnTo>
                  <a:lnTo>
                    <a:pt x="3486" y="2458"/>
                  </a:lnTo>
                  <a:lnTo>
                    <a:pt x="3486" y="2019"/>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5"/>
            <p:cNvSpPr/>
            <p:nvPr/>
          </p:nvSpPr>
          <p:spPr>
            <a:xfrm>
              <a:off x="5373236" y="2823290"/>
              <a:ext cx="413837" cy="291703"/>
            </a:xfrm>
            <a:custGeom>
              <a:avLst/>
              <a:gdLst/>
              <a:ahLst/>
              <a:cxnLst/>
              <a:rect l="l" t="t" r="r" b="b"/>
              <a:pathLst>
                <a:path w="3487" h="2458" extrusionOk="0">
                  <a:moveTo>
                    <a:pt x="1" y="1"/>
                  </a:moveTo>
                  <a:lnTo>
                    <a:pt x="1" y="440"/>
                  </a:lnTo>
                  <a:lnTo>
                    <a:pt x="3486" y="2457"/>
                  </a:lnTo>
                  <a:lnTo>
                    <a:pt x="3486" y="2018"/>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5"/>
            <p:cNvSpPr/>
            <p:nvPr/>
          </p:nvSpPr>
          <p:spPr>
            <a:xfrm>
              <a:off x="5373236" y="2940660"/>
              <a:ext cx="413837" cy="291703"/>
            </a:xfrm>
            <a:custGeom>
              <a:avLst/>
              <a:gdLst/>
              <a:ahLst/>
              <a:cxnLst/>
              <a:rect l="l" t="t" r="r" b="b"/>
              <a:pathLst>
                <a:path w="3487" h="2458" extrusionOk="0">
                  <a:moveTo>
                    <a:pt x="1" y="0"/>
                  </a:moveTo>
                  <a:lnTo>
                    <a:pt x="1" y="439"/>
                  </a:lnTo>
                  <a:lnTo>
                    <a:pt x="3486" y="2457"/>
                  </a:lnTo>
                  <a:lnTo>
                    <a:pt x="3486" y="2018"/>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5"/>
            <p:cNvSpPr/>
            <p:nvPr/>
          </p:nvSpPr>
          <p:spPr>
            <a:xfrm>
              <a:off x="5373236" y="3057437"/>
              <a:ext cx="413837" cy="292178"/>
            </a:xfrm>
            <a:custGeom>
              <a:avLst/>
              <a:gdLst/>
              <a:ahLst/>
              <a:cxnLst/>
              <a:rect l="l" t="t" r="r" b="b"/>
              <a:pathLst>
                <a:path w="3487" h="2462" extrusionOk="0">
                  <a:moveTo>
                    <a:pt x="1" y="0"/>
                  </a:moveTo>
                  <a:lnTo>
                    <a:pt x="1" y="444"/>
                  </a:lnTo>
                  <a:lnTo>
                    <a:pt x="3486" y="2462"/>
                  </a:lnTo>
                  <a:lnTo>
                    <a:pt x="3486" y="2018"/>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5"/>
            <p:cNvSpPr/>
            <p:nvPr/>
          </p:nvSpPr>
          <p:spPr>
            <a:xfrm>
              <a:off x="5373236" y="3174689"/>
              <a:ext cx="413837" cy="292297"/>
            </a:xfrm>
            <a:custGeom>
              <a:avLst/>
              <a:gdLst/>
              <a:ahLst/>
              <a:cxnLst/>
              <a:rect l="l" t="t" r="r" b="b"/>
              <a:pathLst>
                <a:path w="3487" h="2463" extrusionOk="0">
                  <a:moveTo>
                    <a:pt x="1" y="1"/>
                  </a:moveTo>
                  <a:lnTo>
                    <a:pt x="1" y="445"/>
                  </a:lnTo>
                  <a:lnTo>
                    <a:pt x="3486" y="2462"/>
                  </a:lnTo>
                  <a:lnTo>
                    <a:pt x="3486" y="2019"/>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5"/>
            <p:cNvSpPr/>
            <p:nvPr/>
          </p:nvSpPr>
          <p:spPr>
            <a:xfrm>
              <a:off x="5373236" y="3292059"/>
              <a:ext cx="413837" cy="292297"/>
            </a:xfrm>
            <a:custGeom>
              <a:avLst/>
              <a:gdLst/>
              <a:ahLst/>
              <a:cxnLst/>
              <a:rect l="l" t="t" r="r" b="b"/>
              <a:pathLst>
                <a:path w="3487" h="2463" extrusionOk="0">
                  <a:moveTo>
                    <a:pt x="1" y="0"/>
                  </a:moveTo>
                  <a:lnTo>
                    <a:pt x="1" y="444"/>
                  </a:lnTo>
                  <a:lnTo>
                    <a:pt x="3486" y="2462"/>
                  </a:lnTo>
                  <a:lnTo>
                    <a:pt x="3486" y="2018"/>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5"/>
            <p:cNvSpPr/>
            <p:nvPr/>
          </p:nvSpPr>
          <p:spPr>
            <a:xfrm>
              <a:off x="5373236" y="3409430"/>
              <a:ext cx="413837" cy="291584"/>
            </a:xfrm>
            <a:custGeom>
              <a:avLst/>
              <a:gdLst/>
              <a:ahLst/>
              <a:cxnLst/>
              <a:rect l="l" t="t" r="r" b="b"/>
              <a:pathLst>
                <a:path w="3487" h="2457" extrusionOk="0">
                  <a:moveTo>
                    <a:pt x="1" y="0"/>
                  </a:moveTo>
                  <a:lnTo>
                    <a:pt x="1" y="439"/>
                  </a:lnTo>
                  <a:lnTo>
                    <a:pt x="3486" y="2457"/>
                  </a:lnTo>
                  <a:lnTo>
                    <a:pt x="3486" y="2018"/>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5"/>
            <p:cNvSpPr/>
            <p:nvPr/>
          </p:nvSpPr>
          <p:spPr>
            <a:xfrm>
              <a:off x="5786940" y="2768224"/>
              <a:ext cx="252076" cy="975390"/>
            </a:xfrm>
            <a:custGeom>
              <a:avLst/>
              <a:gdLst/>
              <a:ahLst/>
              <a:cxnLst/>
              <a:rect l="l" t="t" r="r" b="b"/>
              <a:pathLst>
                <a:path w="2124" h="8219" extrusionOk="0">
                  <a:moveTo>
                    <a:pt x="2124" y="1"/>
                  </a:moveTo>
                  <a:lnTo>
                    <a:pt x="0" y="1221"/>
                  </a:lnTo>
                  <a:lnTo>
                    <a:pt x="0" y="8218"/>
                  </a:lnTo>
                  <a:lnTo>
                    <a:pt x="2124" y="6977"/>
                  </a:lnTo>
                  <a:lnTo>
                    <a:pt x="212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5"/>
            <p:cNvSpPr/>
            <p:nvPr/>
          </p:nvSpPr>
          <p:spPr>
            <a:xfrm>
              <a:off x="5786940" y="2800504"/>
              <a:ext cx="252076" cy="197119"/>
            </a:xfrm>
            <a:custGeom>
              <a:avLst/>
              <a:gdLst/>
              <a:ahLst/>
              <a:cxnLst/>
              <a:rect l="l" t="t" r="r" b="b"/>
              <a:pathLst>
                <a:path w="2124" h="1661" extrusionOk="0">
                  <a:moveTo>
                    <a:pt x="2124" y="1"/>
                  </a:moveTo>
                  <a:lnTo>
                    <a:pt x="0" y="1222"/>
                  </a:lnTo>
                  <a:lnTo>
                    <a:pt x="0" y="1661"/>
                  </a:lnTo>
                  <a:lnTo>
                    <a:pt x="2124" y="445"/>
                  </a:lnTo>
                  <a:lnTo>
                    <a:pt x="212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5"/>
            <p:cNvSpPr/>
            <p:nvPr/>
          </p:nvSpPr>
          <p:spPr>
            <a:xfrm>
              <a:off x="5786940" y="2917875"/>
              <a:ext cx="252076" cy="197119"/>
            </a:xfrm>
            <a:custGeom>
              <a:avLst/>
              <a:gdLst/>
              <a:ahLst/>
              <a:cxnLst/>
              <a:rect l="l" t="t" r="r" b="b"/>
              <a:pathLst>
                <a:path w="2124" h="1661" extrusionOk="0">
                  <a:moveTo>
                    <a:pt x="2124" y="1"/>
                  </a:moveTo>
                  <a:lnTo>
                    <a:pt x="0" y="1221"/>
                  </a:lnTo>
                  <a:lnTo>
                    <a:pt x="0" y="1660"/>
                  </a:lnTo>
                  <a:lnTo>
                    <a:pt x="2124" y="445"/>
                  </a:lnTo>
                  <a:lnTo>
                    <a:pt x="212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5"/>
            <p:cNvSpPr/>
            <p:nvPr/>
          </p:nvSpPr>
          <p:spPr>
            <a:xfrm>
              <a:off x="5786940" y="3035245"/>
              <a:ext cx="252076" cy="197119"/>
            </a:xfrm>
            <a:custGeom>
              <a:avLst/>
              <a:gdLst/>
              <a:ahLst/>
              <a:cxnLst/>
              <a:rect l="l" t="t" r="r" b="b"/>
              <a:pathLst>
                <a:path w="2124" h="1661" extrusionOk="0">
                  <a:moveTo>
                    <a:pt x="2124" y="0"/>
                  </a:moveTo>
                  <a:lnTo>
                    <a:pt x="0" y="1221"/>
                  </a:lnTo>
                  <a:lnTo>
                    <a:pt x="0" y="1660"/>
                  </a:lnTo>
                  <a:lnTo>
                    <a:pt x="2124" y="439"/>
                  </a:lnTo>
                  <a:lnTo>
                    <a:pt x="2124"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5"/>
            <p:cNvSpPr/>
            <p:nvPr/>
          </p:nvSpPr>
          <p:spPr>
            <a:xfrm>
              <a:off x="5786940" y="3152615"/>
              <a:ext cx="252076" cy="197001"/>
            </a:xfrm>
            <a:custGeom>
              <a:avLst/>
              <a:gdLst/>
              <a:ahLst/>
              <a:cxnLst/>
              <a:rect l="l" t="t" r="r" b="b"/>
              <a:pathLst>
                <a:path w="2124" h="1660" extrusionOk="0">
                  <a:moveTo>
                    <a:pt x="2124" y="0"/>
                  </a:moveTo>
                  <a:lnTo>
                    <a:pt x="0" y="1216"/>
                  </a:lnTo>
                  <a:lnTo>
                    <a:pt x="0" y="1660"/>
                  </a:lnTo>
                  <a:lnTo>
                    <a:pt x="2124" y="439"/>
                  </a:lnTo>
                  <a:lnTo>
                    <a:pt x="2124"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5"/>
            <p:cNvSpPr/>
            <p:nvPr/>
          </p:nvSpPr>
          <p:spPr>
            <a:xfrm>
              <a:off x="5786940" y="3269867"/>
              <a:ext cx="252076" cy="197119"/>
            </a:xfrm>
            <a:custGeom>
              <a:avLst/>
              <a:gdLst/>
              <a:ahLst/>
              <a:cxnLst/>
              <a:rect l="l" t="t" r="r" b="b"/>
              <a:pathLst>
                <a:path w="2124" h="1661" extrusionOk="0">
                  <a:moveTo>
                    <a:pt x="2124" y="1"/>
                  </a:moveTo>
                  <a:lnTo>
                    <a:pt x="0" y="1217"/>
                  </a:lnTo>
                  <a:lnTo>
                    <a:pt x="0" y="1660"/>
                  </a:lnTo>
                  <a:lnTo>
                    <a:pt x="2124" y="440"/>
                  </a:lnTo>
                  <a:lnTo>
                    <a:pt x="212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5"/>
            <p:cNvSpPr/>
            <p:nvPr/>
          </p:nvSpPr>
          <p:spPr>
            <a:xfrm>
              <a:off x="5786940" y="3386644"/>
              <a:ext cx="252076" cy="197713"/>
            </a:xfrm>
            <a:custGeom>
              <a:avLst/>
              <a:gdLst/>
              <a:ahLst/>
              <a:cxnLst/>
              <a:rect l="l" t="t" r="r" b="b"/>
              <a:pathLst>
                <a:path w="2124" h="1666" extrusionOk="0">
                  <a:moveTo>
                    <a:pt x="2124" y="1"/>
                  </a:moveTo>
                  <a:lnTo>
                    <a:pt x="0" y="1221"/>
                  </a:lnTo>
                  <a:lnTo>
                    <a:pt x="0" y="1665"/>
                  </a:lnTo>
                  <a:lnTo>
                    <a:pt x="2124" y="444"/>
                  </a:lnTo>
                  <a:lnTo>
                    <a:pt x="2124" y="1"/>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5"/>
            <p:cNvSpPr/>
            <p:nvPr/>
          </p:nvSpPr>
          <p:spPr>
            <a:xfrm>
              <a:off x="5786940" y="3504014"/>
              <a:ext cx="252076" cy="197000"/>
            </a:xfrm>
            <a:custGeom>
              <a:avLst/>
              <a:gdLst/>
              <a:ahLst/>
              <a:cxnLst/>
              <a:rect l="l" t="t" r="r" b="b"/>
              <a:pathLst>
                <a:path w="2124" h="1660" extrusionOk="0">
                  <a:moveTo>
                    <a:pt x="2124" y="0"/>
                  </a:moveTo>
                  <a:lnTo>
                    <a:pt x="0" y="1221"/>
                  </a:lnTo>
                  <a:lnTo>
                    <a:pt x="0" y="1660"/>
                  </a:lnTo>
                  <a:lnTo>
                    <a:pt x="2124" y="444"/>
                  </a:lnTo>
                  <a:lnTo>
                    <a:pt x="2124" y="0"/>
                  </a:lnTo>
                  <a:close/>
                </a:path>
              </a:pathLst>
            </a:custGeom>
            <a:gradFill>
              <a:gsLst>
                <a:gs pos="0">
                  <a:schemeClr val="accent4"/>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5"/>
            <p:cNvSpPr/>
            <p:nvPr/>
          </p:nvSpPr>
          <p:spPr>
            <a:xfrm>
              <a:off x="5373236" y="2528737"/>
              <a:ext cx="665795" cy="384507"/>
            </a:xfrm>
            <a:custGeom>
              <a:avLst/>
              <a:gdLst/>
              <a:ahLst/>
              <a:cxnLst/>
              <a:rect l="l" t="t" r="r" b="b"/>
              <a:pathLst>
                <a:path w="5610" h="3240" extrusionOk="0">
                  <a:moveTo>
                    <a:pt x="2119" y="1"/>
                  </a:moveTo>
                  <a:lnTo>
                    <a:pt x="1" y="1222"/>
                  </a:lnTo>
                  <a:lnTo>
                    <a:pt x="3486" y="3239"/>
                  </a:lnTo>
                  <a:lnTo>
                    <a:pt x="5610" y="2019"/>
                  </a:lnTo>
                  <a:lnTo>
                    <a:pt x="2119" y="1"/>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5"/>
            <p:cNvSpPr/>
            <p:nvPr/>
          </p:nvSpPr>
          <p:spPr>
            <a:xfrm>
              <a:off x="5457614" y="2626407"/>
              <a:ext cx="167220" cy="97076"/>
            </a:xfrm>
            <a:custGeom>
              <a:avLst/>
              <a:gdLst/>
              <a:ahLst/>
              <a:cxnLst/>
              <a:rect l="l" t="t" r="r" b="b"/>
              <a:pathLst>
                <a:path w="1409" h="818" extrusionOk="0">
                  <a:moveTo>
                    <a:pt x="717" y="0"/>
                  </a:moveTo>
                  <a:lnTo>
                    <a:pt x="1" y="419"/>
                  </a:lnTo>
                  <a:lnTo>
                    <a:pt x="717" y="817"/>
                  </a:lnTo>
                  <a:lnTo>
                    <a:pt x="1408" y="419"/>
                  </a:lnTo>
                  <a:lnTo>
                    <a:pt x="717" y="0"/>
                  </a:lnTo>
                  <a:close/>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5"/>
            <p:cNvSpPr/>
            <p:nvPr/>
          </p:nvSpPr>
          <p:spPr>
            <a:xfrm>
              <a:off x="5754542" y="2722890"/>
              <a:ext cx="162354" cy="86039"/>
            </a:xfrm>
            <a:custGeom>
              <a:avLst/>
              <a:gdLst/>
              <a:ahLst/>
              <a:cxnLst/>
              <a:rect l="l" t="t" r="r" b="b"/>
              <a:pathLst>
                <a:path w="1368" h="725" extrusionOk="0">
                  <a:moveTo>
                    <a:pt x="687" y="0"/>
                  </a:moveTo>
                  <a:cubicBezTo>
                    <a:pt x="527" y="0"/>
                    <a:pt x="369" y="37"/>
                    <a:pt x="253" y="110"/>
                  </a:cubicBezTo>
                  <a:cubicBezTo>
                    <a:pt x="1" y="236"/>
                    <a:pt x="1" y="468"/>
                    <a:pt x="253" y="615"/>
                  </a:cubicBezTo>
                  <a:cubicBezTo>
                    <a:pt x="369" y="688"/>
                    <a:pt x="527" y="724"/>
                    <a:pt x="687" y="724"/>
                  </a:cubicBezTo>
                  <a:cubicBezTo>
                    <a:pt x="847" y="724"/>
                    <a:pt x="1010" y="688"/>
                    <a:pt x="1136" y="615"/>
                  </a:cubicBezTo>
                  <a:cubicBezTo>
                    <a:pt x="1368" y="468"/>
                    <a:pt x="1368" y="236"/>
                    <a:pt x="1136" y="110"/>
                  </a:cubicBezTo>
                  <a:cubicBezTo>
                    <a:pt x="1010" y="37"/>
                    <a:pt x="847" y="0"/>
                    <a:pt x="687" y="0"/>
                  </a:cubicBezTo>
                  <a:close/>
                </a:path>
              </a:pathLst>
            </a:custGeom>
            <a:gradFill>
              <a:gsLst>
                <a:gs pos="0">
                  <a:schemeClr val="accent1"/>
                </a:gs>
                <a:gs pos="100000">
                  <a:schemeClr val="dk2"/>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5"/>
            <p:cNvSpPr/>
            <p:nvPr/>
          </p:nvSpPr>
          <p:spPr>
            <a:xfrm>
              <a:off x="5373236" y="1776863"/>
              <a:ext cx="665795" cy="1134533"/>
            </a:xfrm>
            <a:custGeom>
              <a:avLst/>
              <a:gdLst/>
              <a:ahLst/>
              <a:cxnLst/>
              <a:rect l="l" t="t" r="r" b="b"/>
              <a:pathLst>
                <a:path w="5610" h="9560" extrusionOk="0">
                  <a:moveTo>
                    <a:pt x="2119" y="0"/>
                  </a:moveTo>
                  <a:lnTo>
                    <a:pt x="1" y="1216"/>
                  </a:lnTo>
                  <a:lnTo>
                    <a:pt x="1" y="7542"/>
                  </a:lnTo>
                  <a:lnTo>
                    <a:pt x="3486" y="9559"/>
                  </a:lnTo>
                  <a:lnTo>
                    <a:pt x="5610" y="8344"/>
                  </a:lnTo>
                  <a:lnTo>
                    <a:pt x="5610" y="2018"/>
                  </a:lnTo>
                  <a:lnTo>
                    <a:pt x="2119" y="0"/>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5"/>
            <p:cNvSpPr/>
            <p:nvPr/>
          </p:nvSpPr>
          <p:spPr>
            <a:xfrm rot="10800000">
              <a:off x="4524910" y="3060945"/>
              <a:ext cx="1135174" cy="846034"/>
            </a:xfrm>
            <a:custGeom>
              <a:avLst/>
              <a:gdLst/>
              <a:ahLst/>
              <a:cxnLst/>
              <a:rect l="l" t="t" r="r" b="b"/>
              <a:pathLst>
                <a:path w="9565" h="7129" extrusionOk="0">
                  <a:moveTo>
                    <a:pt x="8178" y="1"/>
                  </a:moveTo>
                  <a:lnTo>
                    <a:pt x="0" y="4732"/>
                  </a:lnTo>
                  <a:lnTo>
                    <a:pt x="0" y="6331"/>
                  </a:lnTo>
                  <a:lnTo>
                    <a:pt x="1388" y="7128"/>
                  </a:lnTo>
                  <a:lnTo>
                    <a:pt x="9565" y="2397"/>
                  </a:lnTo>
                  <a:lnTo>
                    <a:pt x="9565" y="803"/>
                  </a:lnTo>
                  <a:lnTo>
                    <a:pt x="8178" y="1"/>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1" name="Google Shape;411;p35"/>
          <p:cNvGrpSpPr/>
          <p:nvPr/>
        </p:nvGrpSpPr>
        <p:grpSpPr>
          <a:xfrm>
            <a:off x="5445290" y="2712676"/>
            <a:ext cx="1704012" cy="1958393"/>
            <a:chOff x="5445290" y="2712676"/>
            <a:chExt cx="1704012" cy="1958393"/>
          </a:xfrm>
        </p:grpSpPr>
        <p:sp>
          <p:nvSpPr>
            <p:cNvPr id="412" name="Google Shape;412;p35"/>
            <p:cNvSpPr/>
            <p:nvPr/>
          </p:nvSpPr>
          <p:spPr>
            <a:xfrm>
              <a:off x="6188350" y="3579547"/>
              <a:ext cx="646687" cy="818501"/>
            </a:xfrm>
            <a:custGeom>
              <a:avLst/>
              <a:gdLst/>
              <a:ahLst/>
              <a:cxnLst/>
              <a:rect l="l" t="t" r="r" b="b"/>
              <a:pathLst>
                <a:path w="5449" h="6897" extrusionOk="0">
                  <a:moveTo>
                    <a:pt x="0" y="1"/>
                  </a:moveTo>
                  <a:lnTo>
                    <a:pt x="0" y="3744"/>
                  </a:lnTo>
                  <a:lnTo>
                    <a:pt x="5448" y="6897"/>
                  </a:lnTo>
                  <a:lnTo>
                    <a:pt x="5448" y="3154"/>
                  </a:lnTo>
                  <a:lnTo>
                    <a:pt x="0" y="1"/>
                  </a:lnTo>
                  <a:close/>
                </a:path>
              </a:pathLst>
            </a:custGeom>
            <a:gradFill>
              <a:gsLst>
                <a:gs pos="0">
                  <a:schemeClr val="accen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5"/>
            <p:cNvSpPr/>
            <p:nvPr/>
          </p:nvSpPr>
          <p:spPr>
            <a:xfrm>
              <a:off x="6682161" y="3919078"/>
              <a:ext cx="48065" cy="124609"/>
            </a:xfrm>
            <a:custGeom>
              <a:avLst/>
              <a:gdLst/>
              <a:ahLst/>
              <a:cxnLst/>
              <a:rect l="l" t="t" r="r" b="b"/>
              <a:pathLst>
                <a:path w="405" h="1050" extrusionOk="0">
                  <a:moveTo>
                    <a:pt x="1" y="0"/>
                  </a:moveTo>
                  <a:lnTo>
                    <a:pt x="1" y="817"/>
                  </a:lnTo>
                  <a:lnTo>
                    <a:pt x="404" y="1049"/>
                  </a:lnTo>
                  <a:lnTo>
                    <a:pt x="404" y="227"/>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5"/>
            <p:cNvSpPr/>
            <p:nvPr/>
          </p:nvSpPr>
          <p:spPr>
            <a:xfrm>
              <a:off x="6617483" y="3881339"/>
              <a:ext cx="47472" cy="124609"/>
            </a:xfrm>
            <a:custGeom>
              <a:avLst/>
              <a:gdLst/>
              <a:ahLst/>
              <a:cxnLst/>
              <a:rect l="l" t="t" r="r" b="b"/>
              <a:pathLst>
                <a:path w="400" h="1050" extrusionOk="0">
                  <a:moveTo>
                    <a:pt x="1" y="0"/>
                  </a:moveTo>
                  <a:lnTo>
                    <a:pt x="1" y="823"/>
                  </a:lnTo>
                  <a:lnTo>
                    <a:pt x="399" y="1050"/>
                  </a:lnTo>
                  <a:lnTo>
                    <a:pt x="399" y="23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5"/>
            <p:cNvSpPr/>
            <p:nvPr/>
          </p:nvSpPr>
          <p:spPr>
            <a:xfrm>
              <a:off x="6749807" y="3956105"/>
              <a:ext cx="45098" cy="124727"/>
            </a:xfrm>
            <a:custGeom>
              <a:avLst/>
              <a:gdLst/>
              <a:ahLst/>
              <a:cxnLst/>
              <a:rect l="l" t="t" r="r" b="b"/>
              <a:pathLst>
                <a:path w="380" h="1051" extrusionOk="0">
                  <a:moveTo>
                    <a:pt x="1" y="1"/>
                  </a:moveTo>
                  <a:lnTo>
                    <a:pt x="1" y="823"/>
                  </a:lnTo>
                  <a:lnTo>
                    <a:pt x="379" y="1050"/>
                  </a:lnTo>
                  <a:lnTo>
                    <a:pt x="379" y="23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5"/>
            <p:cNvSpPr/>
            <p:nvPr/>
          </p:nvSpPr>
          <p:spPr>
            <a:xfrm>
              <a:off x="6682161" y="4041196"/>
              <a:ext cx="48065" cy="122235"/>
            </a:xfrm>
            <a:custGeom>
              <a:avLst/>
              <a:gdLst/>
              <a:ahLst/>
              <a:cxnLst/>
              <a:rect l="l" t="t" r="r" b="b"/>
              <a:pathLst>
                <a:path w="405" h="1030" extrusionOk="0">
                  <a:moveTo>
                    <a:pt x="1" y="0"/>
                  </a:moveTo>
                  <a:lnTo>
                    <a:pt x="1" y="817"/>
                  </a:lnTo>
                  <a:lnTo>
                    <a:pt x="404" y="1029"/>
                  </a:lnTo>
                  <a:lnTo>
                    <a:pt x="404" y="23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5"/>
            <p:cNvSpPr/>
            <p:nvPr/>
          </p:nvSpPr>
          <p:spPr>
            <a:xfrm>
              <a:off x="6617483" y="4003457"/>
              <a:ext cx="47472" cy="122235"/>
            </a:xfrm>
            <a:custGeom>
              <a:avLst/>
              <a:gdLst/>
              <a:ahLst/>
              <a:cxnLst/>
              <a:rect l="l" t="t" r="r" b="b"/>
              <a:pathLst>
                <a:path w="400" h="1030" extrusionOk="0">
                  <a:moveTo>
                    <a:pt x="1" y="0"/>
                  </a:moveTo>
                  <a:lnTo>
                    <a:pt x="1" y="823"/>
                  </a:lnTo>
                  <a:lnTo>
                    <a:pt x="399" y="1030"/>
                  </a:lnTo>
                  <a:lnTo>
                    <a:pt x="399" y="21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5"/>
            <p:cNvSpPr/>
            <p:nvPr/>
          </p:nvSpPr>
          <p:spPr>
            <a:xfrm>
              <a:off x="6749807" y="4078341"/>
              <a:ext cx="45098" cy="125202"/>
            </a:xfrm>
            <a:custGeom>
              <a:avLst/>
              <a:gdLst/>
              <a:ahLst/>
              <a:cxnLst/>
              <a:rect l="l" t="t" r="r" b="b"/>
              <a:pathLst>
                <a:path w="380" h="1055" extrusionOk="0">
                  <a:moveTo>
                    <a:pt x="1" y="0"/>
                  </a:moveTo>
                  <a:lnTo>
                    <a:pt x="1" y="822"/>
                  </a:lnTo>
                  <a:lnTo>
                    <a:pt x="379" y="1054"/>
                  </a:lnTo>
                  <a:lnTo>
                    <a:pt x="379" y="23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5"/>
            <p:cNvSpPr/>
            <p:nvPr/>
          </p:nvSpPr>
          <p:spPr>
            <a:xfrm>
              <a:off x="6682161" y="4160940"/>
              <a:ext cx="48065" cy="124609"/>
            </a:xfrm>
            <a:custGeom>
              <a:avLst/>
              <a:gdLst/>
              <a:ahLst/>
              <a:cxnLst/>
              <a:rect l="l" t="t" r="r" b="b"/>
              <a:pathLst>
                <a:path w="405" h="1050" extrusionOk="0">
                  <a:moveTo>
                    <a:pt x="1" y="0"/>
                  </a:moveTo>
                  <a:lnTo>
                    <a:pt x="1" y="817"/>
                  </a:lnTo>
                  <a:lnTo>
                    <a:pt x="404" y="1049"/>
                  </a:lnTo>
                  <a:lnTo>
                    <a:pt x="404" y="23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5"/>
            <p:cNvSpPr/>
            <p:nvPr/>
          </p:nvSpPr>
          <p:spPr>
            <a:xfrm>
              <a:off x="6617483" y="4123201"/>
              <a:ext cx="47472" cy="125202"/>
            </a:xfrm>
            <a:custGeom>
              <a:avLst/>
              <a:gdLst/>
              <a:ahLst/>
              <a:cxnLst/>
              <a:rect l="l" t="t" r="r" b="b"/>
              <a:pathLst>
                <a:path w="400" h="1055" extrusionOk="0">
                  <a:moveTo>
                    <a:pt x="1" y="0"/>
                  </a:moveTo>
                  <a:lnTo>
                    <a:pt x="1" y="823"/>
                  </a:lnTo>
                  <a:lnTo>
                    <a:pt x="399" y="1055"/>
                  </a:lnTo>
                  <a:lnTo>
                    <a:pt x="399" y="23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5"/>
            <p:cNvSpPr/>
            <p:nvPr/>
          </p:nvSpPr>
          <p:spPr>
            <a:xfrm>
              <a:off x="6749807" y="4200459"/>
              <a:ext cx="45098" cy="122829"/>
            </a:xfrm>
            <a:custGeom>
              <a:avLst/>
              <a:gdLst/>
              <a:ahLst/>
              <a:cxnLst/>
              <a:rect l="l" t="t" r="r" b="b"/>
              <a:pathLst>
                <a:path w="380" h="1035" extrusionOk="0">
                  <a:moveTo>
                    <a:pt x="1" y="0"/>
                  </a:moveTo>
                  <a:lnTo>
                    <a:pt x="1" y="802"/>
                  </a:lnTo>
                  <a:lnTo>
                    <a:pt x="379" y="1034"/>
                  </a:lnTo>
                  <a:lnTo>
                    <a:pt x="379" y="21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5"/>
            <p:cNvSpPr/>
            <p:nvPr/>
          </p:nvSpPr>
          <p:spPr>
            <a:xfrm>
              <a:off x="6552923" y="3844194"/>
              <a:ext cx="47353" cy="124609"/>
            </a:xfrm>
            <a:custGeom>
              <a:avLst/>
              <a:gdLst/>
              <a:ahLst/>
              <a:cxnLst/>
              <a:rect l="l" t="t" r="r" b="b"/>
              <a:pathLst>
                <a:path w="399" h="1050" extrusionOk="0">
                  <a:moveTo>
                    <a:pt x="0" y="1"/>
                  </a:moveTo>
                  <a:lnTo>
                    <a:pt x="0" y="818"/>
                  </a:lnTo>
                  <a:lnTo>
                    <a:pt x="399" y="1050"/>
                  </a:lnTo>
                  <a:lnTo>
                    <a:pt x="399" y="228"/>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5"/>
            <p:cNvSpPr/>
            <p:nvPr/>
          </p:nvSpPr>
          <p:spPr>
            <a:xfrm>
              <a:off x="6487651" y="3806455"/>
              <a:ext cx="47947" cy="124727"/>
            </a:xfrm>
            <a:custGeom>
              <a:avLst/>
              <a:gdLst/>
              <a:ahLst/>
              <a:cxnLst/>
              <a:rect l="l" t="t" r="r" b="b"/>
              <a:pathLst>
                <a:path w="404" h="1051" extrusionOk="0">
                  <a:moveTo>
                    <a:pt x="0" y="1"/>
                  </a:moveTo>
                  <a:lnTo>
                    <a:pt x="0" y="823"/>
                  </a:lnTo>
                  <a:lnTo>
                    <a:pt x="404" y="1050"/>
                  </a:lnTo>
                  <a:lnTo>
                    <a:pt x="404"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5"/>
            <p:cNvSpPr/>
            <p:nvPr/>
          </p:nvSpPr>
          <p:spPr>
            <a:xfrm>
              <a:off x="6552923" y="3966311"/>
              <a:ext cx="47353" cy="122235"/>
            </a:xfrm>
            <a:custGeom>
              <a:avLst/>
              <a:gdLst/>
              <a:ahLst/>
              <a:cxnLst/>
              <a:rect l="l" t="t" r="r" b="b"/>
              <a:pathLst>
                <a:path w="399" h="1030" extrusionOk="0">
                  <a:moveTo>
                    <a:pt x="0" y="1"/>
                  </a:moveTo>
                  <a:lnTo>
                    <a:pt x="0" y="798"/>
                  </a:lnTo>
                  <a:lnTo>
                    <a:pt x="399" y="1030"/>
                  </a:lnTo>
                  <a:lnTo>
                    <a:pt x="399" y="208"/>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5"/>
            <p:cNvSpPr/>
            <p:nvPr/>
          </p:nvSpPr>
          <p:spPr>
            <a:xfrm>
              <a:off x="6487651" y="3926199"/>
              <a:ext cx="47947" cy="124609"/>
            </a:xfrm>
            <a:custGeom>
              <a:avLst/>
              <a:gdLst/>
              <a:ahLst/>
              <a:cxnLst/>
              <a:rect l="l" t="t" r="r" b="b"/>
              <a:pathLst>
                <a:path w="404" h="1050" extrusionOk="0">
                  <a:moveTo>
                    <a:pt x="0" y="1"/>
                  </a:moveTo>
                  <a:lnTo>
                    <a:pt x="0" y="823"/>
                  </a:lnTo>
                  <a:lnTo>
                    <a:pt x="404" y="1050"/>
                  </a:lnTo>
                  <a:lnTo>
                    <a:pt x="404"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5"/>
            <p:cNvSpPr/>
            <p:nvPr/>
          </p:nvSpPr>
          <p:spPr>
            <a:xfrm>
              <a:off x="6552923" y="4086055"/>
              <a:ext cx="47353" cy="124609"/>
            </a:xfrm>
            <a:custGeom>
              <a:avLst/>
              <a:gdLst/>
              <a:ahLst/>
              <a:cxnLst/>
              <a:rect l="l" t="t" r="r" b="b"/>
              <a:pathLst>
                <a:path w="399" h="1050" extrusionOk="0">
                  <a:moveTo>
                    <a:pt x="0" y="1"/>
                  </a:moveTo>
                  <a:lnTo>
                    <a:pt x="0" y="818"/>
                  </a:lnTo>
                  <a:lnTo>
                    <a:pt x="399" y="1050"/>
                  </a:lnTo>
                  <a:lnTo>
                    <a:pt x="399"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5"/>
            <p:cNvSpPr/>
            <p:nvPr/>
          </p:nvSpPr>
          <p:spPr>
            <a:xfrm>
              <a:off x="6487651" y="4048316"/>
              <a:ext cx="47947" cy="125321"/>
            </a:xfrm>
            <a:custGeom>
              <a:avLst/>
              <a:gdLst/>
              <a:ahLst/>
              <a:cxnLst/>
              <a:rect l="l" t="t" r="r" b="b"/>
              <a:pathLst>
                <a:path w="404" h="1056" extrusionOk="0">
                  <a:moveTo>
                    <a:pt x="0" y="1"/>
                  </a:moveTo>
                  <a:lnTo>
                    <a:pt x="0" y="823"/>
                  </a:lnTo>
                  <a:lnTo>
                    <a:pt x="404" y="1055"/>
                  </a:lnTo>
                  <a:lnTo>
                    <a:pt x="404" y="233"/>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5"/>
            <p:cNvSpPr/>
            <p:nvPr/>
          </p:nvSpPr>
          <p:spPr>
            <a:xfrm>
              <a:off x="6422973" y="3769428"/>
              <a:ext cx="44980" cy="122235"/>
            </a:xfrm>
            <a:custGeom>
              <a:avLst/>
              <a:gdLst/>
              <a:ahLst/>
              <a:cxnLst/>
              <a:rect l="l" t="t" r="r" b="b"/>
              <a:pathLst>
                <a:path w="379" h="1030" extrusionOk="0">
                  <a:moveTo>
                    <a:pt x="0" y="0"/>
                  </a:moveTo>
                  <a:lnTo>
                    <a:pt x="0" y="817"/>
                  </a:lnTo>
                  <a:lnTo>
                    <a:pt x="379" y="1029"/>
                  </a:lnTo>
                  <a:lnTo>
                    <a:pt x="379" y="227"/>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5"/>
            <p:cNvSpPr/>
            <p:nvPr/>
          </p:nvSpPr>
          <p:spPr>
            <a:xfrm>
              <a:off x="6358294" y="3731689"/>
              <a:ext cx="44980" cy="122235"/>
            </a:xfrm>
            <a:custGeom>
              <a:avLst/>
              <a:gdLst/>
              <a:ahLst/>
              <a:cxnLst/>
              <a:rect l="l" t="t" r="r" b="b"/>
              <a:pathLst>
                <a:path w="379" h="1030" extrusionOk="0">
                  <a:moveTo>
                    <a:pt x="1" y="0"/>
                  </a:moveTo>
                  <a:lnTo>
                    <a:pt x="1" y="823"/>
                  </a:lnTo>
                  <a:lnTo>
                    <a:pt x="379" y="1029"/>
                  </a:lnTo>
                  <a:lnTo>
                    <a:pt x="379" y="21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5"/>
            <p:cNvSpPr/>
            <p:nvPr/>
          </p:nvSpPr>
          <p:spPr>
            <a:xfrm>
              <a:off x="6422973" y="3889053"/>
              <a:ext cx="44980" cy="124727"/>
            </a:xfrm>
            <a:custGeom>
              <a:avLst/>
              <a:gdLst/>
              <a:ahLst/>
              <a:cxnLst/>
              <a:rect l="l" t="t" r="r" b="b"/>
              <a:pathLst>
                <a:path w="379" h="1051" extrusionOk="0">
                  <a:moveTo>
                    <a:pt x="0" y="1"/>
                  </a:moveTo>
                  <a:lnTo>
                    <a:pt x="0" y="818"/>
                  </a:lnTo>
                  <a:lnTo>
                    <a:pt x="379" y="1050"/>
                  </a:lnTo>
                  <a:lnTo>
                    <a:pt x="379" y="228"/>
                  </a:lnTo>
                  <a:lnTo>
                    <a:pt x="0"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5"/>
            <p:cNvSpPr/>
            <p:nvPr/>
          </p:nvSpPr>
          <p:spPr>
            <a:xfrm>
              <a:off x="6358294" y="3851433"/>
              <a:ext cx="44980" cy="124609"/>
            </a:xfrm>
            <a:custGeom>
              <a:avLst/>
              <a:gdLst/>
              <a:ahLst/>
              <a:cxnLst/>
              <a:rect l="l" t="t" r="r" b="b"/>
              <a:pathLst>
                <a:path w="379" h="1050" extrusionOk="0">
                  <a:moveTo>
                    <a:pt x="1" y="0"/>
                  </a:moveTo>
                  <a:lnTo>
                    <a:pt x="1" y="822"/>
                  </a:lnTo>
                  <a:lnTo>
                    <a:pt x="379" y="1049"/>
                  </a:lnTo>
                  <a:lnTo>
                    <a:pt x="379" y="23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5"/>
            <p:cNvSpPr/>
            <p:nvPr/>
          </p:nvSpPr>
          <p:spPr>
            <a:xfrm>
              <a:off x="6422973" y="4011289"/>
              <a:ext cx="44980" cy="124609"/>
            </a:xfrm>
            <a:custGeom>
              <a:avLst/>
              <a:gdLst/>
              <a:ahLst/>
              <a:cxnLst/>
              <a:rect l="l" t="t" r="r" b="b"/>
              <a:pathLst>
                <a:path w="379" h="1050" extrusionOk="0">
                  <a:moveTo>
                    <a:pt x="0" y="0"/>
                  </a:moveTo>
                  <a:lnTo>
                    <a:pt x="0" y="817"/>
                  </a:lnTo>
                  <a:lnTo>
                    <a:pt x="379" y="1049"/>
                  </a:lnTo>
                  <a:lnTo>
                    <a:pt x="379" y="232"/>
                  </a:lnTo>
                  <a:lnTo>
                    <a:pt x="0"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5"/>
            <p:cNvSpPr/>
            <p:nvPr/>
          </p:nvSpPr>
          <p:spPr>
            <a:xfrm>
              <a:off x="6358294" y="3973551"/>
              <a:ext cx="44980" cy="122235"/>
            </a:xfrm>
            <a:custGeom>
              <a:avLst/>
              <a:gdLst/>
              <a:ahLst/>
              <a:cxnLst/>
              <a:rect l="l" t="t" r="r" b="b"/>
              <a:pathLst>
                <a:path w="379" h="1030" extrusionOk="0">
                  <a:moveTo>
                    <a:pt x="1" y="0"/>
                  </a:moveTo>
                  <a:lnTo>
                    <a:pt x="1" y="823"/>
                  </a:lnTo>
                  <a:lnTo>
                    <a:pt x="379" y="1029"/>
                  </a:lnTo>
                  <a:lnTo>
                    <a:pt x="379" y="232"/>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5"/>
            <p:cNvSpPr/>
            <p:nvPr/>
          </p:nvSpPr>
          <p:spPr>
            <a:xfrm>
              <a:off x="6290649" y="3694544"/>
              <a:ext cx="47472" cy="122235"/>
            </a:xfrm>
            <a:custGeom>
              <a:avLst/>
              <a:gdLst/>
              <a:ahLst/>
              <a:cxnLst/>
              <a:rect l="l" t="t" r="r" b="b"/>
              <a:pathLst>
                <a:path w="400" h="1030" extrusionOk="0">
                  <a:moveTo>
                    <a:pt x="1" y="1"/>
                  </a:moveTo>
                  <a:lnTo>
                    <a:pt x="1" y="798"/>
                  </a:lnTo>
                  <a:lnTo>
                    <a:pt x="399" y="1030"/>
                  </a:lnTo>
                  <a:lnTo>
                    <a:pt x="399" y="207"/>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5"/>
            <p:cNvSpPr/>
            <p:nvPr/>
          </p:nvSpPr>
          <p:spPr>
            <a:xfrm>
              <a:off x="6225971" y="3654431"/>
              <a:ext cx="47472" cy="124609"/>
            </a:xfrm>
            <a:custGeom>
              <a:avLst/>
              <a:gdLst/>
              <a:ahLst/>
              <a:cxnLst/>
              <a:rect l="l" t="t" r="r" b="b"/>
              <a:pathLst>
                <a:path w="400" h="1050" extrusionOk="0">
                  <a:moveTo>
                    <a:pt x="1" y="1"/>
                  </a:moveTo>
                  <a:lnTo>
                    <a:pt x="1" y="818"/>
                  </a:lnTo>
                  <a:lnTo>
                    <a:pt x="399" y="1050"/>
                  </a:lnTo>
                  <a:lnTo>
                    <a:pt x="399" y="23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5"/>
            <p:cNvSpPr/>
            <p:nvPr/>
          </p:nvSpPr>
          <p:spPr>
            <a:xfrm>
              <a:off x="6290649" y="3814288"/>
              <a:ext cx="47472" cy="124609"/>
            </a:xfrm>
            <a:custGeom>
              <a:avLst/>
              <a:gdLst/>
              <a:ahLst/>
              <a:cxnLst/>
              <a:rect l="l" t="t" r="r" b="b"/>
              <a:pathLst>
                <a:path w="400" h="1050" extrusionOk="0">
                  <a:moveTo>
                    <a:pt x="1" y="0"/>
                  </a:moveTo>
                  <a:lnTo>
                    <a:pt x="1" y="818"/>
                  </a:lnTo>
                  <a:lnTo>
                    <a:pt x="399" y="1050"/>
                  </a:lnTo>
                  <a:lnTo>
                    <a:pt x="399" y="227"/>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5"/>
            <p:cNvSpPr/>
            <p:nvPr/>
          </p:nvSpPr>
          <p:spPr>
            <a:xfrm>
              <a:off x="6225971" y="3776549"/>
              <a:ext cx="47472" cy="124609"/>
            </a:xfrm>
            <a:custGeom>
              <a:avLst/>
              <a:gdLst/>
              <a:ahLst/>
              <a:cxnLst/>
              <a:rect l="l" t="t" r="r" b="b"/>
              <a:pathLst>
                <a:path w="400" h="1050" extrusionOk="0">
                  <a:moveTo>
                    <a:pt x="1" y="1"/>
                  </a:moveTo>
                  <a:lnTo>
                    <a:pt x="1" y="823"/>
                  </a:lnTo>
                  <a:lnTo>
                    <a:pt x="399" y="1050"/>
                  </a:lnTo>
                  <a:lnTo>
                    <a:pt x="399" y="23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5"/>
            <p:cNvSpPr/>
            <p:nvPr/>
          </p:nvSpPr>
          <p:spPr>
            <a:xfrm>
              <a:off x="6290649" y="3936405"/>
              <a:ext cx="47472" cy="122235"/>
            </a:xfrm>
            <a:custGeom>
              <a:avLst/>
              <a:gdLst/>
              <a:ahLst/>
              <a:cxnLst/>
              <a:rect l="l" t="t" r="r" b="b"/>
              <a:pathLst>
                <a:path w="400" h="1030" extrusionOk="0">
                  <a:moveTo>
                    <a:pt x="1" y="0"/>
                  </a:moveTo>
                  <a:lnTo>
                    <a:pt x="1" y="818"/>
                  </a:lnTo>
                  <a:lnTo>
                    <a:pt x="399" y="1030"/>
                  </a:lnTo>
                  <a:lnTo>
                    <a:pt x="399" y="233"/>
                  </a:lnTo>
                  <a:lnTo>
                    <a:pt x="1" y="0"/>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5"/>
            <p:cNvSpPr/>
            <p:nvPr/>
          </p:nvSpPr>
          <p:spPr>
            <a:xfrm>
              <a:off x="6225971" y="3898666"/>
              <a:ext cx="47472" cy="122235"/>
            </a:xfrm>
            <a:custGeom>
              <a:avLst/>
              <a:gdLst/>
              <a:ahLst/>
              <a:cxnLst/>
              <a:rect l="l" t="t" r="r" b="b"/>
              <a:pathLst>
                <a:path w="400" h="1030" extrusionOk="0">
                  <a:moveTo>
                    <a:pt x="1" y="1"/>
                  </a:moveTo>
                  <a:lnTo>
                    <a:pt x="1" y="803"/>
                  </a:lnTo>
                  <a:lnTo>
                    <a:pt x="399" y="1030"/>
                  </a:lnTo>
                  <a:lnTo>
                    <a:pt x="399" y="213"/>
                  </a:lnTo>
                  <a:lnTo>
                    <a:pt x="1" y="1"/>
                  </a:lnTo>
                  <a:close/>
                </a:path>
              </a:pathLst>
            </a:custGeom>
            <a:gradFill>
              <a:gsLst>
                <a:gs pos="0">
                  <a:schemeClr val="accent4"/>
                </a:gs>
                <a:gs pos="50000">
                  <a:schemeClr val="accent6"/>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5"/>
            <p:cNvSpPr/>
            <p:nvPr/>
          </p:nvSpPr>
          <p:spPr>
            <a:xfrm>
              <a:off x="6834898" y="3771802"/>
              <a:ext cx="314383" cy="626248"/>
            </a:xfrm>
            <a:custGeom>
              <a:avLst/>
              <a:gdLst/>
              <a:ahLst/>
              <a:cxnLst/>
              <a:rect l="l" t="t" r="r" b="b"/>
              <a:pathLst>
                <a:path w="2649" h="5277" extrusionOk="0">
                  <a:moveTo>
                    <a:pt x="2648" y="0"/>
                  </a:moveTo>
                  <a:lnTo>
                    <a:pt x="0" y="1534"/>
                  </a:lnTo>
                  <a:lnTo>
                    <a:pt x="0" y="5277"/>
                  </a:lnTo>
                  <a:lnTo>
                    <a:pt x="2648" y="3763"/>
                  </a:lnTo>
                  <a:lnTo>
                    <a:pt x="2648" y="0"/>
                  </a:lnTo>
                  <a:close/>
                </a:path>
              </a:pathLst>
            </a:custGeom>
            <a:gradFill>
              <a:gsLst>
                <a:gs pos="0">
                  <a:schemeClr val="accent1"/>
                </a:gs>
                <a:gs pos="100000">
                  <a:schemeClr val="dk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5"/>
            <p:cNvSpPr/>
            <p:nvPr/>
          </p:nvSpPr>
          <p:spPr>
            <a:xfrm>
              <a:off x="7068927" y="3844194"/>
              <a:ext cx="47353" cy="124609"/>
            </a:xfrm>
            <a:custGeom>
              <a:avLst/>
              <a:gdLst/>
              <a:ahLst/>
              <a:cxnLst/>
              <a:rect l="l" t="t" r="r" b="b"/>
              <a:pathLst>
                <a:path w="399" h="1050" extrusionOk="0">
                  <a:moveTo>
                    <a:pt x="399" y="1"/>
                  </a:moveTo>
                  <a:lnTo>
                    <a:pt x="0" y="228"/>
                  </a:lnTo>
                  <a:lnTo>
                    <a:pt x="0" y="1050"/>
                  </a:lnTo>
                  <a:lnTo>
                    <a:pt x="399" y="818"/>
                  </a:lnTo>
                  <a:lnTo>
                    <a:pt x="399" y="1"/>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5"/>
            <p:cNvSpPr/>
            <p:nvPr/>
          </p:nvSpPr>
          <p:spPr>
            <a:xfrm>
              <a:off x="7004248" y="3881339"/>
              <a:ext cx="47472" cy="124609"/>
            </a:xfrm>
            <a:custGeom>
              <a:avLst/>
              <a:gdLst/>
              <a:ahLst/>
              <a:cxnLst/>
              <a:rect l="l" t="t" r="r" b="b"/>
              <a:pathLst>
                <a:path w="400" h="1050" extrusionOk="0">
                  <a:moveTo>
                    <a:pt x="399" y="0"/>
                  </a:moveTo>
                  <a:lnTo>
                    <a:pt x="1" y="232"/>
                  </a:lnTo>
                  <a:lnTo>
                    <a:pt x="1" y="1050"/>
                  </a:lnTo>
                  <a:lnTo>
                    <a:pt x="399" y="823"/>
                  </a:lnTo>
                  <a:lnTo>
                    <a:pt x="39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5"/>
            <p:cNvSpPr/>
            <p:nvPr/>
          </p:nvSpPr>
          <p:spPr>
            <a:xfrm>
              <a:off x="7068927" y="3966311"/>
              <a:ext cx="47353" cy="124609"/>
            </a:xfrm>
            <a:custGeom>
              <a:avLst/>
              <a:gdLst/>
              <a:ahLst/>
              <a:cxnLst/>
              <a:rect l="l" t="t" r="r" b="b"/>
              <a:pathLst>
                <a:path w="399" h="1050" extrusionOk="0">
                  <a:moveTo>
                    <a:pt x="399" y="1"/>
                  </a:moveTo>
                  <a:lnTo>
                    <a:pt x="0" y="233"/>
                  </a:lnTo>
                  <a:lnTo>
                    <a:pt x="0" y="1050"/>
                  </a:lnTo>
                  <a:lnTo>
                    <a:pt x="399" y="818"/>
                  </a:lnTo>
                  <a:lnTo>
                    <a:pt x="399" y="1"/>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5"/>
            <p:cNvSpPr/>
            <p:nvPr/>
          </p:nvSpPr>
          <p:spPr>
            <a:xfrm>
              <a:off x="7004248" y="4003457"/>
              <a:ext cx="47472" cy="125202"/>
            </a:xfrm>
            <a:custGeom>
              <a:avLst/>
              <a:gdLst/>
              <a:ahLst/>
              <a:cxnLst/>
              <a:rect l="l" t="t" r="r" b="b"/>
              <a:pathLst>
                <a:path w="400" h="1055" extrusionOk="0">
                  <a:moveTo>
                    <a:pt x="399" y="0"/>
                  </a:moveTo>
                  <a:lnTo>
                    <a:pt x="1" y="233"/>
                  </a:lnTo>
                  <a:lnTo>
                    <a:pt x="1" y="1055"/>
                  </a:lnTo>
                  <a:lnTo>
                    <a:pt x="399" y="823"/>
                  </a:lnTo>
                  <a:lnTo>
                    <a:pt x="39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5"/>
            <p:cNvSpPr/>
            <p:nvPr/>
          </p:nvSpPr>
          <p:spPr>
            <a:xfrm>
              <a:off x="7068927" y="4088429"/>
              <a:ext cx="47353" cy="122235"/>
            </a:xfrm>
            <a:custGeom>
              <a:avLst/>
              <a:gdLst/>
              <a:ahLst/>
              <a:cxnLst/>
              <a:rect l="l" t="t" r="r" b="b"/>
              <a:pathLst>
                <a:path w="399" h="1030" extrusionOk="0">
                  <a:moveTo>
                    <a:pt x="399" y="1"/>
                  </a:moveTo>
                  <a:lnTo>
                    <a:pt x="0" y="213"/>
                  </a:lnTo>
                  <a:lnTo>
                    <a:pt x="0" y="1030"/>
                  </a:lnTo>
                  <a:lnTo>
                    <a:pt x="399" y="798"/>
                  </a:lnTo>
                  <a:lnTo>
                    <a:pt x="399" y="1"/>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5"/>
            <p:cNvSpPr/>
            <p:nvPr/>
          </p:nvSpPr>
          <p:spPr>
            <a:xfrm>
              <a:off x="7004248" y="4125574"/>
              <a:ext cx="47472" cy="122829"/>
            </a:xfrm>
            <a:custGeom>
              <a:avLst/>
              <a:gdLst/>
              <a:ahLst/>
              <a:cxnLst/>
              <a:rect l="l" t="t" r="r" b="b"/>
              <a:pathLst>
                <a:path w="400" h="1035" extrusionOk="0">
                  <a:moveTo>
                    <a:pt x="399" y="1"/>
                  </a:moveTo>
                  <a:lnTo>
                    <a:pt x="1" y="212"/>
                  </a:lnTo>
                  <a:lnTo>
                    <a:pt x="1" y="1035"/>
                  </a:lnTo>
                  <a:lnTo>
                    <a:pt x="399" y="823"/>
                  </a:lnTo>
                  <a:lnTo>
                    <a:pt x="399" y="1"/>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5"/>
            <p:cNvSpPr/>
            <p:nvPr/>
          </p:nvSpPr>
          <p:spPr>
            <a:xfrm>
              <a:off x="6939570" y="3921452"/>
              <a:ext cx="45098" cy="122235"/>
            </a:xfrm>
            <a:custGeom>
              <a:avLst/>
              <a:gdLst/>
              <a:ahLst/>
              <a:cxnLst/>
              <a:rect l="l" t="t" r="r" b="b"/>
              <a:pathLst>
                <a:path w="380" h="1030" extrusionOk="0">
                  <a:moveTo>
                    <a:pt x="379" y="0"/>
                  </a:moveTo>
                  <a:lnTo>
                    <a:pt x="1" y="207"/>
                  </a:lnTo>
                  <a:lnTo>
                    <a:pt x="1" y="1029"/>
                  </a:lnTo>
                  <a:lnTo>
                    <a:pt x="379" y="797"/>
                  </a:lnTo>
                  <a:lnTo>
                    <a:pt x="37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5"/>
            <p:cNvSpPr/>
            <p:nvPr/>
          </p:nvSpPr>
          <p:spPr>
            <a:xfrm>
              <a:off x="6871924" y="3958597"/>
              <a:ext cx="47472" cy="122235"/>
            </a:xfrm>
            <a:custGeom>
              <a:avLst/>
              <a:gdLst/>
              <a:ahLst/>
              <a:cxnLst/>
              <a:rect l="l" t="t" r="r" b="b"/>
              <a:pathLst>
                <a:path w="400" h="1030" extrusionOk="0">
                  <a:moveTo>
                    <a:pt x="399" y="0"/>
                  </a:moveTo>
                  <a:lnTo>
                    <a:pt x="1" y="232"/>
                  </a:lnTo>
                  <a:lnTo>
                    <a:pt x="1" y="1029"/>
                  </a:lnTo>
                  <a:lnTo>
                    <a:pt x="399" y="822"/>
                  </a:lnTo>
                  <a:lnTo>
                    <a:pt x="39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5"/>
            <p:cNvSpPr/>
            <p:nvPr/>
          </p:nvSpPr>
          <p:spPr>
            <a:xfrm>
              <a:off x="6939570" y="4041196"/>
              <a:ext cx="45098" cy="124609"/>
            </a:xfrm>
            <a:custGeom>
              <a:avLst/>
              <a:gdLst/>
              <a:ahLst/>
              <a:cxnLst/>
              <a:rect l="l" t="t" r="r" b="b"/>
              <a:pathLst>
                <a:path w="380" h="1050" extrusionOk="0">
                  <a:moveTo>
                    <a:pt x="379" y="0"/>
                  </a:moveTo>
                  <a:lnTo>
                    <a:pt x="1" y="232"/>
                  </a:lnTo>
                  <a:lnTo>
                    <a:pt x="1" y="1050"/>
                  </a:lnTo>
                  <a:lnTo>
                    <a:pt x="379" y="817"/>
                  </a:lnTo>
                  <a:lnTo>
                    <a:pt x="37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5"/>
            <p:cNvSpPr/>
            <p:nvPr/>
          </p:nvSpPr>
          <p:spPr>
            <a:xfrm>
              <a:off x="6871924" y="4078341"/>
              <a:ext cx="47472" cy="125202"/>
            </a:xfrm>
            <a:custGeom>
              <a:avLst/>
              <a:gdLst/>
              <a:ahLst/>
              <a:cxnLst/>
              <a:rect l="l" t="t" r="r" b="b"/>
              <a:pathLst>
                <a:path w="400" h="1055" extrusionOk="0">
                  <a:moveTo>
                    <a:pt x="399" y="0"/>
                  </a:moveTo>
                  <a:lnTo>
                    <a:pt x="1" y="232"/>
                  </a:lnTo>
                  <a:lnTo>
                    <a:pt x="1" y="1054"/>
                  </a:lnTo>
                  <a:lnTo>
                    <a:pt x="399" y="822"/>
                  </a:lnTo>
                  <a:lnTo>
                    <a:pt x="39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5"/>
            <p:cNvSpPr/>
            <p:nvPr/>
          </p:nvSpPr>
          <p:spPr>
            <a:xfrm>
              <a:off x="6939570" y="4163313"/>
              <a:ext cx="45098" cy="122235"/>
            </a:xfrm>
            <a:custGeom>
              <a:avLst/>
              <a:gdLst/>
              <a:ahLst/>
              <a:cxnLst/>
              <a:rect l="l" t="t" r="r" b="b"/>
              <a:pathLst>
                <a:path w="380" h="1030" extrusionOk="0">
                  <a:moveTo>
                    <a:pt x="379" y="0"/>
                  </a:moveTo>
                  <a:lnTo>
                    <a:pt x="1" y="232"/>
                  </a:lnTo>
                  <a:lnTo>
                    <a:pt x="1" y="1029"/>
                  </a:lnTo>
                  <a:lnTo>
                    <a:pt x="379" y="818"/>
                  </a:lnTo>
                  <a:lnTo>
                    <a:pt x="37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5"/>
            <p:cNvSpPr/>
            <p:nvPr/>
          </p:nvSpPr>
          <p:spPr>
            <a:xfrm>
              <a:off x="6871924" y="4200459"/>
              <a:ext cx="47472" cy="125202"/>
            </a:xfrm>
            <a:custGeom>
              <a:avLst/>
              <a:gdLst/>
              <a:ahLst/>
              <a:cxnLst/>
              <a:rect l="l" t="t" r="r" b="b"/>
              <a:pathLst>
                <a:path w="400" h="1055" extrusionOk="0">
                  <a:moveTo>
                    <a:pt x="399" y="0"/>
                  </a:moveTo>
                  <a:lnTo>
                    <a:pt x="1" y="232"/>
                  </a:lnTo>
                  <a:lnTo>
                    <a:pt x="1" y="1054"/>
                  </a:lnTo>
                  <a:lnTo>
                    <a:pt x="399" y="822"/>
                  </a:lnTo>
                  <a:lnTo>
                    <a:pt x="399" y="0"/>
                  </a:lnTo>
                  <a:close/>
                </a:path>
              </a:pathLst>
            </a:custGeom>
            <a:gradFill>
              <a:gsLst>
                <a:gs pos="0">
                  <a:schemeClr val="accent4"/>
                </a:gs>
                <a:gs pos="50000">
                  <a:schemeClr val="accent3"/>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5"/>
            <p:cNvSpPr/>
            <p:nvPr/>
          </p:nvSpPr>
          <p:spPr>
            <a:xfrm>
              <a:off x="6188350" y="3399991"/>
              <a:ext cx="960952" cy="553856"/>
            </a:xfrm>
            <a:custGeom>
              <a:avLst/>
              <a:gdLst/>
              <a:ahLst/>
              <a:cxnLst/>
              <a:rect l="l" t="t" r="r" b="b"/>
              <a:pathLst>
                <a:path w="8097" h="4667" extrusionOk="0">
                  <a:moveTo>
                    <a:pt x="2628" y="1"/>
                  </a:moveTo>
                  <a:lnTo>
                    <a:pt x="0" y="1514"/>
                  </a:lnTo>
                  <a:lnTo>
                    <a:pt x="5448" y="4667"/>
                  </a:lnTo>
                  <a:lnTo>
                    <a:pt x="8096" y="3133"/>
                  </a:lnTo>
                  <a:lnTo>
                    <a:pt x="2628" y="1"/>
                  </a:lnTo>
                  <a:close/>
                </a:path>
              </a:pathLst>
            </a:custGeom>
            <a:gradFill>
              <a:gsLst>
                <a:gs pos="0">
                  <a:schemeClr val="accent1"/>
                </a:gs>
                <a:gs pos="100000">
                  <a:schemeClr val="dk2"/>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5"/>
            <p:cNvSpPr/>
            <p:nvPr/>
          </p:nvSpPr>
          <p:spPr>
            <a:xfrm>
              <a:off x="6410393" y="3519734"/>
              <a:ext cx="112627" cy="64797"/>
            </a:xfrm>
            <a:custGeom>
              <a:avLst/>
              <a:gdLst/>
              <a:ahLst/>
              <a:cxnLst/>
              <a:rect l="l" t="t" r="r" b="b"/>
              <a:pathLst>
                <a:path w="949" h="546" extrusionOk="0">
                  <a:moveTo>
                    <a:pt x="465" y="1"/>
                  </a:moveTo>
                  <a:lnTo>
                    <a:pt x="1" y="273"/>
                  </a:lnTo>
                  <a:lnTo>
                    <a:pt x="465" y="545"/>
                  </a:lnTo>
                  <a:lnTo>
                    <a:pt x="949" y="273"/>
                  </a:lnTo>
                  <a:lnTo>
                    <a:pt x="465" y="1"/>
                  </a:lnTo>
                  <a:close/>
                </a:path>
              </a:pathLst>
            </a:custGeom>
            <a:gradFill>
              <a:gsLst>
                <a:gs pos="0">
                  <a:schemeClr val="accent6"/>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5"/>
            <p:cNvSpPr/>
            <p:nvPr/>
          </p:nvSpPr>
          <p:spPr>
            <a:xfrm>
              <a:off x="6617483" y="3639478"/>
              <a:ext cx="112746" cy="64797"/>
            </a:xfrm>
            <a:custGeom>
              <a:avLst/>
              <a:gdLst/>
              <a:ahLst/>
              <a:cxnLst/>
              <a:rect l="l" t="t" r="r" b="b"/>
              <a:pathLst>
                <a:path w="950" h="546" extrusionOk="0">
                  <a:moveTo>
                    <a:pt x="485" y="0"/>
                  </a:moveTo>
                  <a:lnTo>
                    <a:pt x="1" y="273"/>
                  </a:lnTo>
                  <a:lnTo>
                    <a:pt x="485" y="545"/>
                  </a:lnTo>
                  <a:lnTo>
                    <a:pt x="949" y="273"/>
                  </a:lnTo>
                  <a:lnTo>
                    <a:pt x="485" y="0"/>
                  </a:lnTo>
                  <a:close/>
                </a:path>
              </a:pathLst>
            </a:custGeom>
            <a:gradFill>
              <a:gsLst>
                <a:gs pos="0">
                  <a:schemeClr val="accent6"/>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5"/>
            <p:cNvSpPr/>
            <p:nvPr/>
          </p:nvSpPr>
          <p:spPr>
            <a:xfrm>
              <a:off x="6824691" y="3759222"/>
              <a:ext cx="112034" cy="64797"/>
            </a:xfrm>
            <a:custGeom>
              <a:avLst/>
              <a:gdLst/>
              <a:ahLst/>
              <a:cxnLst/>
              <a:rect l="l" t="t" r="r" b="b"/>
              <a:pathLst>
                <a:path w="944" h="546" extrusionOk="0">
                  <a:moveTo>
                    <a:pt x="485" y="0"/>
                  </a:moveTo>
                  <a:lnTo>
                    <a:pt x="0" y="273"/>
                  </a:lnTo>
                  <a:lnTo>
                    <a:pt x="485" y="545"/>
                  </a:lnTo>
                  <a:lnTo>
                    <a:pt x="944" y="273"/>
                  </a:lnTo>
                  <a:lnTo>
                    <a:pt x="485" y="0"/>
                  </a:lnTo>
                  <a:close/>
                </a:path>
              </a:pathLst>
            </a:custGeom>
            <a:gradFill>
              <a:gsLst>
                <a:gs pos="0">
                  <a:schemeClr val="accent6"/>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5"/>
            <p:cNvSpPr/>
            <p:nvPr/>
          </p:nvSpPr>
          <p:spPr>
            <a:xfrm>
              <a:off x="6188350" y="2712676"/>
              <a:ext cx="960952" cy="1239916"/>
            </a:xfrm>
            <a:custGeom>
              <a:avLst/>
              <a:gdLst/>
              <a:ahLst/>
              <a:cxnLst/>
              <a:rect l="l" t="t" r="r" b="b"/>
              <a:pathLst>
                <a:path w="8097" h="10448" extrusionOk="0">
                  <a:moveTo>
                    <a:pt x="2628" y="1"/>
                  </a:moveTo>
                  <a:lnTo>
                    <a:pt x="0" y="1514"/>
                  </a:lnTo>
                  <a:lnTo>
                    <a:pt x="0" y="7295"/>
                  </a:lnTo>
                  <a:lnTo>
                    <a:pt x="5448" y="10448"/>
                  </a:lnTo>
                  <a:lnTo>
                    <a:pt x="8096" y="8909"/>
                  </a:lnTo>
                  <a:lnTo>
                    <a:pt x="8096" y="3154"/>
                  </a:lnTo>
                  <a:lnTo>
                    <a:pt x="2628" y="1"/>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5"/>
            <p:cNvSpPr/>
            <p:nvPr/>
          </p:nvSpPr>
          <p:spPr>
            <a:xfrm rot="10800000">
              <a:off x="5445290" y="3825035"/>
              <a:ext cx="1135293" cy="846034"/>
            </a:xfrm>
            <a:custGeom>
              <a:avLst/>
              <a:gdLst/>
              <a:ahLst/>
              <a:cxnLst/>
              <a:rect l="l" t="t" r="r" b="b"/>
              <a:pathLst>
                <a:path w="9566" h="7129" extrusionOk="0">
                  <a:moveTo>
                    <a:pt x="8178" y="0"/>
                  </a:moveTo>
                  <a:lnTo>
                    <a:pt x="1" y="4732"/>
                  </a:lnTo>
                  <a:lnTo>
                    <a:pt x="1" y="6326"/>
                  </a:lnTo>
                  <a:lnTo>
                    <a:pt x="1388" y="7128"/>
                  </a:lnTo>
                  <a:lnTo>
                    <a:pt x="9565" y="2397"/>
                  </a:lnTo>
                  <a:lnTo>
                    <a:pt x="9565" y="798"/>
                  </a:lnTo>
                  <a:lnTo>
                    <a:pt x="8178" y="0"/>
                  </a:lnTo>
                  <a:close/>
                </a:path>
              </a:pathLst>
            </a:custGeom>
            <a:gradFill>
              <a:gsLst>
                <a:gs pos="0">
                  <a:schemeClr val="accent6">
                    <a:alpha val="36160"/>
                  </a:scheme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9" name="Google Shape;459;p35"/>
          <p:cNvSpPr txBox="1">
            <a:spLocks noGrp="1"/>
          </p:cNvSpPr>
          <p:nvPr>
            <p:ph type="ctrTitle"/>
          </p:nvPr>
        </p:nvSpPr>
        <p:spPr>
          <a:xfrm>
            <a:off x="720000" y="1397475"/>
            <a:ext cx="3843900" cy="150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Système de</a:t>
            </a:r>
            <a:br>
              <a:rPr lang="en" dirty="0"/>
            </a:br>
            <a:r>
              <a:rPr lang="en" dirty="0"/>
              <a:t>Recommendation</a:t>
            </a:r>
            <a:endParaRPr dirty="0"/>
          </a:p>
        </p:txBody>
      </p:sp>
      <p:sp>
        <p:nvSpPr>
          <p:cNvPr id="460" name="Google Shape;460;p35"/>
          <p:cNvSpPr txBox="1">
            <a:spLocks noGrp="1"/>
          </p:cNvSpPr>
          <p:nvPr>
            <p:ph type="subTitle" idx="1"/>
          </p:nvPr>
        </p:nvSpPr>
        <p:spPr>
          <a:xfrm>
            <a:off x="688559" y="3573880"/>
            <a:ext cx="3804900" cy="429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Présenté par:</a:t>
            </a:r>
          </a:p>
          <a:p>
            <a:pPr marL="0" lvl="0" indent="0" algn="l" rtl="0">
              <a:spcBef>
                <a:spcPts val="0"/>
              </a:spcBef>
              <a:spcAft>
                <a:spcPts val="0"/>
              </a:spcAft>
              <a:buNone/>
            </a:pPr>
            <a:r>
              <a:rPr lang="fr-FR" dirty="0"/>
              <a:t>Ibrahim DOUMBIA</a:t>
            </a:r>
          </a:p>
          <a:p>
            <a:pPr marL="0" lvl="0" indent="0" algn="l" rtl="0">
              <a:spcBef>
                <a:spcPts val="0"/>
              </a:spcBef>
              <a:spcAft>
                <a:spcPts val="0"/>
              </a:spcAft>
              <a:buNone/>
            </a:pPr>
            <a:r>
              <a:rPr lang="fr-FR" dirty="0"/>
              <a:t>Lassana DEMBE</a:t>
            </a:r>
          </a:p>
        </p:txBody>
      </p:sp>
      <p:sp>
        <p:nvSpPr>
          <p:cNvPr id="2" name="Google Shape;460;p35">
            <a:extLst>
              <a:ext uri="{FF2B5EF4-FFF2-40B4-BE49-F238E27FC236}">
                <a16:creationId xmlns:a16="http://schemas.microsoft.com/office/drawing/2014/main" id="{2451F041-31EE-469A-DFC6-BC8F2D99E3C7}"/>
              </a:ext>
            </a:extLst>
          </p:cNvPr>
          <p:cNvSpPr txBox="1">
            <a:spLocks/>
          </p:cNvSpPr>
          <p:nvPr/>
        </p:nvSpPr>
        <p:spPr>
          <a:xfrm>
            <a:off x="3851399" y="3569017"/>
            <a:ext cx="3804900" cy="429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800"/>
              <a:buFont typeface="Roboto"/>
              <a:buNone/>
              <a:defRPr sz="1600" b="0" i="0" u="none" strike="noStrike" cap="none">
                <a:solidFill>
                  <a:schemeClr val="lt1"/>
                </a:solidFill>
                <a:latin typeface="Roboto"/>
                <a:ea typeface="Roboto"/>
                <a:cs typeface="Roboto"/>
                <a:sym typeface="Roboto"/>
              </a:defRPr>
            </a:lvl1pPr>
            <a:lvl2pPr marL="914400" marR="0" lvl="1"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L="1371600" marR="0" lvl="2"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L="1828800" marR="0" lvl="3"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L="2286000" marR="0" lvl="4"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L="2743200" marR="0" lvl="5"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L="3200400" marR="0" lvl="6"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L="3657600" marR="0" lvl="7"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L="4114800" marR="0" lvl="8" indent="-317500" algn="ctr" rtl="0">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pPr marL="0" indent="0"/>
            <a:r>
              <a:rPr lang="fr-FR" dirty="0"/>
              <a:t>Professeur:</a:t>
            </a:r>
          </a:p>
          <a:p>
            <a:pPr marL="0" indent="0"/>
            <a:r>
              <a:rPr lang="fr-FR" dirty="0"/>
              <a:t>Dr Alla LO</a:t>
            </a:r>
          </a:p>
        </p:txBody>
      </p:sp>
    </p:spTree>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7"/>
          <p:cNvSpPr txBox="1">
            <a:spLocks noGrp="1"/>
          </p:cNvSpPr>
          <p:nvPr>
            <p:ph type="title"/>
          </p:nvPr>
        </p:nvSpPr>
        <p:spPr>
          <a:xfrm>
            <a:off x="2607200" y="540000"/>
            <a:ext cx="39297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PLAN</a:t>
            </a:r>
            <a:endParaRPr dirty="0"/>
          </a:p>
        </p:txBody>
      </p:sp>
      <p:sp>
        <p:nvSpPr>
          <p:cNvPr id="472" name="Google Shape;472;p37"/>
          <p:cNvSpPr txBox="1">
            <a:spLocks noGrp="1"/>
          </p:cNvSpPr>
          <p:nvPr>
            <p:ph type="title" idx="3"/>
          </p:nvPr>
        </p:nvSpPr>
        <p:spPr>
          <a:xfrm>
            <a:off x="3540000" y="1247700"/>
            <a:ext cx="781200" cy="68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01</a:t>
            </a:r>
            <a:endParaRPr dirty="0"/>
          </a:p>
        </p:txBody>
      </p:sp>
      <p:sp>
        <p:nvSpPr>
          <p:cNvPr id="473" name="Google Shape;473;p37"/>
          <p:cNvSpPr txBox="1">
            <a:spLocks noGrp="1"/>
          </p:cNvSpPr>
          <p:nvPr>
            <p:ph type="title" idx="5"/>
          </p:nvPr>
        </p:nvSpPr>
        <p:spPr>
          <a:xfrm>
            <a:off x="4321200" y="2117769"/>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Fonctionnement d’un systeme de recommendation</a:t>
            </a:r>
            <a:endParaRPr dirty="0"/>
          </a:p>
        </p:txBody>
      </p:sp>
      <p:sp>
        <p:nvSpPr>
          <p:cNvPr id="475" name="Google Shape;475;p37"/>
          <p:cNvSpPr txBox="1">
            <a:spLocks noGrp="1"/>
          </p:cNvSpPr>
          <p:nvPr>
            <p:ph type="title" idx="8"/>
          </p:nvPr>
        </p:nvSpPr>
        <p:spPr>
          <a:xfrm>
            <a:off x="4321200" y="3029337"/>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Dommaine d’application</a:t>
            </a:r>
            <a:endParaRPr dirty="0"/>
          </a:p>
        </p:txBody>
      </p:sp>
      <p:sp>
        <p:nvSpPr>
          <p:cNvPr id="476" name="Google Shape;476;p37"/>
          <p:cNvSpPr txBox="1">
            <a:spLocks noGrp="1"/>
          </p:cNvSpPr>
          <p:nvPr>
            <p:ph type="title" idx="9"/>
          </p:nvPr>
        </p:nvSpPr>
        <p:spPr>
          <a:xfrm>
            <a:off x="3540000" y="2796224"/>
            <a:ext cx="781200" cy="68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478" name="Google Shape;478;p37"/>
          <p:cNvSpPr txBox="1">
            <a:spLocks noGrp="1"/>
          </p:cNvSpPr>
          <p:nvPr>
            <p:ph type="title" idx="14"/>
          </p:nvPr>
        </p:nvSpPr>
        <p:spPr>
          <a:xfrm>
            <a:off x="4321200" y="3760135"/>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Cas pratique</a:t>
            </a:r>
            <a:endParaRPr dirty="0"/>
          </a:p>
        </p:txBody>
      </p:sp>
      <p:sp>
        <p:nvSpPr>
          <p:cNvPr id="479" name="Google Shape;479;p37"/>
          <p:cNvSpPr txBox="1">
            <a:spLocks noGrp="1"/>
          </p:cNvSpPr>
          <p:nvPr>
            <p:ph type="title" idx="15"/>
          </p:nvPr>
        </p:nvSpPr>
        <p:spPr>
          <a:xfrm>
            <a:off x="3540006" y="3517135"/>
            <a:ext cx="781200" cy="68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04</a:t>
            </a:r>
            <a:endParaRPr dirty="0"/>
          </a:p>
        </p:txBody>
      </p:sp>
      <p:sp>
        <p:nvSpPr>
          <p:cNvPr id="481" name="Google Shape;481;p37"/>
          <p:cNvSpPr txBox="1">
            <a:spLocks noGrp="1"/>
          </p:cNvSpPr>
          <p:nvPr>
            <p:ph type="title" idx="6"/>
          </p:nvPr>
        </p:nvSpPr>
        <p:spPr>
          <a:xfrm>
            <a:off x="3540006" y="2075314"/>
            <a:ext cx="781200" cy="68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02</a:t>
            </a:r>
            <a:endParaRPr dirty="0"/>
          </a:p>
        </p:txBody>
      </p:sp>
      <p:sp>
        <p:nvSpPr>
          <p:cNvPr id="483" name="Google Shape;483;p37"/>
          <p:cNvSpPr txBox="1">
            <a:spLocks noGrp="1"/>
          </p:cNvSpPr>
          <p:nvPr>
            <p:ph type="title" idx="2"/>
          </p:nvPr>
        </p:nvSpPr>
        <p:spPr>
          <a:xfrm>
            <a:off x="4321200" y="1480512"/>
            <a:ext cx="4102500" cy="439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grpSp>
        <p:nvGrpSpPr>
          <p:cNvPr id="484" name="Google Shape;484;p37"/>
          <p:cNvGrpSpPr/>
          <p:nvPr/>
        </p:nvGrpSpPr>
        <p:grpSpPr>
          <a:xfrm>
            <a:off x="1090574" y="1604225"/>
            <a:ext cx="1738026" cy="2823854"/>
            <a:chOff x="1090574" y="1604225"/>
            <a:chExt cx="1738026" cy="2823854"/>
          </a:xfrm>
        </p:grpSpPr>
        <p:sp>
          <p:nvSpPr>
            <p:cNvPr id="485" name="Google Shape;485;p37"/>
            <p:cNvSpPr/>
            <p:nvPr/>
          </p:nvSpPr>
          <p:spPr>
            <a:xfrm>
              <a:off x="1996241" y="2595554"/>
              <a:ext cx="414752" cy="1504829"/>
            </a:xfrm>
            <a:custGeom>
              <a:avLst/>
              <a:gdLst/>
              <a:ahLst/>
              <a:cxnLst/>
              <a:rect l="l" t="t" r="r" b="b"/>
              <a:pathLst>
                <a:path w="3487" h="12652" extrusionOk="0">
                  <a:moveTo>
                    <a:pt x="0" y="0"/>
                  </a:moveTo>
                  <a:lnTo>
                    <a:pt x="0" y="10634"/>
                  </a:lnTo>
                  <a:lnTo>
                    <a:pt x="3486" y="12652"/>
                  </a:lnTo>
                  <a:lnTo>
                    <a:pt x="3486" y="2018"/>
                  </a:lnTo>
                  <a:lnTo>
                    <a:pt x="0"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2038227" y="2672866"/>
              <a:ext cx="55308" cy="1190589"/>
            </a:xfrm>
            <a:custGeom>
              <a:avLst/>
              <a:gdLst/>
              <a:ahLst/>
              <a:cxnLst/>
              <a:rect l="l" t="t" r="r" b="b"/>
              <a:pathLst>
                <a:path w="465" h="10010" extrusionOk="0">
                  <a:moveTo>
                    <a:pt x="1" y="1"/>
                  </a:moveTo>
                  <a:lnTo>
                    <a:pt x="1" y="9732"/>
                  </a:lnTo>
                  <a:lnTo>
                    <a:pt x="465" y="10009"/>
                  </a:lnTo>
                  <a:lnTo>
                    <a:pt x="465"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2131239" y="2728175"/>
              <a:ext cx="54714" cy="1187497"/>
            </a:xfrm>
            <a:custGeom>
              <a:avLst/>
              <a:gdLst/>
              <a:ahLst/>
              <a:cxnLst/>
              <a:rect l="l" t="t" r="r" b="b"/>
              <a:pathLst>
                <a:path w="460" h="9984" extrusionOk="0">
                  <a:moveTo>
                    <a:pt x="0" y="0"/>
                  </a:moveTo>
                  <a:lnTo>
                    <a:pt x="0" y="9711"/>
                  </a:lnTo>
                  <a:lnTo>
                    <a:pt x="460" y="9983"/>
                  </a:lnTo>
                  <a:lnTo>
                    <a:pt x="460" y="252"/>
                  </a:lnTo>
                  <a:lnTo>
                    <a:pt x="0"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2223657" y="2780271"/>
              <a:ext cx="52335" cy="1188092"/>
            </a:xfrm>
            <a:custGeom>
              <a:avLst/>
              <a:gdLst/>
              <a:ahLst/>
              <a:cxnLst/>
              <a:rect l="l" t="t" r="r" b="b"/>
              <a:pathLst>
                <a:path w="440" h="9989" extrusionOk="0">
                  <a:moveTo>
                    <a:pt x="0" y="1"/>
                  </a:moveTo>
                  <a:lnTo>
                    <a:pt x="0" y="9737"/>
                  </a:lnTo>
                  <a:lnTo>
                    <a:pt x="439" y="9989"/>
                  </a:lnTo>
                  <a:lnTo>
                    <a:pt x="439" y="278"/>
                  </a:lnTo>
                  <a:lnTo>
                    <a:pt x="0"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2313577" y="2833082"/>
              <a:ext cx="54832" cy="1187497"/>
            </a:xfrm>
            <a:custGeom>
              <a:avLst/>
              <a:gdLst/>
              <a:ahLst/>
              <a:cxnLst/>
              <a:rect l="l" t="t" r="r" b="b"/>
              <a:pathLst>
                <a:path w="461" h="9984" extrusionOk="0">
                  <a:moveTo>
                    <a:pt x="1" y="1"/>
                  </a:moveTo>
                  <a:lnTo>
                    <a:pt x="1" y="9732"/>
                  </a:lnTo>
                  <a:lnTo>
                    <a:pt x="460" y="9984"/>
                  </a:lnTo>
                  <a:lnTo>
                    <a:pt x="460" y="273"/>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2410871" y="2595554"/>
              <a:ext cx="417726" cy="1504829"/>
            </a:xfrm>
            <a:custGeom>
              <a:avLst/>
              <a:gdLst/>
              <a:ahLst/>
              <a:cxnLst/>
              <a:rect l="l" t="t" r="r" b="b"/>
              <a:pathLst>
                <a:path w="3512" h="12652" extrusionOk="0">
                  <a:moveTo>
                    <a:pt x="3511" y="0"/>
                  </a:moveTo>
                  <a:lnTo>
                    <a:pt x="0" y="2018"/>
                  </a:lnTo>
                  <a:lnTo>
                    <a:pt x="0" y="12652"/>
                  </a:lnTo>
                  <a:lnTo>
                    <a:pt x="3511" y="10634"/>
                  </a:lnTo>
                  <a:lnTo>
                    <a:pt x="3511" y="0"/>
                  </a:lnTo>
                  <a:close/>
                </a:path>
              </a:pathLst>
            </a:custGeom>
            <a:gradFill>
              <a:gsLst>
                <a:gs pos="0">
                  <a:srgbClr val="1501A9"/>
                </a:gs>
                <a:gs pos="100000">
                  <a:srgbClr val="17163E"/>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2455831" y="2833082"/>
              <a:ext cx="52929" cy="1187497"/>
            </a:xfrm>
            <a:custGeom>
              <a:avLst/>
              <a:gdLst/>
              <a:ahLst/>
              <a:cxnLst/>
              <a:rect l="l" t="t" r="r" b="b"/>
              <a:pathLst>
                <a:path w="445" h="9984" extrusionOk="0">
                  <a:moveTo>
                    <a:pt x="444" y="1"/>
                  </a:moveTo>
                  <a:lnTo>
                    <a:pt x="1" y="273"/>
                  </a:lnTo>
                  <a:lnTo>
                    <a:pt x="1" y="9984"/>
                  </a:lnTo>
                  <a:lnTo>
                    <a:pt x="444" y="9732"/>
                  </a:lnTo>
                  <a:lnTo>
                    <a:pt x="44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2545869" y="2780271"/>
              <a:ext cx="55308" cy="1188092"/>
            </a:xfrm>
            <a:custGeom>
              <a:avLst/>
              <a:gdLst/>
              <a:ahLst/>
              <a:cxnLst/>
              <a:rect l="l" t="t" r="r" b="b"/>
              <a:pathLst>
                <a:path w="465" h="9989" extrusionOk="0">
                  <a:moveTo>
                    <a:pt x="464" y="1"/>
                  </a:moveTo>
                  <a:lnTo>
                    <a:pt x="0" y="278"/>
                  </a:lnTo>
                  <a:lnTo>
                    <a:pt x="0" y="9989"/>
                  </a:lnTo>
                  <a:lnTo>
                    <a:pt x="464" y="9737"/>
                  </a:lnTo>
                  <a:lnTo>
                    <a:pt x="46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2638287" y="2728175"/>
              <a:ext cx="55308" cy="1187497"/>
            </a:xfrm>
            <a:custGeom>
              <a:avLst/>
              <a:gdLst/>
              <a:ahLst/>
              <a:cxnLst/>
              <a:rect l="l" t="t" r="r" b="b"/>
              <a:pathLst>
                <a:path w="465" h="9984" extrusionOk="0">
                  <a:moveTo>
                    <a:pt x="464" y="0"/>
                  </a:moveTo>
                  <a:lnTo>
                    <a:pt x="0" y="252"/>
                  </a:lnTo>
                  <a:lnTo>
                    <a:pt x="0" y="9983"/>
                  </a:lnTo>
                  <a:lnTo>
                    <a:pt x="464" y="9711"/>
                  </a:lnTo>
                  <a:lnTo>
                    <a:pt x="46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2731180" y="2672866"/>
              <a:ext cx="54714" cy="1190589"/>
            </a:xfrm>
            <a:custGeom>
              <a:avLst/>
              <a:gdLst/>
              <a:ahLst/>
              <a:cxnLst/>
              <a:rect l="l" t="t" r="r" b="b"/>
              <a:pathLst>
                <a:path w="460" h="10010" extrusionOk="0">
                  <a:moveTo>
                    <a:pt x="460" y="1"/>
                  </a:moveTo>
                  <a:lnTo>
                    <a:pt x="1" y="273"/>
                  </a:lnTo>
                  <a:lnTo>
                    <a:pt x="1" y="10009"/>
                  </a:lnTo>
                  <a:lnTo>
                    <a:pt x="460" y="9732"/>
                  </a:lnTo>
                  <a:lnTo>
                    <a:pt x="460"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1996241" y="2355528"/>
              <a:ext cx="832360" cy="480042"/>
            </a:xfrm>
            <a:custGeom>
              <a:avLst/>
              <a:gdLst/>
              <a:ahLst/>
              <a:cxnLst/>
              <a:rect l="l" t="t" r="r" b="b"/>
              <a:pathLst>
                <a:path w="6998" h="4036" extrusionOk="0">
                  <a:moveTo>
                    <a:pt x="3486" y="0"/>
                  </a:moveTo>
                  <a:lnTo>
                    <a:pt x="0" y="2018"/>
                  </a:lnTo>
                  <a:lnTo>
                    <a:pt x="3486" y="4036"/>
                  </a:lnTo>
                  <a:lnTo>
                    <a:pt x="6997" y="2018"/>
                  </a:lnTo>
                  <a:lnTo>
                    <a:pt x="3486" y="0"/>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2341290" y="2685474"/>
              <a:ext cx="147013" cy="85399"/>
            </a:xfrm>
            <a:custGeom>
              <a:avLst/>
              <a:gdLst/>
              <a:ahLst/>
              <a:cxnLst/>
              <a:rect l="l" t="t" r="r" b="b"/>
              <a:pathLst>
                <a:path w="1236" h="718" extrusionOk="0">
                  <a:moveTo>
                    <a:pt x="605" y="1"/>
                  </a:moveTo>
                  <a:lnTo>
                    <a:pt x="0" y="359"/>
                  </a:lnTo>
                  <a:lnTo>
                    <a:pt x="605" y="717"/>
                  </a:lnTo>
                  <a:lnTo>
                    <a:pt x="1236" y="359"/>
                  </a:lnTo>
                  <a:lnTo>
                    <a:pt x="605"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2358655" y="2402867"/>
              <a:ext cx="109903" cy="62562"/>
            </a:xfrm>
            <a:custGeom>
              <a:avLst/>
              <a:gdLst/>
              <a:ahLst/>
              <a:cxnLst/>
              <a:rect l="l" t="t" r="r" b="b"/>
              <a:pathLst>
                <a:path w="924" h="526" extrusionOk="0">
                  <a:moveTo>
                    <a:pt x="459" y="1"/>
                  </a:moveTo>
                  <a:lnTo>
                    <a:pt x="0" y="253"/>
                  </a:lnTo>
                  <a:lnTo>
                    <a:pt x="459" y="526"/>
                  </a:lnTo>
                  <a:lnTo>
                    <a:pt x="923" y="253"/>
                  </a:lnTo>
                  <a:lnTo>
                    <a:pt x="459"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2358655" y="2432960"/>
              <a:ext cx="54714" cy="62444"/>
            </a:xfrm>
            <a:custGeom>
              <a:avLst/>
              <a:gdLst/>
              <a:ahLst/>
              <a:cxnLst/>
              <a:rect l="l" t="t" r="r" b="b"/>
              <a:pathLst>
                <a:path w="460" h="525" extrusionOk="0">
                  <a:moveTo>
                    <a:pt x="0" y="0"/>
                  </a:moveTo>
                  <a:lnTo>
                    <a:pt x="0" y="252"/>
                  </a:lnTo>
                  <a:lnTo>
                    <a:pt x="459" y="525"/>
                  </a:lnTo>
                  <a:lnTo>
                    <a:pt x="459" y="273"/>
                  </a:lnTo>
                  <a:lnTo>
                    <a:pt x="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2413250" y="2432960"/>
              <a:ext cx="55308" cy="62444"/>
            </a:xfrm>
            <a:custGeom>
              <a:avLst/>
              <a:gdLst/>
              <a:ahLst/>
              <a:cxnLst/>
              <a:rect l="l" t="t" r="r" b="b"/>
              <a:pathLst>
                <a:path w="465" h="525" extrusionOk="0">
                  <a:moveTo>
                    <a:pt x="464" y="0"/>
                  </a:moveTo>
                  <a:lnTo>
                    <a:pt x="0" y="273"/>
                  </a:lnTo>
                  <a:lnTo>
                    <a:pt x="0" y="525"/>
                  </a:lnTo>
                  <a:lnTo>
                    <a:pt x="464" y="252"/>
                  </a:lnTo>
                  <a:lnTo>
                    <a:pt x="464"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2283603" y="2445568"/>
              <a:ext cx="109903" cy="62444"/>
            </a:xfrm>
            <a:custGeom>
              <a:avLst/>
              <a:gdLst/>
              <a:ahLst/>
              <a:cxnLst/>
              <a:rect l="l" t="t" r="r" b="b"/>
              <a:pathLst>
                <a:path w="924" h="525" extrusionOk="0">
                  <a:moveTo>
                    <a:pt x="460" y="0"/>
                  </a:moveTo>
                  <a:lnTo>
                    <a:pt x="1" y="252"/>
                  </a:lnTo>
                  <a:lnTo>
                    <a:pt x="460" y="525"/>
                  </a:lnTo>
                  <a:lnTo>
                    <a:pt x="924" y="252"/>
                  </a:lnTo>
                  <a:lnTo>
                    <a:pt x="460"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2283603" y="2475541"/>
              <a:ext cx="54714" cy="62444"/>
            </a:xfrm>
            <a:custGeom>
              <a:avLst/>
              <a:gdLst/>
              <a:ahLst/>
              <a:cxnLst/>
              <a:rect l="l" t="t" r="r" b="b"/>
              <a:pathLst>
                <a:path w="460" h="525" extrusionOk="0">
                  <a:moveTo>
                    <a:pt x="1" y="0"/>
                  </a:moveTo>
                  <a:lnTo>
                    <a:pt x="1" y="253"/>
                  </a:lnTo>
                  <a:lnTo>
                    <a:pt x="460" y="525"/>
                  </a:lnTo>
                  <a:lnTo>
                    <a:pt x="460" y="273"/>
                  </a:lnTo>
                  <a:lnTo>
                    <a:pt x="1"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2338198" y="2475541"/>
              <a:ext cx="55308" cy="62444"/>
            </a:xfrm>
            <a:custGeom>
              <a:avLst/>
              <a:gdLst/>
              <a:ahLst/>
              <a:cxnLst/>
              <a:rect l="l" t="t" r="r" b="b"/>
              <a:pathLst>
                <a:path w="465" h="525" extrusionOk="0">
                  <a:moveTo>
                    <a:pt x="465" y="0"/>
                  </a:moveTo>
                  <a:lnTo>
                    <a:pt x="1" y="273"/>
                  </a:lnTo>
                  <a:lnTo>
                    <a:pt x="1" y="525"/>
                  </a:lnTo>
                  <a:lnTo>
                    <a:pt x="465" y="253"/>
                  </a:lnTo>
                  <a:lnTo>
                    <a:pt x="465" y="0"/>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2208670" y="2488149"/>
              <a:ext cx="109903" cy="62444"/>
            </a:xfrm>
            <a:custGeom>
              <a:avLst/>
              <a:gdLst/>
              <a:ahLst/>
              <a:cxnLst/>
              <a:rect l="l" t="t" r="r" b="b"/>
              <a:pathLst>
                <a:path w="924" h="525" extrusionOk="0">
                  <a:moveTo>
                    <a:pt x="459" y="0"/>
                  </a:moveTo>
                  <a:lnTo>
                    <a:pt x="0" y="273"/>
                  </a:lnTo>
                  <a:lnTo>
                    <a:pt x="459" y="525"/>
                  </a:lnTo>
                  <a:lnTo>
                    <a:pt x="923" y="273"/>
                  </a:lnTo>
                  <a:lnTo>
                    <a:pt x="459"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2208670" y="2520501"/>
              <a:ext cx="54714" cy="60184"/>
            </a:xfrm>
            <a:custGeom>
              <a:avLst/>
              <a:gdLst/>
              <a:ahLst/>
              <a:cxnLst/>
              <a:rect l="l" t="t" r="r" b="b"/>
              <a:pathLst>
                <a:path w="460" h="506" extrusionOk="0">
                  <a:moveTo>
                    <a:pt x="0" y="1"/>
                  </a:moveTo>
                  <a:lnTo>
                    <a:pt x="0" y="233"/>
                  </a:lnTo>
                  <a:lnTo>
                    <a:pt x="459" y="505"/>
                  </a:lnTo>
                  <a:lnTo>
                    <a:pt x="459" y="253"/>
                  </a:lnTo>
                  <a:lnTo>
                    <a:pt x="0"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2263264" y="2520501"/>
              <a:ext cx="55308" cy="60184"/>
            </a:xfrm>
            <a:custGeom>
              <a:avLst/>
              <a:gdLst/>
              <a:ahLst/>
              <a:cxnLst/>
              <a:rect l="l" t="t" r="r" b="b"/>
              <a:pathLst>
                <a:path w="465" h="506" extrusionOk="0">
                  <a:moveTo>
                    <a:pt x="464" y="1"/>
                  </a:moveTo>
                  <a:lnTo>
                    <a:pt x="0" y="253"/>
                  </a:lnTo>
                  <a:lnTo>
                    <a:pt x="0" y="505"/>
                  </a:lnTo>
                  <a:lnTo>
                    <a:pt x="464" y="233"/>
                  </a:lnTo>
                  <a:lnTo>
                    <a:pt x="464" y="1"/>
                  </a:lnTo>
                  <a:close/>
                </a:path>
              </a:pathLst>
            </a:custGeom>
            <a:solidFill>
              <a:srgbClr val="1501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1996241" y="1604225"/>
              <a:ext cx="832360" cy="1232575"/>
            </a:xfrm>
            <a:custGeom>
              <a:avLst/>
              <a:gdLst/>
              <a:ahLst/>
              <a:cxnLst/>
              <a:rect l="l" t="t" r="r" b="b"/>
              <a:pathLst>
                <a:path w="6998" h="10363" extrusionOk="0">
                  <a:moveTo>
                    <a:pt x="3486" y="1"/>
                  </a:moveTo>
                  <a:lnTo>
                    <a:pt x="0" y="2039"/>
                  </a:lnTo>
                  <a:lnTo>
                    <a:pt x="0" y="8345"/>
                  </a:lnTo>
                  <a:lnTo>
                    <a:pt x="3486" y="10362"/>
                  </a:lnTo>
                  <a:lnTo>
                    <a:pt x="6997" y="8324"/>
                  </a:lnTo>
                  <a:lnTo>
                    <a:pt x="6997" y="2019"/>
                  </a:lnTo>
                  <a:lnTo>
                    <a:pt x="3486" y="1"/>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1090574" y="3355714"/>
              <a:ext cx="414752" cy="1072363"/>
            </a:xfrm>
            <a:custGeom>
              <a:avLst/>
              <a:gdLst/>
              <a:ahLst/>
              <a:cxnLst/>
              <a:rect l="l" t="t" r="r" b="b"/>
              <a:pathLst>
                <a:path w="3487" h="9016" extrusionOk="0">
                  <a:moveTo>
                    <a:pt x="1" y="1"/>
                  </a:moveTo>
                  <a:lnTo>
                    <a:pt x="1" y="6977"/>
                  </a:lnTo>
                  <a:lnTo>
                    <a:pt x="3486" y="9015"/>
                  </a:lnTo>
                  <a:lnTo>
                    <a:pt x="3486" y="2018"/>
                  </a:lnTo>
                  <a:lnTo>
                    <a:pt x="1" y="1"/>
                  </a:lnTo>
                  <a:close/>
                </a:path>
              </a:pathLst>
            </a:custGeom>
            <a:gradFill>
              <a:gsLst>
                <a:gs pos="0">
                  <a:srgbClr val="B0A1FB"/>
                </a:gs>
                <a:gs pos="50000">
                  <a:srgbClr val="AD95E6"/>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1090574" y="3388067"/>
              <a:ext cx="414752" cy="292355"/>
            </a:xfrm>
            <a:custGeom>
              <a:avLst/>
              <a:gdLst/>
              <a:ahLst/>
              <a:cxnLst/>
              <a:rect l="l" t="t" r="r" b="b"/>
              <a:pathLst>
                <a:path w="3487" h="2458" extrusionOk="0">
                  <a:moveTo>
                    <a:pt x="1" y="1"/>
                  </a:moveTo>
                  <a:lnTo>
                    <a:pt x="1" y="440"/>
                  </a:lnTo>
                  <a:lnTo>
                    <a:pt x="3486" y="2458"/>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1090574" y="3505701"/>
              <a:ext cx="414752" cy="292355"/>
            </a:xfrm>
            <a:custGeom>
              <a:avLst/>
              <a:gdLst/>
              <a:ahLst/>
              <a:cxnLst/>
              <a:rect l="l" t="t" r="r" b="b"/>
              <a:pathLst>
                <a:path w="3487" h="2458" extrusionOk="0">
                  <a:moveTo>
                    <a:pt x="1" y="1"/>
                  </a:moveTo>
                  <a:lnTo>
                    <a:pt x="1" y="440"/>
                  </a:lnTo>
                  <a:lnTo>
                    <a:pt x="3486" y="2457"/>
                  </a:lnTo>
                  <a:lnTo>
                    <a:pt x="3486" y="2018"/>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1090574" y="3623335"/>
              <a:ext cx="414752" cy="292355"/>
            </a:xfrm>
            <a:custGeom>
              <a:avLst/>
              <a:gdLst/>
              <a:ahLst/>
              <a:cxnLst/>
              <a:rect l="l" t="t" r="r" b="b"/>
              <a:pathLst>
                <a:path w="3487" h="2458"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1090574" y="3740374"/>
              <a:ext cx="414752" cy="292830"/>
            </a:xfrm>
            <a:custGeom>
              <a:avLst/>
              <a:gdLst/>
              <a:ahLst/>
              <a:cxnLst/>
              <a:rect l="l" t="t" r="r" b="b"/>
              <a:pathLst>
                <a:path w="3487" h="2462"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1090574" y="3857889"/>
              <a:ext cx="414752" cy="292949"/>
            </a:xfrm>
            <a:custGeom>
              <a:avLst/>
              <a:gdLst/>
              <a:ahLst/>
              <a:cxnLst/>
              <a:rect l="l" t="t" r="r" b="b"/>
              <a:pathLst>
                <a:path w="3487" h="2463" extrusionOk="0">
                  <a:moveTo>
                    <a:pt x="1" y="1"/>
                  </a:moveTo>
                  <a:lnTo>
                    <a:pt x="1" y="445"/>
                  </a:lnTo>
                  <a:lnTo>
                    <a:pt x="3486" y="2462"/>
                  </a:lnTo>
                  <a:lnTo>
                    <a:pt x="3486" y="2019"/>
                  </a:lnTo>
                  <a:lnTo>
                    <a:pt x="1" y="1"/>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1090574" y="3975523"/>
              <a:ext cx="414752" cy="292949"/>
            </a:xfrm>
            <a:custGeom>
              <a:avLst/>
              <a:gdLst/>
              <a:ahLst/>
              <a:cxnLst/>
              <a:rect l="l" t="t" r="r" b="b"/>
              <a:pathLst>
                <a:path w="3487" h="2463" extrusionOk="0">
                  <a:moveTo>
                    <a:pt x="1" y="0"/>
                  </a:moveTo>
                  <a:lnTo>
                    <a:pt x="1" y="444"/>
                  </a:lnTo>
                  <a:lnTo>
                    <a:pt x="3486" y="2462"/>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1090574" y="4093157"/>
              <a:ext cx="414752" cy="292236"/>
            </a:xfrm>
            <a:custGeom>
              <a:avLst/>
              <a:gdLst/>
              <a:ahLst/>
              <a:cxnLst/>
              <a:rect l="l" t="t" r="r" b="b"/>
              <a:pathLst>
                <a:path w="3487" h="2457" extrusionOk="0">
                  <a:moveTo>
                    <a:pt x="1" y="0"/>
                  </a:moveTo>
                  <a:lnTo>
                    <a:pt x="1" y="439"/>
                  </a:lnTo>
                  <a:lnTo>
                    <a:pt x="3486" y="2457"/>
                  </a:lnTo>
                  <a:lnTo>
                    <a:pt x="3486" y="2018"/>
                  </a:lnTo>
                  <a:lnTo>
                    <a:pt x="1" y="0"/>
                  </a:lnTo>
                  <a:close/>
                </a:path>
              </a:pathLst>
            </a:custGeom>
            <a:gradFill>
              <a:gsLst>
                <a:gs pos="0">
                  <a:srgbClr val="B0A1FB"/>
                </a:gs>
                <a:gs pos="50000">
                  <a:srgbClr val="4CEEFD"/>
                </a:gs>
                <a:gs pos="100000">
                  <a:srgbClr val="4CEEFD"/>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1505204" y="3450511"/>
              <a:ext cx="252634" cy="977568"/>
            </a:xfrm>
            <a:custGeom>
              <a:avLst/>
              <a:gdLst/>
              <a:ahLst/>
              <a:cxnLst/>
              <a:rect l="l" t="t" r="r" b="b"/>
              <a:pathLst>
                <a:path w="2124" h="8219" extrusionOk="0">
                  <a:moveTo>
                    <a:pt x="2124" y="1"/>
                  </a:moveTo>
                  <a:lnTo>
                    <a:pt x="0" y="1221"/>
                  </a:lnTo>
                  <a:lnTo>
                    <a:pt x="0" y="8218"/>
                  </a:lnTo>
                  <a:lnTo>
                    <a:pt x="2124" y="6977"/>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1505204" y="3482864"/>
              <a:ext cx="252634" cy="197559"/>
            </a:xfrm>
            <a:custGeom>
              <a:avLst/>
              <a:gdLst/>
              <a:ahLst/>
              <a:cxnLst/>
              <a:rect l="l" t="t" r="r" b="b"/>
              <a:pathLst>
                <a:path w="2124" h="1661" extrusionOk="0">
                  <a:moveTo>
                    <a:pt x="2124" y="1"/>
                  </a:moveTo>
                  <a:lnTo>
                    <a:pt x="0" y="1222"/>
                  </a:lnTo>
                  <a:lnTo>
                    <a:pt x="0" y="1661"/>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1505204" y="3600498"/>
              <a:ext cx="252634" cy="197559"/>
            </a:xfrm>
            <a:custGeom>
              <a:avLst/>
              <a:gdLst/>
              <a:ahLst/>
              <a:cxnLst/>
              <a:rect l="l" t="t" r="r" b="b"/>
              <a:pathLst>
                <a:path w="2124" h="1661" extrusionOk="0">
                  <a:moveTo>
                    <a:pt x="2124" y="1"/>
                  </a:moveTo>
                  <a:lnTo>
                    <a:pt x="0" y="1221"/>
                  </a:lnTo>
                  <a:lnTo>
                    <a:pt x="0" y="1660"/>
                  </a:lnTo>
                  <a:lnTo>
                    <a:pt x="2124" y="445"/>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1505204" y="3718132"/>
              <a:ext cx="252634" cy="197559"/>
            </a:xfrm>
            <a:custGeom>
              <a:avLst/>
              <a:gdLst/>
              <a:ahLst/>
              <a:cxnLst/>
              <a:rect l="l" t="t" r="r" b="b"/>
              <a:pathLst>
                <a:path w="2124" h="1661" extrusionOk="0">
                  <a:moveTo>
                    <a:pt x="2124" y="0"/>
                  </a:moveTo>
                  <a:lnTo>
                    <a:pt x="0" y="1221"/>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1505204" y="3835766"/>
              <a:ext cx="252634" cy="197440"/>
            </a:xfrm>
            <a:custGeom>
              <a:avLst/>
              <a:gdLst/>
              <a:ahLst/>
              <a:cxnLst/>
              <a:rect l="l" t="t" r="r" b="b"/>
              <a:pathLst>
                <a:path w="2124" h="1660" extrusionOk="0">
                  <a:moveTo>
                    <a:pt x="2124" y="0"/>
                  </a:moveTo>
                  <a:lnTo>
                    <a:pt x="0" y="1216"/>
                  </a:lnTo>
                  <a:lnTo>
                    <a:pt x="0" y="1660"/>
                  </a:lnTo>
                  <a:lnTo>
                    <a:pt x="2124" y="439"/>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7"/>
            <p:cNvSpPr/>
            <p:nvPr/>
          </p:nvSpPr>
          <p:spPr>
            <a:xfrm>
              <a:off x="1505204" y="3953281"/>
              <a:ext cx="252634" cy="197559"/>
            </a:xfrm>
            <a:custGeom>
              <a:avLst/>
              <a:gdLst/>
              <a:ahLst/>
              <a:cxnLst/>
              <a:rect l="l" t="t" r="r" b="b"/>
              <a:pathLst>
                <a:path w="2124" h="1661" extrusionOk="0">
                  <a:moveTo>
                    <a:pt x="2124" y="1"/>
                  </a:moveTo>
                  <a:lnTo>
                    <a:pt x="0" y="1217"/>
                  </a:lnTo>
                  <a:lnTo>
                    <a:pt x="0" y="1660"/>
                  </a:lnTo>
                  <a:lnTo>
                    <a:pt x="2124" y="440"/>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7"/>
            <p:cNvSpPr/>
            <p:nvPr/>
          </p:nvSpPr>
          <p:spPr>
            <a:xfrm>
              <a:off x="1505204" y="4070320"/>
              <a:ext cx="252634" cy="198154"/>
            </a:xfrm>
            <a:custGeom>
              <a:avLst/>
              <a:gdLst/>
              <a:ahLst/>
              <a:cxnLst/>
              <a:rect l="l" t="t" r="r" b="b"/>
              <a:pathLst>
                <a:path w="2124" h="1666" extrusionOk="0">
                  <a:moveTo>
                    <a:pt x="2124" y="1"/>
                  </a:moveTo>
                  <a:lnTo>
                    <a:pt x="0" y="1221"/>
                  </a:lnTo>
                  <a:lnTo>
                    <a:pt x="0" y="1665"/>
                  </a:lnTo>
                  <a:lnTo>
                    <a:pt x="2124" y="444"/>
                  </a:lnTo>
                  <a:lnTo>
                    <a:pt x="2124"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7"/>
            <p:cNvSpPr/>
            <p:nvPr/>
          </p:nvSpPr>
          <p:spPr>
            <a:xfrm>
              <a:off x="1505204" y="4187954"/>
              <a:ext cx="252634" cy="197440"/>
            </a:xfrm>
            <a:custGeom>
              <a:avLst/>
              <a:gdLst/>
              <a:ahLst/>
              <a:cxnLst/>
              <a:rect l="l" t="t" r="r" b="b"/>
              <a:pathLst>
                <a:path w="2124" h="1660" extrusionOk="0">
                  <a:moveTo>
                    <a:pt x="2124" y="0"/>
                  </a:moveTo>
                  <a:lnTo>
                    <a:pt x="0" y="1221"/>
                  </a:lnTo>
                  <a:lnTo>
                    <a:pt x="0" y="1660"/>
                  </a:lnTo>
                  <a:lnTo>
                    <a:pt x="2124" y="444"/>
                  </a:lnTo>
                  <a:lnTo>
                    <a:pt x="2124" y="0"/>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7"/>
            <p:cNvSpPr/>
            <p:nvPr/>
          </p:nvSpPr>
          <p:spPr>
            <a:xfrm>
              <a:off x="1090574" y="3210486"/>
              <a:ext cx="667267" cy="385366"/>
            </a:xfrm>
            <a:custGeom>
              <a:avLst/>
              <a:gdLst/>
              <a:ahLst/>
              <a:cxnLst/>
              <a:rect l="l" t="t" r="r" b="b"/>
              <a:pathLst>
                <a:path w="5610" h="3240" extrusionOk="0">
                  <a:moveTo>
                    <a:pt x="2119" y="1"/>
                  </a:moveTo>
                  <a:lnTo>
                    <a:pt x="1" y="1222"/>
                  </a:lnTo>
                  <a:lnTo>
                    <a:pt x="3486" y="3239"/>
                  </a:lnTo>
                  <a:lnTo>
                    <a:pt x="5610" y="2019"/>
                  </a:lnTo>
                  <a:lnTo>
                    <a:pt x="2119" y="1"/>
                  </a:lnTo>
                  <a:close/>
                </a:path>
              </a:pathLst>
            </a:custGeom>
            <a:gradFill>
              <a:gsLst>
                <a:gs pos="0">
                  <a:srgbClr val="8C74F9"/>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7"/>
            <p:cNvSpPr/>
            <p:nvPr/>
          </p:nvSpPr>
          <p:spPr>
            <a:xfrm>
              <a:off x="1175141" y="3308375"/>
              <a:ext cx="167590" cy="97293"/>
            </a:xfrm>
            <a:custGeom>
              <a:avLst/>
              <a:gdLst/>
              <a:ahLst/>
              <a:cxnLst/>
              <a:rect l="l" t="t" r="r" b="b"/>
              <a:pathLst>
                <a:path w="1409" h="818" extrusionOk="0">
                  <a:moveTo>
                    <a:pt x="717" y="0"/>
                  </a:moveTo>
                  <a:lnTo>
                    <a:pt x="1" y="419"/>
                  </a:lnTo>
                  <a:lnTo>
                    <a:pt x="717" y="817"/>
                  </a:lnTo>
                  <a:lnTo>
                    <a:pt x="1408" y="419"/>
                  </a:lnTo>
                  <a:lnTo>
                    <a:pt x="717" y="0"/>
                  </a:ln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7"/>
            <p:cNvSpPr/>
            <p:nvPr/>
          </p:nvSpPr>
          <p:spPr>
            <a:xfrm>
              <a:off x="1472733" y="3405075"/>
              <a:ext cx="162713" cy="86232"/>
            </a:xfrm>
            <a:custGeom>
              <a:avLst/>
              <a:gdLst/>
              <a:ahLst/>
              <a:cxnLst/>
              <a:rect l="l" t="t" r="r" b="b"/>
              <a:pathLst>
                <a:path w="1368" h="725" extrusionOk="0">
                  <a:moveTo>
                    <a:pt x="687" y="0"/>
                  </a:moveTo>
                  <a:cubicBezTo>
                    <a:pt x="527" y="0"/>
                    <a:pt x="369" y="37"/>
                    <a:pt x="253" y="110"/>
                  </a:cubicBezTo>
                  <a:cubicBezTo>
                    <a:pt x="1" y="236"/>
                    <a:pt x="1" y="468"/>
                    <a:pt x="253" y="615"/>
                  </a:cubicBezTo>
                  <a:cubicBezTo>
                    <a:pt x="369" y="688"/>
                    <a:pt x="527" y="724"/>
                    <a:pt x="687" y="724"/>
                  </a:cubicBezTo>
                  <a:cubicBezTo>
                    <a:pt x="847" y="724"/>
                    <a:pt x="1010" y="688"/>
                    <a:pt x="1136" y="615"/>
                  </a:cubicBezTo>
                  <a:cubicBezTo>
                    <a:pt x="1368" y="468"/>
                    <a:pt x="1368" y="236"/>
                    <a:pt x="1136" y="110"/>
                  </a:cubicBezTo>
                  <a:cubicBezTo>
                    <a:pt x="1010" y="37"/>
                    <a:pt x="847" y="0"/>
                    <a:pt x="687" y="0"/>
                  </a:cubicBezTo>
                  <a:close/>
                </a:path>
              </a:pathLst>
            </a:custGeom>
            <a:gradFill>
              <a:gsLst>
                <a:gs pos="0">
                  <a:srgbClr val="1501A9"/>
                </a:gs>
                <a:gs pos="100000">
                  <a:srgbClr val="17163E"/>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7"/>
            <p:cNvSpPr/>
            <p:nvPr/>
          </p:nvSpPr>
          <p:spPr>
            <a:xfrm>
              <a:off x="1090574" y="2456923"/>
              <a:ext cx="667267" cy="1137066"/>
            </a:xfrm>
            <a:custGeom>
              <a:avLst/>
              <a:gdLst/>
              <a:ahLst/>
              <a:cxnLst/>
              <a:rect l="l" t="t" r="r" b="b"/>
              <a:pathLst>
                <a:path w="5610" h="9560" extrusionOk="0">
                  <a:moveTo>
                    <a:pt x="2119" y="0"/>
                  </a:moveTo>
                  <a:lnTo>
                    <a:pt x="1" y="1216"/>
                  </a:lnTo>
                  <a:lnTo>
                    <a:pt x="1" y="7542"/>
                  </a:lnTo>
                  <a:lnTo>
                    <a:pt x="3486" y="9559"/>
                  </a:lnTo>
                  <a:lnTo>
                    <a:pt x="5610" y="8344"/>
                  </a:lnTo>
                  <a:lnTo>
                    <a:pt x="5610" y="2018"/>
                  </a:lnTo>
                  <a:lnTo>
                    <a:pt x="2119" y="0"/>
                  </a:lnTo>
                  <a:close/>
                </a:path>
              </a:pathLst>
            </a:custGeom>
            <a:gradFill>
              <a:gsLst>
                <a:gs pos="0">
                  <a:srgbClr val="4CEEFD">
                    <a:alpha val="36160"/>
                  </a:srgbClr>
                </a:gs>
                <a:gs pos="34000">
                  <a:srgbClr val="4CEEFD">
                    <a:alpha val="37647"/>
                    <a:alpha val="36160"/>
                  </a:srgbClr>
                </a:gs>
                <a:gs pos="100000">
                  <a:srgbClr val="4CEEFD">
                    <a:alpha val="0"/>
                    <a:alpha val="3616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479;p37">
            <a:extLst>
              <a:ext uri="{FF2B5EF4-FFF2-40B4-BE49-F238E27FC236}">
                <a16:creationId xmlns:a16="http://schemas.microsoft.com/office/drawing/2014/main" id="{BE425F99-92AB-CA4E-5B82-F6D51E6E1B51}"/>
              </a:ext>
            </a:extLst>
          </p:cNvPr>
          <p:cNvSpPr txBox="1">
            <a:spLocks/>
          </p:cNvSpPr>
          <p:nvPr/>
        </p:nvSpPr>
        <p:spPr>
          <a:xfrm>
            <a:off x="3540000" y="4229167"/>
            <a:ext cx="781200" cy="682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4800"/>
              <a:buFont typeface="Teko"/>
              <a:buNone/>
              <a:defRPr sz="6000" b="0" i="0" u="none" strike="noStrike" cap="none">
                <a:solidFill>
                  <a:schemeClr val="lt1"/>
                </a:solidFill>
                <a:latin typeface="Teko"/>
                <a:ea typeface="Teko"/>
                <a:cs typeface="Teko"/>
                <a:sym typeface="Teko"/>
              </a:defRPr>
            </a:lvl1pPr>
            <a:lvl2pPr marR="0" lvl="1"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12000"/>
              <a:buFont typeface="Arial"/>
              <a:buNone/>
              <a:defRPr sz="12000" b="0" i="0" u="none" strike="noStrike" cap="none">
                <a:solidFill>
                  <a:schemeClr val="dk2"/>
                </a:solidFill>
                <a:latin typeface="Arial"/>
                <a:ea typeface="Arial"/>
                <a:cs typeface="Arial"/>
                <a:sym typeface="Arial"/>
              </a:defRPr>
            </a:lvl9pPr>
          </a:lstStyle>
          <a:p>
            <a:r>
              <a:rPr lang="en" dirty="0"/>
              <a:t>05</a:t>
            </a:r>
          </a:p>
        </p:txBody>
      </p:sp>
      <p:sp>
        <p:nvSpPr>
          <p:cNvPr id="13" name="Google Shape;478;p37">
            <a:extLst>
              <a:ext uri="{FF2B5EF4-FFF2-40B4-BE49-F238E27FC236}">
                <a16:creationId xmlns:a16="http://schemas.microsoft.com/office/drawing/2014/main" id="{94748FEE-C714-339B-F8EF-B27EB2F2C4C1}"/>
              </a:ext>
            </a:extLst>
          </p:cNvPr>
          <p:cNvSpPr txBox="1">
            <a:spLocks/>
          </p:cNvSpPr>
          <p:nvPr/>
        </p:nvSpPr>
        <p:spPr>
          <a:xfrm>
            <a:off x="4321200" y="4442635"/>
            <a:ext cx="4102500" cy="43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1800"/>
              <a:buFont typeface="Teko"/>
              <a:buNone/>
              <a:defRPr sz="2400" b="0" i="0" u="none" strike="noStrike" cap="none">
                <a:solidFill>
                  <a:schemeClr val="lt1"/>
                </a:solidFill>
                <a:latin typeface="Teko"/>
                <a:ea typeface="Teko"/>
                <a:cs typeface="Teko"/>
                <a:sym typeface="Teko"/>
              </a:defRPr>
            </a:lvl1pPr>
            <a:lvl2pPr marR="0" lvl="1"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2pPr>
            <a:lvl3pPr marR="0" lvl="2"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3pPr>
            <a:lvl4pPr marR="0" lvl="3"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4pPr>
            <a:lvl5pPr marR="0" lvl="4"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5pPr>
            <a:lvl6pPr marR="0" lvl="5"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6pPr>
            <a:lvl7pPr marR="0" lvl="6"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7pPr>
            <a:lvl8pPr marR="0" lvl="7"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8pPr>
            <a:lvl9pPr marR="0" lvl="8" algn="l" rtl="0">
              <a:lnSpc>
                <a:spcPct val="100000"/>
              </a:lnSpc>
              <a:spcBef>
                <a:spcPts val="0"/>
              </a:spcBef>
              <a:spcAft>
                <a:spcPts val="0"/>
              </a:spcAft>
              <a:buClr>
                <a:schemeClr val="dk2"/>
              </a:buClr>
              <a:buSzPts val="2800"/>
              <a:buFont typeface="Patrick Hand"/>
              <a:buNone/>
              <a:defRPr sz="2800" b="0" i="0" u="none" strike="noStrike" cap="none">
                <a:solidFill>
                  <a:schemeClr val="dk2"/>
                </a:solidFill>
                <a:latin typeface="Patrick Hand"/>
                <a:ea typeface="Patrick Hand"/>
                <a:cs typeface="Patrick Hand"/>
                <a:sym typeface="Patrick Hand"/>
              </a:defRPr>
            </a:lvl9pPr>
          </a:lstStyle>
          <a:p>
            <a:r>
              <a:rPr lang="fr-FR" dirty="0"/>
              <a:t>Conclusion</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2"/>
                                        </p:tgtEl>
                                        <p:attrNameLst>
                                          <p:attrName>style.visibility</p:attrName>
                                        </p:attrNameLst>
                                      </p:cBhvr>
                                      <p:to>
                                        <p:strVal val="visible"/>
                                      </p:to>
                                    </p:set>
                                    <p:anim calcmode="lin" valueType="num">
                                      <p:cBhvr additive="base">
                                        <p:cTn id="7" dur="500" fill="hold"/>
                                        <p:tgtEl>
                                          <p:spTgt spid="472"/>
                                        </p:tgtEl>
                                        <p:attrNameLst>
                                          <p:attrName>ppt_x</p:attrName>
                                        </p:attrNameLst>
                                      </p:cBhvr>
                                      <p:tavLst>
                                        <p:tav tm="0">
                                          <p:val>
                                            <p:strVal val="#ppt_x"/>
                                          </p:val>
                                        </p:tav>
                                        <p:tav tm="100000">
                                          <p:val>
                                            <p:strVal val="#ppt_x"/>
                                          </p:val>
                                        </p:tav>
                                      </p:tavLst>
                                    </p:anim>
                                    <p:anim calcmode="lin" valueType="num">
                                      <p:cBhvr additive="base">
                                        <p:cTn id="8" dur="500" fill="hold"/>
                                        <p:tgtEl>
                                          <p:spTgt spid="47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83"/>
                                        </p:tgtEl>
                                        <p:attrNameLst>
                                          <p:attrName>style.visibility</p:attrName>
                                        </p:attrNameLst>
                                      </p:cBhvr>
                                      <p:to>
                                        <p:strVal val="visible"/>
                                      </p:to>
                                    </p:set>
                                    <p:anim calcmode="lin" valueType="num">
                                      <p:cBhvr additive="base">
                                        <p:cTn id="11" dur="500" fill="hold"/>
                                        <p:tgtEl>
                                          <p:spTgt spid="483"/>
                                        </p:tgtEl>
                                        <p:attrNameLst>
                                          <p:attrName>ppt_x</p:attrName>
                                        </p:attrNameLst>
                                      </p:cBhvr>
                                      <p:tavLst>
                                        <p:tav tm="0">
                                          <p:val>
                                            <p:strVal val="#ppt_x"/>
                                          </p:val>
                                        </p:tav>
                                        <p:tav tm="100000">
                                          <p:val>
                                            <p:strVal val="#ppt_x"/>
                                          </p:val>
                                        </p:tav>
                                      </p:tavLst>
                                    </p:anim>
                                    <p:anim calcmode="lin" valueType="num">
                                      <p:cBhvr additive="base">
                                        <p:cTn id="12" dur="500" fill="hold"/>
                                        <p:tgtEl>
                                          <p:spTgt spid="48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81"/>
                                        </p:tgtEl>
                                        <p:attrNameLst>
                                          <p:attrName>style.visibility</p:attrName>
                                        </p:attrNameLst>
                                      </p:cBhvr>
                                      <p:to>
                                        <p:strVal val="visible"/>
                                      </p:to>
                                    </p:set>
                                    <p:anim calcmode="lin" valueType="num">
                                      <p:cBhvr additive="base">
                                        <p:cTn id="17" dur="500" fill="hold"/>
                                        <p:tgtEl>
                                          <p:spTgt spid="481"/>
                                        </p:tgtEl>
                                        <p:attrNameLst>
                                          <p:attrName>ppt_x</p:attrName>
                                        </p:attrNameLst>
                                      </p:cBhvr>
                                      <p:tavLst>
                                        <p:tav tm="0">
                                          <p:val>
                                            <p:strVal val="#ppt_x"/>
                                          </p:val>
                                        </p:tav>
                                        <p:tav tm="100000">
                                          <p:val>
                                            <p:strVal val="#ppt_x"/>
                                          </p:val>
                                        </p:tav>
                                      </p:tavLst>
                                    </p:anim>
                                    <p:anim calcmode="lin" valueType="num">
                                      <p:cBhvr additive="base">
                                        <p:cTn id="18" dur="500" fill="hold"/>
                                        <p:tgtEl>
                                          <p:spTgt spid="48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73"/>
                                        </p:tgtEl>
                                        <p:attrNameLst>
                                          <p:attrName>style.visibility</p:attrName>
                                        </p:attrNameLst>
                                      </p:cBhvr>
                                      <p:to>
                                        <p:strVal val="visible"/>
                                      </p:to>
                                    </p:set>
                                    <p:anim calcmode="lin" valueType="num">
                                      <p:cBhvr additive="base">
                                        <p:cTn id="21" dur="500" fill="hold"/>
                                        <p:tgtEl>
                                          <p:spTgt spid="473"/>
                                        </p:tgtEl>
                                        <p:attrNameLst>
                                          <p:attrName>ppt_x</p:attrName>
                                        </p:attrNameLst>
                                      </p:cBhvr>
                                      <p:tavLst>
                                        <p:tav tm="0">
                                          <p:val>
                                            <p:strVal val="#ppt_x"/>
                                          </p:val>
                                        </p:tav>
                                        <p:tav tm="100000">
                                          <p:val>
                                            <p:strVal val="#ppt_x"/>
                                          </p:val>
                                        </p:tav>
                                      </p:tavLst>
                                    </p:anim>
                                    <p:anim calcmode="lin" valueType="num">
                                      <p:cBhvr additive="base">
                                        <p:cTn id="22" dur="500" fill="hold"/>
                                        <p:tgtEl>
                                          <p:spTgt spid="47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76"/>
                                        </p:tgtEl>
                                        <p:attrNameLst>
                                          <p:attrName>style.visibility</p:attrName>
                                        </p:attrNameLst>
                                      </p:cBhvr>
                                      <p:to>
                                        <p:strVal val="visible"/>
                                      </p:to>
                                    </p:set>
                                    <p:anim calcmode="lin" valueType="num">
                                      <p:cBhvr additive="base">
                                        <p:cTn id="27" dur="500" fill="hold"/>
                                        <p:tgtEl>
                                          <p:spTgt spid="476"/>
                                        </p:tgtEl>
                                        <p:attrNameLst>
                                          <p:attrName>ppt_x</p:attrName>
                                        </p:attrNameLst>
                                      </p:cBhvr>
                                      <p:tavLst>
                                        <p:tav tm="0">
                                          <p:val>
                                            <p:strVal val="#ppt_x"/>
                                          </p:val>
                                        </p:tav>
                                        <p:tav tm="100000">
                                          <p:val>
                                            <p:strVal val="#ppt_x"/>
                                          </p:val>
                                        </p:tav>
                                      </p:tavLst>
                                    </p:anim>
                                    <p:anim calcmode="lin" valueType="num">
                                      <p:cBhvr additive="base">
                                        <p:cTn id="28" dur="500" fill="hold"/>
                                        <p:tgtEl>
                                          <p:spTgt spid="47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475"/>
                                        </p:tgtEl>
                                        <p:attrNameLst>
                                          <p:attrName>style.visibility</p:attrName>
                                        </p:attrNameLst>
                                      </p:cBhvr>
                                      <p:to>
                                        <p:strVal val="visible"/>
                                      </p:to>
                                    </p:set>
                                    <p:anim calcmode="lin" valueType="num">
                                      <p:cBhvr additive="base">
                                        <p:cTn id="31" dur="500" fill="hold"/>
                                        <p:tgtEl>
                                          <p:spTgt spid="475"/>
                                        </p:tgtEl>
                                        <p:attrNameLst>
                                          <p:attrName>ppt_x</p:attrName>
                                        </p:attrNameLst>
                                      </p:cBhvr>
                                      <p:tavLst>
                                        <p:tav tm="0">
                                          <p:val>
                                            <p:strVal val="#ppt_x"/>
                                          </p:val>
                                        </p:tav>
                                        <p:tav tm="100000">
                                          <p:val>
                                            <p:strVal val="#ppt_x"/>
                                          </p:val>
                                        </p:tav>
                                      </p:tavLst>
                                    </p:anim>
                                    <p:anim calcmode="lin" valueType="num">
                                      <p:cBhvr additive="base">
                                        <p:cTn id="32" dur="500" fill="hold"/>
                                        <p:tgtEl>
                                          <p:spTgt spid="47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79"/>
                                        </p:tgtEl>
                                        <p:attrNameLst>
                                          <p:attrName>style.visibility</p:attrName>
                                        </p:attrNameLst>
                                      </p:cBhvr>
                                      <p:to>
                                        <p:strVal val="visible"/>
                                      </p:to>
                                    </p:set>
                                    <p:anim calcmode="lin" valueType="num">
                                      <p:cBhvr additive="base">
                                        <p:cTn id="37" dur="500" fill="hold"/>
                                        <p:tgtEl>
                                          <p:spTgt spid="479"/>
                                        </p:tgtEl>
                                        <p:attrNameLst>
                                          <p:attrName>ppt_x</p:attrName>
                                        </p:attrNameLst>
                                      </p:cBhvr>
                                      <p:tavLst>
                                        <p:tav tm="0">
                                          <p:val>
                                            <p:strVal val="#ppt_x"/>
                                          </p:val>
                                        </p:tav>
                                        <p:tav tm="100000">
                                          <p:val>
                                            <p:strVal val="#ppt_x"/>
                                          </p:val>
                                        </p:tav>
                                      </p:tavLst>
                                    </p:anim>
                                    <p:anim calcmode="lin" valueType="num">
                                      <p:cBhvr additive="base">
                                        <p:cTn id="38" dur="500" fill="hold"/>
                                        <p:tgtEl>
                                          <p:spTgt spid="479"/>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78"/>
                                        </p:tgtEl>
                                        <p:attrNameLst>
                                          <p:attrName>style.visibility</p:attrName>
                                        </p:attrNameLst>
                                      </p:cBhvr>
                                      <p:to>
                                        <p:strVal val="visible"/>
                                      </p:to>
                                    </p:set>
                                    <p:anim calcmode="lin" valueType="num">
                                      <p:cBhvr additive="base">
                                        <p:cTn id="41" dur="500" fill="hold"/>
                                        <p:tgtEl>
                                          <p:spTgt spid="478"/>
                                        </p:tgtEl>
                                        <p:attrNameLst>
                                          <p:attrName>ppt_x</p:attrName>
                                        </p:attrNameLst>
                                      </p:cBhvr>
                                      <p:tavLst>
                                        <p:tav tm="0">
                                          <p:val>
                                            <p:strVal val="#ppt_x"/>
                                          </p:val>
                                        </p:tav>
                                        <p:tav tm="100000">
                                          <p:val>
                                            <p:strVal val="#ppt_x"/>
                                          </p:val>
                                        </p:tav>
                                      </p:tavLst>
                                    </p:anim>
                                    <p:anim calcmode="lin" valueType="num">
                                      <p:cBhvr additive="base">
                                        <p:cTn id="42" dur="500" fill="hold"/>
                                        <p:tgtEl>
                                          <p:spTgt spid="478"/>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 grpId="0"/>
      <p:bldP spid="473" grpId="0"/>
      <p:bldP spid="475" grpId="0"/>
      <p:bldP spid="476" grpId="0"/>
      <p:bldP spid="478" grpId="0"/>
      <p:bldP spid="479" grpId="0"/>
      <p:bldP spid="481" grpId="0"/>
      <p:bldP spid="483" grpId="0"/>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9"/>
          <p:cNvSpPr/>
          <p:nvPr/>
        </p:nvSpPr>
        <p:spPr>
          <a:xfrm rot="10800000">
            <a:off x="5130975" y="328150"/>
            <a:ext cx="3690900" cy="4476600"/>
          </a:xfrm>
          <a:prstGeom prst="rect">
            <a:avLst/>
          </a:pr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txBox="1">
            <a:spLocks noGrp="1"/>
          </p:cNvSpPr>
          <p:nvPr>
            <p:ph type="title"/>
          </p:nvPr>
        </p:nvSpPr>
        <p:spPr>
          <a:xfrm>
            <a:off x="1720200" y="2860500"/>
            <a:ext cx="2808000" cy="56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pic>
        <p:nvPicPr>
          <p:cNvPr id="576" name="Google Shape;576;p39"/>
          <p:cNvPicPr preferRelativeResize="0"/>
          <p:nvPr/>
        </p:nvPicPr>
        <p:blipFill rotWithShape="1">
          <a:blip r:embed="rId3">
            <a:alphaModFix/>
          </a:blip>
          <a:srcRect r="18039"/>
          <a:stretch/>
        </p:blipFill>
        <p:spPr>
          <a:xfrm rot="5400000" flipH="1">
            <a:off x="4950999" y="919574"/>
            <a:ext cx="4050851" cy="3293751"/>
          </a:xfrm>
          <a:prstGeom prst="rect">
            <a:avLst/>
          </a:prstGeom>
          <a:noFill/>
          <a:ln>
            <a:noFill/>
          </a:ln>
        </p:spPr>
      </p:pic>
      <p:sp>
        <p:nvSpPr>
          <p:cNvPr id="577" name="Google Shape;577;p39"/>
          <p:cNvSpPr txBox="1">
            <a:spLocks noGrp="1"/>
          </p:cNvSpPr>
          <p:nvPr>
            <p:ph type="title" idx="2"/>
          </p:nvPr>
        </p:nvSpPr>
        <p:spPr>
          <a:xfrm>
            <a:off x="720000" y="2927375"/>
            <a:ext cx="969900" cy="11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40"/>
          <p:cNvSpPr txBox="1">
            <a:spLocks noGrp="1"/>
          </p:cNvSpPr>
          <p:nvPr>
            <p:ph type="title"/>
          </p:nvPr>
        </p:nvSpPr>
        <p:spPr>
          <a:xfrm>
            <a:off x="720000" y="529475"/>
            <a:ext cx="3935400" cy="51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fr-FR" dirty="0"/>
              <a:t>Introduction</a:t>
            </a:r>
            <a:endParaRPr dirty="0"/>
          </a:p>
        </p:txBody>
      </p:sp>
      <p:sp>
        <p:nvSpPr>
          <p:cNvPr id="583" name="Google Shape;583;p40"/>
          <p:cNvSpPr txBox="1">
            <a:spLocks noGrp="1"/>
          </p:cNvSpPr>
          <p:nvPr>
            <p:ph type="subTitle" idx="1"/>
          </p:nvPr>
        </p:nvSpPr>
        <p:spPr>
          <a:xfrm>
            <a:off x="727898" y="1383300"/>
            <a:ext cx="5106472" cy="3064736"/>
          </a:xfrm>
          <a:prstGeom prst="rect">
            <a:avLst/>
          </a:prstGeom>
        </p:spPr>
        <p:txBody>
          <a:bodyPr spcFirstLastPara="1" wrap="square" lIns="91425" tIns="91425" rIns="91425" bIns="91425" anchor="t" anchorCtr="0">
            <a:noAutofit/>
          </a:bodyPr>
          <a:lstStyle/>
          <a:p>
            <a:pPr marL="0" marR="245595" indent="0" algn="just">
              <a:buClr>
                <a:srgbClr val="5B595B"/>
              </a:buClr>
              <a:buSzPts val="1100"/>
              <a:buNone/>
            </a:pPr>
            <a:r>
              <a:rPr lang="fr-FR" sz="2000" kern="100" dirty="0">
                <a:effectLst/>
                <a:latin typeface="Calibri" panose="020F0502020204030204" pitchFamily="34" charset="0"/>
                <a:ea typeface="Calibri" panose="020F0502020204030204" pitchFamily="34" charset="0"/>
                <a:cs typeface="Times New Roman" panose="02020603050405020304" pitchFamily="18" charset="0"/>
              </a:rPr>
              <a:t>L'apprentissage non supervisé est une approche d'apprentissage automatique où l'algorithme explore et découvre des structures ou des modèles inhérents aux données sans avoir de labels ou de réponses de sortie spécifiques à prédire.</a:t>
            </a:r>
          </a:p>
          <a:p>
            <a:pPr marL="0" marR="245595" indent="0" algn="just">
              <a:buClr>
                <a:srgbClr val="5B595B"/>
              </a:buClr>
              <a:buSzPts val="1100"/>
              <a:buNone/>
            </a:pPr>
            <a:r>
              <a:rPr lang="fr-FR" sz="2000" kern="100" dirty="0">
                <a:latin typeface="Calibri" panose="020F0502020204030204" pitchFamily="34" charset="0"/>
                <a:ea typeface="Calibri" panose="020F0502020204030204" pitchFamily="34" charset="0"/>
                <a:cs typeface="Times New Roman" panose="02020603050405020304" pitchFamily="18" charset="0"/>
              </a:rPr>
              <a:t>Ces algorithmes peuvent être utiliser pour prédire et recommander des éléments intéressent à un utilisateur dans un système de recommandation</a:t>
            </a:r>
            <a:r>
              <a:rPr lang="fr-FR" sz="20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245595" lvl="0" indent="0" algn="l" rtl="0">
              <a:spcBef>
                <a:spcPts val="0"/>
              </a:spcBef>
              <a:spcAft>
                <a:spcPts val="0"/>
              </a:spcAft>
              <a:buClr>
                <a:srgbClr val="5B595B"/>
              </a:buClr>
              <a:buSzPts val="1100"/>
              <a:buFont typeface="Arial"/>
              <a:buNone/>
            </a:pPr>
            <a:endParaRPr lang="fr-FR" dirty="0"/>
          </a:p>
        </p:txBody>
      </p:sp>
      <p:grpSp>
        <p:nvGrpSpPr>
          <p:cNvPr id="584" name="Google Shape;584;p40"/>
          <p:cNvGrpSpPr/>
          <p:nvPr/>
        </p:nvGrpSpPr>
        <p:grpSpPr>
          <a:xfrm>
            <a:off x="5433238" y="1003286"/>
            <a:ext cx="2990762" cy="3136925"/>
            <a:chOff x="5052950" y="1003286"/>
            <a:chExt cx="3371050" cy="3136925"/>
          </a:xfrm>
        </p:grpSpPr>
        <p:sp>
          <p:nvSpPr>
            <p:cNvPr id="585" name="Google Shape;585;p40"/>
            <p:cNvSpPr/>
            <p:nvPr/>
          </p:nvSpPr>
          <p:spPr>
            <a:xfrm>
              <a:off x="8080887" y="1431206"/>
              <a:ext cx="28102" cy="145221"/>
            </a:xfrm>
            <a:custGeom>
              <a:avLst/>
              <a:gdLst/>
              <a:ahLst/>
              <a:cxnLst/>
              <a:rect l="l" t="t" r="r" b="b"/>
              <a:pathLst>
                <a:path w="167" h="863" extrusionOk="0">
                  <a:moveTo>
                    <a:pt x="86" y="0"/>
                  </a:moveTo>
                  <a:cubicBezTo>
                    <a:pt x="41" y="0"/>
                    <a:pt x="0" y="41"/>
                    <a:pt x="0" y="86"/>
                  </a:cubicBezTo>
                  <a:lnTo>
                    <a:pt x="0" y="777"/>
                  </a:lnTo>
                  <a:cubicBezTo>
                    <a:pt x="0" y="822"/>
                    <a:pt x="41" y="863"/>
                    <a:pt x="86" y="863"/>
                  </a:cubicBezTo>
                  <a:cubicBezTo>
                    <a:pt x="127" y="863"/>
                    <a:pt x="167" y="822"/>
                    <a:pt x="167" y="777"/>
                  </a:cubicBezTo>
                  <a:lnTo>
                    <a:pt x="167" y="86"/>
                  </a:lnTo>
                  <a:cubicBezTo>
                    <a:pt x="167" y="41"/>
                    <a:pt x="127" y="0"/>
                    <a:pt x="86"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0"/>
            <p:cNvSpPr/>
            <p:nvPr/>
          </p:nvSpPr>
          <p:spPr>
            <a:xfrm>
              <a:off x="8020644" y="1491448"/>
              <a:ext cx="145223" cy="28102"/>
            </a:xfrm>
            <a:custGeom>
              <a:avLst/>
              <a:gdLst/>
              <a:ahLst/>
              <a:cxnLst/>
              <a:rect l="l" t="t" r="r" b="b"/>
              <a:pathLst>
                <a:path w="863" h="167" extrusionOk="0">
                  <a:moveTo>
                    <a:pt x="86" y="0"/>
                  </a:moveTo>
                  <a:cubicBezTo>
                    <a:pt x="41" y="0"/>
                    <a:pt x="0" y="20"/>
                    <a:pt x="0" y="86"/>
                  </a:cubicBezTo>
                  <a:cubicBezTo>
                    <a:pt x="0" y="126"/>
                    <a:pt x="41" y="167"/>
                    <a:pt x="86" y="167"/>
                  </a:cubicBezTo>
                  <a:lnTo>
                    <a:pt x="777" y="167"/>
                  </a:lnTo>
                  <a:cubicBezTo>
                    <a:pt x="823" y="167"/>
                    <a:pt x="863" y="126"/>
                    <a:pt x="863" y="86"/>
                  </a:cubicBezTo>
                  <a:cubicBezTo>
                    <a:pt x="863" y="20"/>
                    <a:pt x="823" y="0"/>
                    <a:pt x="77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0"/>
            <p:cNvSpPr/>
            <p:nvPr/>
          </p:nvSpPr>
          <p:spPr>
            <a:xfrm>
              <a:off x="8260772" y="3012642"/>
              <a:ext cx="29112" cy="144380"/>
            </a:xfrm>
            <a:custGeom>
              <a:avLst/>
              <a:gdLst/>
              <a:ahLst/>
              <a:cxnLst/>
              <a:rect l="l" t="t" r="r" b="b"/>
              <a:pathLst>
                <a:path w="173" h="858" extrusionOk="0">
                  <a:moveTo>
                    <a:pt x="87" y="0"/>
                  </a:moveTo>
                  <a:cubicBezTo>
                    <a:pt x="46" y="0"/>
                    <a:pt x="1" y="40"/>
                    <a:pt x="1" y="81"/>
                  </a:cubicBezTo>
                  <a:lnTo>
                    <a:pt x="1" y="777"/>
                  </a:lnTo>
                  <a:cubicBezTo>
                    <a:pt x="1" y="817"/>
                    <a:pt x="46" y="858"/>
                    <a:pt x="87" y="858"/>
                  </a:cubicBezTo>
                  <a:cubicBezTo>
                    <a:pt x="152" y="858"/>
                    <a:pt x="172" y="817"/>
                    <a:pt x="172" y="777"/>
                  </a:cubicBezTo>
                  <a:lnTo>
                    <a:pt x="172" y="81"/>
                  </a:lnTo>
                  <a:cubicBezTo>
                    <a:pt x="172" y="40"/>
                    <a:pt x="152" y="0"/>
                    <a:pt x="8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0"/>
            <p:cNvSpPr/>
            <p:nvPr/>
          </p:nvSpPr>
          <p:spPr>
            <a:xfrm>
              <a:off x="8204737" y="3072043"/>
              <a:ext cx="145392" cy="28943"/>
            </a:xfrm>
            <a:custGeom>
              <a:avLst/>
              <a:gdLst/>
              <a:ahLst/>
              <a:cxnLst/>
              <a:rect l="l" t="t" r="r" b="b"/>
              <a:pathLst>
                <a:path w="864" h="172" extrusionOk="0">
                  <a:moveTo>
                    <a:pt x="82" y="0"/>
                  </a:moveTo>
                  <a:cubicBezTo>
                    <a:pt x="41" y="0"/>
                    <a:pt x="1" y="46"/>
                    <a:pt x="1" y="86"/>
                  </a:cubicBezTo>
                  <a:cubicBezTo>
                    <a:pt x="1" y="126"/>
                    <a:pt x="41" y="172"/>
                    <a:pt x="82" y="172"/>
                  </a:cubicBezTo>
                  <a:lnTo>
                    <a:pt x="778" y="172"/>
                  </a:lnTo>
                  <a:cubicBezTo>
                    <a:pt x="818" y="172"/>
                    <a:pt x="864" y="126"/>
                    <a:pt x="864" y="86"/>
                  </a:cubicBezTo>
                  <a:cubicBezTo>
                    <a:pt x="864" y="46"/>
                    <a:pt x="818" y="0"/>
                    <a:pt x="778"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0"/>
            <p:cNvSpPr/>
            <p:nvPr/>
          </p:nvSpPr>
          <p:spPr>
            <a:xfrm>
              <a:off x="5113192" y="2297816"/>
              <a:ext cx="28271" cy="145390"/>
            </a:xfrm>
            <a:custGeom>
              <a:avLst/>
              <a:gdLst/>
              <a:ahLst/>
              <a:cxnLst/>
              <a:rect l="l" t="t" r="r" b="b"/>
              <a:pathLst>
                <a:path w="168" h="864" extrusionOk="0">
                  <a:moveTo>
                    <a:pt x="87" y="1"/>
                  </a:moveTo>
                  <a:cubicBezTo>
                    <a:pt x="41" y="1"/>
                    <a:pt x="1" y="21"/>
                    <a:pt x="1" y="86"/>
                  </a:cubicBezTo>
                  <a:lnTo>
                    <a:pt x="1" y="777"/>
                  </a:lnTo>
                  <a:cubicBezTo>
                    <a:pt x="1" y="818"/>
                    <a:pt x="41" y="863"/>
                    <a:pt x="87" y="863"/>
                  </a:cubicBezTo>
                  <a:cubicBezTo>
                    <a:pt x="127" y="863"/>
                    <a:pt x="167" y="818"/>
                    <a:pt x="167" y="777"/>
                  </a:cubicBezTo>
                  <a:lnTo>
                    <a:pt x="167" y="86"/>
                  </a:lnTo>
                  <a:cubicBezTo>
                    <a:pt x="167" y="21"/>
                    <a:pt x="127" y="1"/>
                    <a:pt x="87"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0"/>
            <p:cNvSpPr/>
            <p:nvPr/>
          </p:nvSpPr>
          <p:spPr>
            <a:xfrm>
              <a:off x="5052950" y="2354692"/>
              <a:ext cx="145392" cy="28270"/>
            </a:xfrm>
            <a:custGeom>
              <a:avLst/>
              <a:gdLst/>
              <a:ahLst/>
              <a:cxnLst/>
              <a:rect l="l" t="t" r="r" b="b"/>
              <a:pathLst>
                <a:path w="864" h="168" extrusionOk="0">
                  <a:moveTo>
                    <a:pt x="87" y="1"/>
                  </a:moveTo>
                  <a:cubicBezTo>
                    <a:pt x="46" y="1"/>
                    <a:pt x="1" y="41"/>
                    <a:pt x="1" y="81"/>
                  </a:cubicBezTo>
                  <a:cubicBezTo>
                    <a:pt x="1" y="127"/>
                    <a:pt x="46" y="167"/>
                    <a:pt x="87" y="167"/>
                  </a:cubicBezTo>
                  <a:lnTo>
                    <a:pt x="778" y="167"/>
                  </a:lnTo>
                  <a:cubicBezTo>
                    <a:pt x="843" y="167"/>
                    <a:pt x="863" y="127"/>
                    <a:pt x="863" y="81"/>
                  </a:cubicBezTo>
                  <a:cubicBezTo>
                    <a:pt x="863" y="41"/>
                    <a:pt x="843" y="1"/>
                    <a:pt x="778"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0"/>
            <p:cNvSpPr/>
            <p:nvPr/>
          </p:nvSpPr>
          <p:spPr>
            <a:xfrm>
              <a:off x="5845861" y="1003286"/>
              <a:ext cx="28102" cy="120821"/>
            </a:xfrm>
            <a:custGeom>
              <a:avLst/>
              <a:gdLst/>
              <a:ahLst/>
              <a:cxnLst/>
              <a:rect l="l" t="t" r="r" b="b"/>
              <a:pathLst>
                <a:path w="167" h="718" extrusionOk="0">
                  <a:moveTo>
                    <a:pt x="81" y="1"/>
                  </a:moveTo>
                  <a:cubicBezTo>
                    <a:pt x="41" y="1"/>
                    <a:pt x="0" y="21"/>
                    <a:pt x="0" y="86"/>
                  </a:cubicBezTo>
                  <a:lnTo>
                    <a:pt x="0" y="631"/>
                  </a:lnTo>
                  <a:cubicBezTo>
                    <a:pt x="0" y="692"/>
                    <a:pt x="41" y="717"/>
                    <a:pt x="81" y="717"/>
                  </a:cubicBezTo>
                  <a:cubicBezTo>
                    <a:pt x="126" y="717"/>
                    <a:pt x="167" y="692"/>
                    <a:pt x="167" y="631"/>
                  </a:cubicBezTo>
                  <a:lnTo>
                    <a:pt x="167" y="86"/>
                  </a:lnTo>
                  <a:cubicBezTo>
                    <a:pt x="167" y="21"/>
                    <a:pt x="126" y="1"/>
                    <a:pt x="81"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0"/>
            <p:cNvSpPr/>
            <p:nvPr/>
          </p:nvSpPr>
          <p:spPr>
            <a:xfrm>
              <a:off x="5795715" y="1049225"/>
              <a:ext cx="124189" cy="28102"/>
            </a:xfrm>
            <a:custGeom>
              <a:avLst/>
              <a:gdLst/>
              <a:ahLst/>
              <a:cxnLst/>
              <a:rect l="l" t="t" r="r" b="b"/>
              <a:pathLst>
                <a:path w="738" h="167" extrusionOk="0">
                  <a:moveTo>
                    <a:pt x="86" y="0"/>
                  </a:moveTo>
                  <a:cubicBezTo>
                    <a:pt x="46" y="0"/>
                    <a:pt x="1" y="41"/>
                    <a:pt x="1" y="86"/>
                  </a:cubicBezTo>
                  <a:cubicBezTo>
                    <a:pt x="1" y="126"/>
                    <a:pt x="46" y="167"/>
                    <a:pt x="86" y="167"/>
                  </a:cubicBezTo>
                  <a:lnTo>
                    <a:pt x="651" y="167"/>
                  </a:lnTo>
                  <a:cubicBezTo>
                    <a:pt x="697" y="167"/>
                    <a:pt x="737" y="126"/>
                    <a:pt x="737" y="86"/>
                  </a:cubicBezTo>
                  <a:cubicBezTo>
                    <a:pt x="737" y="41"/>
                    <a:pt x="697" y="0"/>
                    <a:pt x="651"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0"/>
            <p:cNvSpPr/>
            <p:nvPr/>
          </p:nvSpPr>
          <p:spPr>
            <a:xfrm>
              <a:off x="5746579" y="2064420"/>
              <a:ext cx="39209" cy="39208"/>
            </a:xfrm>
            <a:custGeom>
              <a:avLst/>
              <a:gdLst/>
              <a:ahLst/>
              <a:cxnLst/>
              <a:rect l="l" t="t" r="r" b="b"/>
              <a:pathLst>
                <a:path w="233" h="233" extrusionOk="0">
                  <a:moveTo>
                    <a:pt x="126" y="0"/>
                  </a:moveTo>
                  <a:cubicBezTo>
                    <a:pt x="61" y="0"/>
                    <a:pt x="0" y="41"/>
                    <a:pt x="0" y="106"/>
                  </a:cubicBezTo>
                  <a:cubicBezTo>
                    <a:pt x="0" y="167"/>
                    <a:pt x="61" y="232"/>
                    <a:pt x="126" y="232"/>
                  </a:cubicBezTo>
                  <a:cubicBezTo>
                    <a:pt x="187" y="232"/>
                    <a:pt x="232" y="167"/>
                    <a:pt x="232" y="106"/>
                  </a:cubicBezTo>
                  <a:cubicBezTo>
                    <a:pt x="232" y="41"/>
                    <a:pt x="187" y="0"/>
                    <a:pt x="126"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0"/>
            <p:cNvSpPr/>
            <p:nvPr/>
          </p:nvSpPr>
          <p:spPr>
            <a:xfrm>
              <a:off x="8201371" y="2524480"/>
              <a:ext cx="38367" cy="38367"/>
            </a:xfrm>
            <a:custGeom>
              <a:avLst/>
              <a:gdLst/>
              <a:ahLst/>
              <a:cxnLst/>
              <a:rect l="l" t="t" r="r" b="b"/>
              <a:pathLst>
                <a:path w="228" h="228" extrusionOk="0">
                  <a:moveTo>
                    <a:pt x="102" y="0"/>
                  </a:moveTo>
                  <a:cubicBezTo>
                    <a:pt x="41" y="0"/>
                    <a:pt x="1" y="61"/>
                    <a:pt x="1" y="127"/>
                  </a:cubicBezTo>
                  <a:cubicBezTo>
                    <a:pt x="1" y="187"/>
                    <a:pt x="41" y="227"/>
                    <a:pt x="102" y="227"/>
                  </a:cubicBezTo>
                  <a:cubicBezTo>
                    <a:pt x="187" y="227"/>
                    <a:pt x="228" y="187"/>
                    <a:pt x="228" y="127"/>
                  </a:cubicBezTo>
                  <a:cubicBezTo>
                    <a:pt x="228" y="61"/>
                    <a:pt x="187" y="0"/>
                    <a:pt x="102"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0"/>
            <p:cNvSpPr/>
            <p:nvPr/>
          </p:nvSpPr>
          <p:spPr>
            <a:xfrm>
              <a:off x="7790613" y="1094995"/>
              <a:ext cx="39209" cy="39208"/>
            </a:xfrm>
            <a:custGeom>
              <a:avLst/>
              <a:gdLst/>
              <a:ahLst/>
              <a:cxnLst/>
              <a:rect l="l" t="t" r="r" b="b"/>
              <a:pathLst>
                <a:path w="233" h="233" extrusionOk="0">
                  <a:moveTo>
                    <a:pt x="106" y="1"/>
                  </a:moveTo>
                  <a:cubicBezTo>
                    <a:pt x="46" y="1"/>
                    <a:pt x="0" y="66"/>
                    <a:pt x="0" y="127"/>
                  </a:cubicBezTo>
                  <a:cubicBezTo>
                    <a:pt x="0" y="192"/>
                    <a:pt x="46" y="233"/>
                    <a:pt x="106" y="233"/>
                  </a:cubicBezTo>
                  <a:cubicBezTo>
                    <a:pt x="192" y="233"/>
                    <a:pt x="232" y="192"/>
                    <a:pt x="232" y="127"/>
                  </a:cubicBezTo>
                  <a:cubicBezTo>
                    <a:pt x="232" y="66"/>
                    <a:pt x="192" y="1"/>
                    <a:pt x="106" y="1"/>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0"/>
            <p:cNvSpPr/>
            <p:nvPr/>
          </p:nvSpPr>
          <p:spPr>
            <a:xfrm>
              <a:off x="7946772" y="2100094"/>
              <a:ext cx="38367" cy="38367"/>
            </a:xfrm>
            <a:custGeom>
              <a:avLst/>
              <a:gdLst/>
              <a:ahLst/>
              <a:cxnLst/>
              <a:rect l="l" t="t" r="r" b="b"/>
              <a:pathLst>
                <a:path w="228" h="228" extrusionOk="0">
                  <a:moveTo>
                    <a:pt x="101" y="0"/>
                  </a:moveTo>
                  <a:cubicBezTo>
                    <a:pt x="41" y="0"/>
                    <a:pt x="0" y="61"/>
                    <a:pt x="0" y="126"/>
                  </a:cubicBezTo>
                  <a:cubicBezTo>
                    <a:pt x="0" y="187"/>
                    <a:pt x="41" y="227"/>
                    <a:pt x="101" y="227"/>
                  </a:cubicBezTo>
                  <a:cubicBezTo>
                    <a:pt x="187" y="227"/>
                    <a:pt x="227" y="187"/>
                    <a:pt x="227" y="126"/>
                  </a:cubicBezTo>
                  <a:cubicBezTo>
                    <a:pt x="227" y="61"/>
                    <a:pt x="187" y="0"/>
                    <a:pt x="101"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40"/>
            <p:cNvSpPr/>
            <p:nvPr/>
          </p:nvSpPr>
          <p:spPr>
            <a:xfrm>
              <a:off x="5279616" y="3097452"/>
              <a:ext cx="39209" cy="38367"/>
            </a:xfrm>
            <a:custGeom>
              <a:avLst/>
              <a:gdLst/>
              <a:ahLst/>
              <a:cxnLst/>
              <a:rect l="l" t="t" r="r" b="b"/>
              <a:pathLst>
                <a:path w="233" h="228" extrusionOk="0">
                  <a:moveTo>
                    <a:pt x="127" y="0"/>
                  </a:moveTo>
                  <a:cubicBezTo>
                    <a:pt x="61" y="0"/>
                    <a:pt x="1" y="41"/>
                    <a:pt x="1" y="101"/>
                  </a:cubicBezTo>
                  <a:cubicBezTo>
                    <a:pt x="1" y="167"/>
                    <a:pt x="61" y="227"/>
                    <a:pt x="127" y="227"/>
                  </a:cubicBezTo>
                  <a:cubicBezTo>
                    <a:pt x="187" y="227"/>
                    <a:pt x="233" y="167"/>
                    <a:pt x="233" y="101"/>
                  </a:cubicBezTo>
                  <a:cubicBezTo>
                    <a:pt x="233" y="41"/>
                    <a:pt x="187" y="0"/>
                    <a:pt x="12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40"/>
            <p:cNvSpPr/>
            <p:nvPr/>
          </p:nvSpPr>
          <p:spPr>
            <a:xfrm>
              <a:off x="8356689" y="1986341"/>
              <a:ext cx="67311" cy="67142"/>
            </a:xfrm>
            <a:custGeom>
              <a:avLst/>
              <a:gdLst/>
              <a:ahLst/>
              <a:cxnLst/>
              <a:rect l="l" t="t" r="r" b="b"/>
              <a:pathLst>
                <a:path w="400" h="399" extrusionOk="0">
                  <a:moveTo>
                    <a:pt x="188" y="0"/>
                  </a:moveTo>
                  <a:cubicBezTo>
                    <a:pt x="87" y="0"/>
                    <a:pt x="1" y="86"/>
                    <a:pt x="1" y="192"/>
                  </a:cubicBezTo>
                  <a:cubicBezTo>
                    <a:pt x="1" y="318"/>
                    <a:pt x="87" y="399"/>
                    <a:pt x="188" y="399"/>
                  </a:cubicBezTo>
                  <a:cubicBezTo>
                    <a:pt x="314" y="399"/>
                    <a:pt x="399" y="318"/>
                    <a:pt x="399" y="192"/>
                  </a:cubicBezTo>
                  <a:cubicBezTo>
                    <a:pt x="399" y="86"/>
                    <a:pt x="314" y="0"/>
                    <a:pt x="188"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0"/>
            <p:cNvSpPr/>
            <p:nvPr/>
          </p:nvSpPr>
          <p:spPr>
            <a:xfrm>
              <a:off x="5315290" y="1561955"/>
              <a:ext cx="67311" cy="67142"/>
            </a:xfrm>
            <a:custGeom>
              <a:avLst/>
              <a:gdLst/>
              <a:ahLst/>
              <a:cxnLst/>
              <a:rect l="l" t="t" r="r" b="b"/>
              <a:pathLst>
                <a:path w="400" h="399" extrusionOk="0">
                  <a:moveTo>
                    <a:pt x="187" y="0"/>
                  </a:moveTo>
                  <a:cubicBezTo>
                    <a:pt x="81" y="0"/>
                    <a:pt x="1" y="86"/>
                    <a:pt x="1" y="192"/>
                  </a:cubicBezTo>
                  <a:cubicBezTo>
                    <a:pt x="1" y="318"/>
                    <a:pt x="81" y="399"/>
                    <a:pt x="187" y="399"/>
                  </a:cubicBezTo>
                  <a:cubicBezTo>
                    <a:pt x="313" y="399"/>
                    <a:pt x="399" y="318"/>
                    <a:pt x="399" y="192"/>
                  </a:cubicBezTo>
                  <a:cubicBezTo>
                    <a:pt x="399" y="86"/>
                    <a:pt x="313" y="0"/>
                    <a:pt x="187" y="0"/>
                  </a:cubicBezTo>
                  <a:close/>
                </a:path>
              </a:pathLst>
            </a:custGeom>
            <a:solidFill>
              <a:srgbClr val="00F9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40"/>
            <p:cNvSpPr/>
            <p:nvPr/>
          </p:nvSpPr>
          <p:spPr>
            <a:xfrm rot="10800000">
              <a:off x="6711803" y="3174818"/>
              <a:ext cx="168" cy="933926"/>
            </a:xfrm>
            <a:custGeom>
              <a:avLst/>
              <a:gdLst/>
              <a:ahLst/>
              <a:cxnLst/>
              <a:rect l="l" t="t" r="r" b="b"/>
              <a:pathLst>
                <a:path w="1" h="5550" extrusionOk="0">
                  <a:moveTo>
                    <a:pt x="1" y="0"/>
                  </a:moveTo>
                  <a:lnTo>
                    <a:pt x="1" y="5549"/>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40"/>
            <p:cNvSpPr/>
            <p:nvPr/>
          </p:nvSpPr>
          <p:spPr>
            <a:xfrm rot="10800000">
              <a:off x="6704904" y="3174818"/>
              <a:ext cx="14640" cy="933926"/>
            </a:xfrm>
            <a:custGeom>
              <a:avLst/>
              <a:gdLst/>
              <a:ahLst/>
              <a:cxnLst/>
              <a:rect l="l" t="t" r="r" b="b"/>
              <a:pathLst>
                <a:path w="87" h="5550" extrusionOk="0">
                  <a:moveTo>
                    <a:pt x="0" y="0"/>
                  </a:moveTo>
                  <a:lnTo>
                    <a:pt x="0" y="5549"/>
                  </a:lnTo>
                  <a:lnTo>
                    <a:pt x="86" y="5549"/>
                  </a:lnTo>
                  <a:lnTo>
                    <a:pt x="86" y="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40"/>
            <p:cNvSpPr/>
            <p:nvPr/>
          </p:nvSpPr>
          <p:spPr>
            <a:xfrm rot="10800000">
              <a:off x="6581054" y="3156981"/>
              <a:ext cx="168" cy="933926"/>
            </a:xfrm>
            <a:custGeom>
              <a:avLst/>
              <a:gdLst/>
              <a:ahLst/>
              <a:cxnLst/>
              <a:rect l="l" t="t" r="r" b="b"/>
              <a:pathLst>
                <a:path w="1" h="5550" extrusionOk="0">
                  <a:moveTo>
                    <a:pt x="1" y="0"/>
                  </a:moveTo>
                  <a:lnTo>
                    <a:pt x="1" y="5549"/>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0"/>
            <p:cNvSpPr/>
            <p:nvPr/>
          </p:nvSpPr>
          <p:spPr>
            <a:xfrm rot="10800000">
              <a:off x="6570788" y="3156981"/>
              <a:ext cx="18006" cy="933926"/>
            </a:xfrm>
            <a:custGeom>
              <a:avLst/>
              <a:gdLst/>
              <a:ahLst/>
              <a:cxnLst/>
              <a:rect l="l" t="t" r="r" b="b"/>
              <a:pathLst>
                <a:path w="107" h="5550" extrusionOk="0">
                  <a:moveTo>
                    <a:pt x="0" y="0"/>
                  </a:moveTo>
                  <a:lnTo>
                    <a:pt x="0" y="5549"/>
                  </a:lnTo>
                  <a:lnTo>
                    <a:pt x="106" y="5549"/>
                  </a:lnTo>
                  <a:lnTo>
                    <a:pt x="106" y="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0"/>
            <p:cNvSpPr/>
            <p:nvPr/>
          </p:nvSpPr>
          <p:spPr>
            <a:xfrm rot="10800000">
              <a:off x="6828922" y="3206285"/>
              <a:ext cx="168" cy="933926"/>
            </a:xfrm>
            <a:custGeom>
              <a:avLst/>
              <a:gdLst/>
              <a:ahLst/>
              <a:cxnLst/>
              <a:rect l="l" t="t" r="r" b="b"/>
              <a:pathLst>
                <a:path w="1" h="5550" extrusionOk="0">
                  <a:moveTo>
                    <a:pt x="1" y="1"/>
                  </a:moveTo>
                  <a:lnTo>
                    <a:pt x="1" y="5550"/>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0"/>
            <p:cNvSpPr/>
            <p:nvPr/>
          </p:nvSpPr>
          <p:spPr>
            <a:xfrm rot="10800000">
              <a:off x="6822023" y="3206285"/>
              <a:ext cx="13799" cy="933926"/>
            </a:xfrm>
            <a:custGeom>
              <a:avLst/>
              <a:gdLst/>
              <a:ahLst/>
              <a:cxnLst/>
              <a:rect l="l" t="t" r="r" b="b"/>
              <a:pathLst>
                <a:path w="82" h="5550" extrusionOk="0">
                  <a:moveTo>
                    <a:pt x="0" y="1"/>
                  </a:moveTo>
                  <a:lnTo>
                    <a:pt x="0" y="5550"/>
                  </a:lnTo>
                  <a:lnTo>
                    <a:pt x="81" y="5550"/>
                  </a:lnTo>
                  <a:lnTo>
                    <a:pt x="81" y="1"/>
                  </a:lnTo>
                  <a:close/>
                </a:path>
              </a:pathLst>
            </a:custGeom>
            <a:gradFill>
              <a:gsLst>
                <a:gs pos="0">
                  <a:srgbClr val="4CEEFD"/>
                </a:gs>
                <a:gs pos="34000">
                  <a:srgbClr val="4CEEFD">
                    <a:alpha val="37647"/>
                  </a:srgbClr>
                </a:gs>
                <a:gs pos="100000">
                  <a:srgbClr val="4CEEFD">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0"/>
            <p:cNvSpPr/>
            <p:nvPr/>
          </p:nvSpPr>
          <p:spPr>
            <a:xfrm>
              <a:off x="6278754" y="1912065"/>
              <a:ext cx="870163" cy="336382"/>
            </a:xfrm>
            <a:custGeom>
              <a:avLst/>
              <a:gdLst/>
              <a:ahLst/>
              <a:cxnLst/>
              <a:rect l="l" t="t" r="r" b="b"/>
              <a:pathLst>
                <a:path w="5171" h="1999" extrusionOk="0">
                  <a:moveTo>
                    <a:pt x="41" y="319"/>
                  </a:moveTo>
                  <a:cubicBezTo>
                    <a:pt x="41" y="327"/>
                    <a:pt x="41" y="332"/>
                    <a:pt x="38" y="335"/>
                  </a:cubicBezTo>
                  <a:lnTo>
                    <a:pt x="38" y="335"/>
                  </a:lnTo>
                  <a:lnTo>
                    <a:pt x="191" y="319"/>
                  </a:lnTo>
                  <a:close/>
                  <a:moveTo>
                    <a:pt x="38" y="335"/>
                  </a:moveTo>
                  <a:lnTo>
                    <a:pt x="0" y="339"/>
                  </a:lnTo>
                  <a:cubicBezTo>
                    <a:pt x="24" y="339"/>
                    <a:pt x="34" y="339"/>
                    <a:pt x="38" y="335"/>
                  </a:cubicBezTo>
                  <a:close/>
                  <a:moveTo>
                    <a:pt x="3047" y="1"/>
                  </a:moveTo>
                  <a:cubicBezTo>
                    <a:pt x="3047" y="1"/>
                    <a:pt x="3027" y="21"/>
                    <a:pt x="3007" y="21"/>
                  </a:cubicBezTo>
                  <a:lnTo>
                    <a:pt x="191" y="319"/>
                  </a:lnTo>
                  <a:lnTo>
                    <a:pt x="252" y="319"/>
                  </a:lnTo>
                  <a:lnTo>
                    <a:pt x="273" y="339"/>
                  </a:lnTo>
                  <a:lnTo>
                    <a:pt x="419" y="339"/>
                  </a:lnTo>
                  <a:cubicBezTo>
                    <a:pt x="464" y="359"/>
                    <a:pt x="505" y="359"/>
                    <a:pt x="525" y="379"/>
                  </a:cubicBezTo>
                  <a:lnTo>
                    <a:pt x="565" y="379"/>
                  </a:lnTo>
                  <a:cubicBezTo>
                    <a:pt x="611" y="399"/>
                    <a:pt x="651" y="399"/>
                    <a:pt x="691" y="424"/>
                  </a:cubicBezTo>
                  <a:lnTo>
                    <a:pt x="717" y="424"/>
                  </a:lnTo>
                  <a:cubicBezTo>
                    <a:pt x="737" y="445"/>
                    <a:pt x="777" y="445"/>
                    <a:pt x="797" y="465"/>
                  </a:cubicBezTo>
                  <a:cubicBezTo>
                    <a:pt x="817" y="465"/>
                    <a:pt x="817" y="485"/>
                    <a:pt x="843" y="485"/>
                  </a:cubicBezTo>
                  <a:cubicBezTo>
                    <a:pt x="883" y="505"/>
                    <a:pt x="923" y="525"/>
                    <a:pt x="969" y="551"/>
                  </a:cubicBezTo>
                  <a:cubicBezTo>
                    <a:pt x="1009" y="571"/>
                    <a:pt x="1029" y="591"/>
                    <a:pt x="1070" y="611"/>
                  </a:cubicBezTo>
                  <a:cubicBezTo>
                    <a:pt x="1070" y="611"/>
                    <a:pt x="1095" y="611"/>
                    <a:pt x="1095" y="631"/>
                  </a:cubicBezTo>
                  <a:cubicBezTo>
                    <a:pt x="1135" y="651"/>
                    <a:pt x="1155" y="677"/>
                    <a:pt x="1196" y="697"/>
                  </a:cubicBezTo>
                  <a:lnTo>
                    <a:pt x="1221" y="717"/>
                  </a:lnTo>
                  <a:cubicBezTo>
                    <a:pt x="1261" y="737"/>
                    <a:pt x="1282" y="757"/>
                    <a:pt x="1322" y="803"/>
                  </a:cubicBezTo>
                  <a:lnTo>
                    <a:pt x="1347" y="803"/>
                  </a:lnTo>
                  <a:cubicBezTo>
                    <a:pt x="1367" y="843"/>
                    <a:pt x="1408" y="863"/>
                    <a:pt x="1428" y="883"/>
                  </a:cubicBezTo>
                  <a:lnTo>
                    <a:pt x="1473" y="929"/>
                  </a:lnTo>
                  <a:lnTo>
                    <a:pt x="1534" y="989"/>
                  </a:lnTo>
                  <a:cubicBezTo>
                    <a:pt x="1554" y="1010"/>
                    <a:pt x="1554" y="1030"/>
                    <a:pt x="1574" y="1055"/>
                  </a:cubicBezTo>
                  <a:cubicBezTo>
                    <a:pt x="1599" y="1075"/>
                    <a:pt x="1620" y="1095"/>
                    <a:pt x="1640" y="1116"/>
                  </a:cubicBezTo>
                  <a:cubicBezTo>
                    <a:pt x="1660" y="1136"/>
                    <a:pt x="1680" y="1156"/>
                    <a:pt x="1680" y="1181"/>
                  </a:cubicBezTo>
                  <a:cubicBezTo>
                    <a:pt x="1700" y="1201"/>
                    <a:pt x="1725" y="1221"/>
                    <a:pt x="1746" y="1242"/>
                  </a:cubicBezTo>
                  <a:cubicBezTo>
                    <a:pt x="1766" y="1262"/>
                    <a:pt x="1786" y="1307"/>
                    <a:pt x="1806" y="1348"/>
                  </a:cubicBezTo>
                  <a:cubicBezTo>
                    <a:pt x="1826" y="1348"/>
                    <a:pt x="1826" y="1368"/>
                    <a:pt x="1852" y="1388"/>
                  </a:cubicBezTo>
                  <a:cubicBezTo>
                    <a:pt x="1892" y="1454"/>
                    <a:pt x="1912" y="1514"/>
                    <a:pt x="1952" y="1580"/>
                  </a:cubicBezTo>
                  <a:cubicBezTo>
                    <a:pt x="1978" y="1600"/>
                    <a:pt x="1978" y="1620"/>
                    <a:pt x="1998" y="1640"/>
                  </a:cubicBezTo>
                  <a:cubicBezTo>
                    <a:pt x="2018" y="1686"/>
                    <a:pt x="2038" y="1726"/>
                    <a:pt x="2058" y="1766"/>
                  </a:cubicBezTo>
                  <a:cubicBezTo>
                    <a:pt x="2058" y="1786"/>
                    <a:pt x="2079" y="1812"/>
                    <a:pt x="2079" y="1812"/>
                  </a:cubicBezTo>
                  <a:cubicBezTo>
                    <a:pt x="2104" y="1872"/>
                    <a:pt x="2144" y="1938"/>
                    <a:pt x="2164" y="1998"/>
                  </a:cubicBezTo>
                  <a:lnTo>
                    <a:pt x="5171" y="1686"/>
                  </a:lnTo>
                  <a:cubicBezTo>
                    <a:pt x="5151" y="1620"/>
                    <a:pt x="5105" y="1559"/>
                    <a:pt x="5085" y="1494"/>
                  </a:cubicBezTo>
                  <a:cubicBezTo>
                    <a:pt x="5085" y="1494"/>
                    <a:pt x="5065" y="1474"/>
                    <a:pt x="5065" y="1454"/>
                  </a:cubicBezTo>
                  <a:cubicBezTo>
                    <a:pt x="5045" y="1408"/>
                    <a:pt x="5025" y="1368"/>
                    <a:pt x="4979" y="1327"/>
                  </a:cubicBezTo>
                  <a:lnTo>
                    <a:pt x="4979" y="1282"/>
                  </a:lnTo>
                  <a:lnTo>
                    <a:pt x="4959" y="1262"/>
                  </a:lnTo>
                  <a:cubicBezTo>
                    <a:pt x="4919" y="1201"/>
                    <a:pt x="4878" y="1136"/>
                    <a:pt x="4833" y="1075"/>
                  </a:cubicBezTo>
                  <a:lnTo>
                    <a:pt x="4833" y="1055"/>
                  </a:lnTo>
                  <a:lnTo>
                    <a:pt x="4813" y="1030"/>
                  </a:lnTo>
                  <a:cubicBezTo>
                    <a:pt x="4793" y="989"/>
                    <a:pt x="4772" y="949"/>
                    <a:pt x="4727" y="929"/>
                  </a:cubicBezTo>
                  <a:lnTo>
                    <a:pt x="4727" y="883"/>
                  </a:lnTo>
                  <a:cubicBezTo>
                    <a:pt x="4707" y="883"/>
                    <a:pt x="4707" y="863"/>
                    <a:pt x="4687" y="863"/>
                  </a:cubicBezTo>
                  <a:cubicBezTo>
                    <a:pt x="4666" y="843"/>
                    <a:pt x="4666" y="823"/>
                    <a:pt x="4646" y="803"/>
                  </a:cubicBezTo>
                  <a:cubicBezTo>
                    <a:pt x="4626" y="778"/>
                    <a:pt x="4626" y="778"/>
                    <a:pt x="4626" y="757"/>
                  </a:cubicBezTo>
                  <a:cubicBezTo>
                    <a:pt x="4601" y="757"/>
                    <a:pt x="4601" y="737"/>
                    <a:pt x="4581" y="737"/>
                  </a:cubicBezTo>
                  <a:cubicBezTo>
                    <a:pt x="4560" y="717"/>
                    <a:pt x="4560" y="697"/>
                    <a:pt x="4540" y="677"/>
                  </a:cubicBezTo>
                  <a:lnTo>
                    <a:pt x="4520" y="651"/>
                  </a:lnTo>
                  <a:cubicBezTo>
                    <a:pt x="4500" y="631"/>
                    <a:pt x="4500" y="631"/>
                    <a:pt x="4475" y="611"/>
                  </a:cubicBezTo>
                  <a:cubicBezTo>
                    <a:pt x="4455" y="591"/>
                    <a:pt x="4455" y="591"/>
                    <a:pt x="4434" y="571"/>
                  </a:cubicBezTo>
                  <a:lnTo>
                    <a:pt x="4414" y="551"/>
                  </a:lnTo>
                  <a:cubicBezTo>
                    <a:pt x="4394" y="525"/>
                    <a:pt x="4374" y="505"/>
                    <a:pt x="4349" y="485"/>
                  </a:cubicBezTo>
                  <a:lnTo>
                    <a:pt x="4328" y="485"/>
                  </a:lnTo>
                  <a:lnTo>
                    <a:pt x="4328" y="465"/>
                  </a:lnTo>
                  <a:cubicBezTo>
                    <a:pt x="4288" y="445"/>
                    <a:pt x="4268" y="424"/>
                    <a:pt x="4223" y="399"/>
                  </a:cubicBezTo>
                  <a:cubicBezTo>
                    <a:pt x="4202" y="379"/>
                    <a:pt x="4202" y="379"/>
                    <a:pt x="4182" y="379"/>
                  </a:cubicBezTo>
                  <a:cubicBezTo>
                    <a:pt x="4182" y="359"/>
                    <a:pt x="4162" y="339"/>
                    <a:pt x="4142" y="339"/>
                  </a:cubicBezTo>
                  <a:cubicBezTo>
                    <a:pt x="4142" y="319"/>
                    <a:pt x="4122" y="319"/>
                    <a:pt x="4096" y="319"/>
                  </a:cubicBezTo>
                  <a:cubicBezTo>
                    <a:pt x="4096" y="298"/>
                    <a:pt x="4076" y="298"/>
                    <a:pt x="4076" y="298"/>
                  </a:cubicBezTo>
                  <a:lnTo>
                    <a:pt x="4056" y="273"/>
                  </a:lnTo>
                  <a:cubicBezTo>
                    <a:pt x="4016" y="253"/>
                    <a:pt x="3996" y="233"/>
                    <a:pt x="3970" y="233"/>
                  </a:cubicBezTo>
                  <a:lnTo>
                    <a:pt x="3950" y="233"/>
                  </a:lnTo>
                  <a:lnTo>
                    <a:pt x="3950" y="213"/>
                  </a:lnTo>
                  <a:cubicBezTo>
                    <a:pt x="3930" y="213"/>
                    <a:pt x="3910" y="192"/>
                    <a:pt x="3869" y="172"/>
                  </a:cubicBezTo>
                  <a:lnTo>
                    <a:pt x="3844" y="172"/>
                  </a:lnTo>
                  <a:cubicBezTo>
                    <a:pt x="3824" y="172"/>
                    <a:pt x="3824" y="147"/>
                    <a:pt x="3804" y="147"/>
                  </a:cubicBezTo>
                  <a:cubicBezTo>
                    <a:pt x="3804" y="147"/>
                    <a:pt x="3784" y="147"/>
                    <a:pt x="3784" y="127"/>
                  </a:cubicBezTo>
                  <a:cubicBezTo>
                    <a:pt x="3763" y="127"/>
                    <a:pt x="3743" y="127"/>
                    <a:pt x="3718" y="107"/>
                  </a:cubicBezTo>
                  <a:lnTo>
                    <a:pt x="3678" y="107"/>
                  </a:lnTo>
                  <a:cubicBezTo>
                    <a:pt x="3658" y="86"/>
                    <a:pt x="3617" y="86"/>
                    <a:pt x="3572" y="66"/>
                  </a:cubicBezTo>
                  <a:lnTo>
                    <a:pt x="3531" y="66"/>
                  </a:lnTo>
                  <a:cubicBezTo>
                    <a:pt x="3511" y="46"/>
                    <a:pt x="3491" y="46"/>
                    <a:pt x="3466" y="46"/>
                  </a:cubicBezTo>
                  <a:cubicBezTo>
                    <a:pt x="3466" y="46"/>
                    <a:pt x="3446" y="46"/>
                    <a:pt x="3425" y="21"/>
                  </a:cubicBezTo>
                  <a:lnTo>
                    <a:pt x="3279" y="21"/>
                  </a:lnTo>
                  <a:lnTo>
                    <a:pt x="3259"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0"/>
            <p:cNvSpPr/>
            <p:nvPr/>
          </p:nvSpPr>
          <p:spPr>
            <a:xfrm>
              <a:off x="6731076" y="2163298"/>
              <a:ext cx="817660" cy="385686"/>
            </a:xfrm>
            <a:custGeom>
              <a:avLst/>
              <a:gdLst/>
              <a:ahLst/>
              <a:cxnLst/>
              <a:rect l="l" t="t" r="r" b="b"/>
              <a:pathLst>
                <a:path w="4859" h="2292" extrusionOk="0">
                  <a:moveTo>
                    <a:pt x="3007" y="1"/>
                  </a:moveTo>
                  <a:lnTo>
                    <a:pt x="1" y="319"/>
                  </a:lnTo>
                  <a:lnTo>
                    <a:pt x="213" y="319"/>
                  </a:lnTo>
                  <a:cubicBezTo>
                    <a:pt x="233" y="339"/>
                    <a:pt x="253" y="339"/>
                    <a:pt x="273" y="339"/>
                  </a:cubicBezTo>
                  <a:lnTo>
                    <a:pt x="319" y="339"/>
                  </a:lnTo>
                  <a:cubicBezTo>
                    <a:pt x="359" y="339"/>
                    <a:pt x="399" y="359"/>
                    <a:pt x="465" y="379"/>
                  </a:cubicBezTo>
                  <a:cubicBezTo>
                    <a:pt x="505" y="379"/>
                    <a:pt x="551" y="399"/>
                    <a:pt x="591" y="420"/>
                  </a:cubicBezTo>
                  <a:lnTo>
                    <a:pt x="611" y="420"/>
                  </a:lnTo>
                  <a:cubicBezTo>
                    <a:pt x="652" y="445"/>
                    <a:pt x="697" y="465"/>
                    <a:pt x="717" y="485"/>
                  </a:cubicBezTo>
                  <a:lnTo>
                    <a:pt x="737" y="485"/>
                  </a:lnTo>
                  <a:cubicBezTo>
                    <a:pt x="778" y="505"/>
                    <a:pt x="823" y="526"/>
                    <a:pt x="843" y="546"/>
                  </a:cubicBezTo>
                  <a:lnTo>
                    <a:pt x="864" y="571"/>
                  </a:lnTo>
                  <a:cubicBezTo>
                    <a:pt x="904" y="591"/>
                    <a:pt x="949" y="611"/>
                    <a:pt x="970" y="652"/>
                  </a:cubicBezTo>
                  <a:lnTo>
                    <a:pt x="990" y="652"/>
                  </a:lnTo>
                  <a:cubicBezTo>
                    <a:pt x="1030" y="697"/>
                    <a:pt x="1075" y="717"/>
                    <a:pt x="1096" y="758"/>
                  </a:cubicBezTo>
                  <a:lnTo>
                    <a:pt x="1116" y="758"/>
                  </a:lnTo>
                  <a:cubicBezTo>
                    <a:pt x="1136" y="798"/>
                    <a:pt x="1181" y="823"/>
                    <a:pt x="1202" y="863"/>
                  </a:cubicBezTo>
                  <a:cubicBezTo>
                    <a:pt x="1222" y="863"/>
                    <a:pt x="1222" y="884"/>
                    <a:pt x="1242" y="884"/>
                  </a:cubicBezTo>
                  <a:cubicBezTo>
                    <a:pt x="1262" y="904"/>
                    <a:pt x="1282" y="949"/>
                    <a:pt x="1308" y="969"/>
                  </a:cubicBezTo>
                  <a:cubicBezTo>
                    <a:pt x="1308" y="990"/>
                    <a:pt x="1328" y="990"/>
                    <a:pt x="1328" y="1010"/>
                  </a:cubicBezTo>
                  <a:cubicBezTo>
                    <a:pt x="1348" y="1030"/>
                    <a:pt x="1368" y="1050"/>
                    <a:pt x="1388" y="1096"/>
                  </a:cubicBezTo>
                  <a:cubicBezTo>
                    <a:pt x="1408" y="1096"/>
                    <a:pt x="1408" y="1116"/>
                    <a:pt x="1434" y="1136"/>
                  </a:cubicBezTo>
                  <a:cubicBezTo>
                    <a:pt x="1434" y="1156"/>
                    <a:pt x="1454" y="1156"/>
                    <a:pt x="1454" y="1176"/>
                  </a:cubicBezTo>
                  <a:cubicBezTo>
                    <a:pt x="1474" y="1222"/>
                    <a:pt x="1494" y="1262"/>
                    <a:pt x="1535" y="1302"/>
                  </a:cubicBezTo>
                  <a:cubicBezTo>
                    <a:pt x="1535" y="1328"/>
                    <a:pt x="1560" y="1348"/>
                    <a:pt x="1560" y="1348"/>
                  </a:cubicBezTo>
                  <a:cubicBezTo>
                    <a:pt x="1580" y="1388"/>
                    <a:pt x="1600" y="1454"/>
                    <a:pt x="1620" y="1494"/>
                  </a:cubicBezTo>
                  <a:cubicBezTo>
                    <a:pt x="1640" y="1514"/>
                    <a:pt x="1640" y="1534"/>
                    <a:pt x="1640" y="1555"/>
                  </a:cubicBezTo>
                  <a:cubicBezTo>
                    <a:pt x="1661" y="1600"/>
                    <a:pt x="1686" y="1640"/>
                    <a:pt x="1706" y="1706"/>
                  </a:cubicBezTo>
                  <a:cubicBezTo>
                    <a:pt x="1726" y="1706"/>
                    <a:pt x="1726" y="1726"/>
                    <a:pt x="1726" y="1746"/>
                  </a:cubicBezTo>
                  <a:cubicBezTo>
                    <a:pt x="1746" y="1807"/>
                    <a:pt x="1767" y="1872"/>
                    <a:pt x="1787" y="1933"/>
                  </a:cubicBezTo>
                  <a:cubicBezTo>
                    <a:pt x="1787" y="1958"/>
                    <a:pt x="1787" y="1978"/>
                    <a:pt x="1812" y="1998"/>
                  </a:cubicBezTo>
                  <a:cubicBezTo>
                    <a:pt x="1812" y="2039"/>
                    <a:pt x="1832" y="2104"/>
                    <a:pt x="1832" y="2145"/>
                  </a:cubicBezTo>
                  <a:cubicBezTo>
                    <a:pt x="1852" y="2210"/>
                    <a:pt x="1852" y="2251"/>
                    <a:pt x="1872" y="2291"/>
                  </a:cubicBezTo>
                  <a:lnTo>
                    <a:pt x="4859" y="1978"/>
                  </a:lnTo>
                  <a:lnTo>
                    <a:pt x="4859" y="1872"/>
                  </a:lnTo>
                  <a:cubicBezTo>
                    <a:pt x="4859" y="1852"/>
                    <a:pt x="4839" y="1852"/>
                    <a:pt x="4839" y="1832"/>
                  </a:cubicBezTo>
                  <a:cubicBezTo>
                    <a:pt x="4839" y="1787"/>
                    <a:pt x="4813" y="1726"/>
                    <a:pt x="4813" y="1681"/>
                  </a:cubicBezTo>
                  <a:cubicBezTo>
                    <a:pt x="4793" y="1661"/>
                    <a:pt x="4793" y="1640"/>
                    <a:pt x="4793" y="1620"/>
                  </a:cubicBezTo>
                  <a:cubicBezTo>
                    <a:pt x="4773" y="1555"/>
                    <a:pt x="4753" y="1494"/>
                    <a:pt x="4733" y="1428"/>
                  </a:cubicBezTo>
                  <a:cubicBezTo>
                    <a:pt x="4733" y="1408"/>
                    <a:pt x="4713" y="1388"/>
                    <a:pt x="4713" y="1388"/>
                  </a:cubicBezTo>
                  <a:cubicBezTo>
                    <a:pt x="4687" y="1328"/>
                    <a:pt x="4667" y="1282"/>
                    <a:pt x="4647" y="1242"/>
                  </a:cubicBezTo>
                  <a:cubicBezTo>
                    <a:pt x="4647" y="1222"/>
                    <a:pt x="4627" y="1201"/>
                    <a:pt x="4627" y="1176"/>
                  </a:cubicBezTo>
                  <a:cubicBezTo>
                    <a:pt x="4607" y="1116"/>
                    <a:pt x="4586" y="1075"/>
                    <a:pt x="4561" y="1030"/>
                  </a:cubicBezTo>
                  <a:lnTo>
                    <a:pt x="4541" y="1010"/>
                  </a:lnTo>
                  <a:lnTo>
                    <a:pt x="4521" y="990"/>
                  </a:lnTo>
                  <a:cubicBezTo>
                    <a:pt x="4501" y="949"/>
                    <a:pt x="4480" y="904"/>
                    <a:pt x="4460" y="863"/>
                  </a:cubicBezTo>
                  <a:cubicBezTo>
                    <a:pt x="4460" y="863"/>
                    <a:pt x="4435" y="843"/>
                    <a:pt x="4435" y="823"/>
                  </a:cubicBezTo>
                  <a:cubicBezTo>
                    <a:pt x="4415" y="798"/>
                    <a:pt x="4415" y="778"/>
                    <a:pt x="4395" y="778"/>
                  </a:cubicBezTo>
                  <a:cubicBezTo>
                    <a:pt x="4375" y="737"/>
                    <a:pt x="4354" y="717"/>
                    <a:pt x="4354" y="697"/>
                  </a:cubicBezTo>
                  <a:lnTo>
                    <a:pt x="4334" y="697"/>
                  </a:lnTo>
                  <a:cubicBezTo>
                    <a:pt x="4334" y="672"/>
                    <a:pt x="4309" y="672"/>
                    <a:pt x="4309" y="652"/>
                  </a:cubicBezTo>
                  <a:cubicBezTo>
                    <a:pt x="4289" y="631"/>
                    <a:pt x="4269" y="611"/>
                    <a:pt x="4269" y="591"/>
                  </a:cubicBezTo>
                  <a:cubicBezTo>
                    <a:pt x="4248" y="591"/>
                    <a:pt x="4248" y="571"/>
                    <a:pt x="4228" y="571"/>
                  </a:cubicBezTo>
                  <a:cubicBezTo>
                    <a:pt x="4228" y="571"/>
                    <a:pt x="4228" y="546"/>
                    <a:pt x="4208" y="546"/>
                  </a:cubicBezTo>
                  <a:cubicBezTo>
                    <a:pt x="4208" y="526"/>
                    <a:pt x="4183" y="526"/>
                    <a:pt x="4183" y="505"/>
                  </a:cubicBezTo>
                  <a:cubicBezTo>
                    <a:pt x="4163" y="485"/>
                    <a:pt x="4143" y="465"/>
                    <a:pt x="4122" y="445"/>
                  </a:cubicBezTo>
                  <a:lnTo>
                    <a:pt x="4102" y="445"/>
                  </a:lnTo>
                  <a:cubicBezTo>
                    <a:pt x="4082" y="420"/>
                    <a:pt x="4057" y="399"/>
                    <a:pt x="4037" y="379"/>
                  </a:cubicBezTo>
                  <a:cubicBezTo>
                    <a:pt x="4016" y="359"/>
                    <a:pt x="4016" y="359"/>
                    <a:pt x="3996" y="339"/>
                  </a:cubicBezTo>
                  <a:lnTo>
                    <a:pt x="3976" y="339"/>
                  </a:lnTo>
                  <a:lnTo>
                    <a:pt x="3956" y="319"/>
                  </a:lnTo>
                  <a:lnTo>
                    <a:pt x="3890" y="253"/>
                  </a:lnTo>
                  <a:lnTo>
                    <a:pt x="3870" y="253"/>
                  </a:lnTo>
                  <a:lnTo>
                    <a:pt x="3850" y="233"/>
                  </a:lnTo>
                  <a:lnTo>
                    <a:pt x="3830" y="213"/>
                  </a:lnTo>
                  <a:cubicBezTo>
                    <a:pt x="3784" y="193"/>
                    <a:pt x="3764" y="193"/>
                    <a:pt x="3744" y="167"/>
                  </a:cubicBezTo>
                  <a:lnTo>
                    <a:pt x="3724" y="167"/>
                  </a:lnTo>
                  <a:cubicBezTo>
                    <a:pt x="3724" y="147"/>
                    <a:pt x="3704" y="147"/>
                    <a:pt x="3678" y="127"/>
                  </a:cubicBezTo>
                  <a:cubicBezTo>
                    <a:pt x="3658" y="127"/>
                    <a:pt x="3638" y="107"/>
                    <a:pt x="3598" y="107"/>
                  </a:cubicBezTo>
                  <a:cubicBezTo>
                    <a:pt x="3578" y="87"/>
                    <a:pt x="3552" y="87"/>
                    <a:pt x="3532" y="87"/>
                  </a:cubicBezTo>
                  <a:cubicBezTo>
                    <a:pt x="3512" y="66"/>
                    <a:pt x="3492" y="66"/>
                    <a:pt x="3472" y="66"/>
                  </a:cubicBezTo>
                  <a:lnTo>
                    <a:pt x="3451" y="41"/>
                  </a:lnTo>
                  <a:cubicBezTo>
                    <a:pt x="3426" y="41"/>
                    <a:pt x="3386" y="41"/>
                    <a:pt x="3366" y="21"/>
                  </a:cubicBezTo>
                  <a:lnTo>
                    <a:pt x="3280" y="21"/>
                  </a:lnTo>
                  <a:cubicBezTo>
                    <a:pt x="3260" y="21"/>
                    <a:pt x="3240" y="1"/>
                    <a:pt x="3219" y="1"/>
                  </a:cubicBez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0"/>
            <p:cNvSpPr/>
            <p:nvPr/>
          </p:nvSpPr>
          <p:spPr>
            <a:xfrm>
              <a:off x="7046087" y="2496143"/>
              <a:ext cx="707270" cy="679158"/>
            </a:xfrm>
            <a:custGeom>
              <a:avLst/>
              <a:gdLst/>
              <a:ahLst/>
              <a:cxnLst/>
              <a:rect l="l" t="t" r="r" b="b"/>
              <a:pathLst>
                <a:path w="4203" h="4036" extrusionOk="0">
                  <a:moveTo>
                    <a:pt x="2987" y="0"/>
                  </a:moveTo>
                  <a:lnTo>
                    <a:pt x="0" y="313"/>
                  </a:lnTo>
                  <a:cubicBezTo>
                    <a:pt x="21" y="333"/>
                    <a:pt x="66" y="333"/>
                    <a:pt x="106" y="358"/>
                  </a:cubicBezTo>
                  <a:lnTo>
                    <a:pt x="127" y="379"/>
                  </a:lnTo>
                  <a:cubicBezTo>
                    <a:pt x="167" y="399"/>
                    <a:pt x="192" y="419"/>
                    <a:pt x="233" y="439"/>
                  </a:cubicBezTo>
                  <a:lnTo>
                    <a:pt x="253" y="439"/>
                  </a:lnTo>
                  <a:cubicBezTo>
                    <a:pt x="273" y="459"/>
                    <a:pt x="318" y="485"/>
                    <a:pt x="359" y="525"/>
                  </a:cubicBezTo>
                  <a:cubicBezTo>
                    <a:pt x="399" y="545"/>
                    <a:pt x="419" y="565"/>
                    <a:pt x="465" y="611"/>
                  </a:cubicBezTo>
                  <a:lnTo>
                    <a:pt x="485" y="611"/>
                  </a:lnTo>
                  <a:cubicBezTo>
                    <a:pt x="505" y="651"/>
                    <a:pt x="545" y="671"/>
                    <a:pt x="571" y="712"/>
                  </a:cubicBezTo>
                  <a:cubicBezTo>
                    <a:pt x="571" y="712"/>
                    <a:pt x="591" y="712"/>
                    <a:pt x="591" y="737"/>
                  </a:cubicBezTo>
                  <a:cubicBezTo>
                    <a:pt x="611" y="757"/>
                    <a:pt x="631" y="777"/>
                    <a:pt x="651" y="818"/>
                  </a:cubicBezTo>
                  <a:cubicBezTo>
                    <a:pt x="671" y="818"/>
                    <a:pt x="671" y="838"/>
                    <a:pt x="697" y="838"/>
                  </a:cubicBezTo>
                  <a:cubicBezTo>
                    <a:pt x="717" y="863"/>
                    <a:pt x="717" y="903"/>
                    <a:pt x="737" y="923"/>
                  </a:cubicBezTo>
                  <a:cubicBezTo>
                    <a:pt x="757" y="944"/>
                    <a:pt x="757" y="944"/>
                    <a:pt x="777" y="964"/>
                  </a:cubicBezTo>
                  <a:cubicBezTo>
                    <a:pt x="777" y="989"/>
                    <a:pt x="798" y="1009"/>
                    <a:pt x="798" y="1009"/>
                  </a:cubicBezTo>
                  <a:cubicBezTo>
                    <a:pt x="823" y="1050"/>
                    <a:pt x="843" y="1090"/>
                    <a:pt x="863" y="1115"/>
                  </a:cubicBezTo>
                  <a:cubicBezTo>
                    <a:pt x="883" y="1135"/>
                    <a:pt x="883" y="1156"/>
                    <a:pt x="903" y="1176"/>
                  </a:cubicBezTo>
                  <a:cubicBezTo>
                    <a:pt x="924" y="1216"/>
                    <a:pt x="924" y="1241"/>
                    <a:pt x="949" y="1282"/>
                  </a:cubicBezTo>
                  <a:cubicBezTo>
                    <a:pt x="969" y="1302"/>
                    <a:pt x="969" y="1322"/>
                    <a:pt x="989" y="1342"/>
                  </a:cubicBezTo>
                  <a:cubicBezTo>
                    <a:pt x="989" y="1388"/>
                    <a:pt x="1009" y="1428"/>
                    <a:pt x="1030" y="1468"/>
                  </a:cubicBezTo>
                  <a:cubicBezTo>
                    <a:pt x="1030" y="1493"/>
                    <a:pt x="1050" y="1493"/>
                    <a:pt x="1050" y="1514"/>
                  </a:cubicBezTo>
                  <a:cubicBezTo>
                    <a:pt x="1075" y="1574"/>
                    <a:pt x="1095" y="1640"/>
                    <a:pt x="1115" y="1700"/>
                  </a:cubicBezTo>
                  <a:cubicBezTo>
                    <a:pt x="1115" y="1766"/>
                    <a:pt x="1135" y="1826"/>
                    <a:pt x="1156" y="1892"/>
                  </a:cubicBezTo>
                  <a:lnTo>
                    <a:pt x="1156" y="1973"/>
                  </a:lnTo>
                  <a:cubicBezTo>
                    <a:pt x="1176" y="1998"/>
                    <a:pt x="1176" y="2038"/>
                    <a:pt x="1176" y="2058"/>
                  </a:cubicBezTo>
                  <a:cubicBezTo>
                    <a:pt x="1176" y="2099"/>
                    <a:pt x="1176" y="2144"/>
                    <a:pt x="1201" y="2205"/>
                  </a:cubicBezTo>
                  <a:lnTo>
                    <a:pt x="1201" y="2396"/>
                  </a:lnTo>
                  <a:lnTo>
                    <a:pt x="1201" y="2437"/>
                  </a:lnTo>
                  <a:lnTo>
                    <a:pt x="1201" y="2477"/>
                  </a:lnTo>
                  <a:cubicBezTo>
                    <a:pt x="1176" y="2543"/>
                    <a:pt x="1176" y="2583"/>
                    <a:pt x="1156" y="2628"/>
                  </a:cubicBezTo>
                  <a:lnTo>
                    <a:pt x="1156" y="2649"/>
                  </a:lnTo>
                  <a:cubicBezTo>
                    <a:pt x="1135" y="2689"/>
                    <a:pt x="1135" y="2709"/>
                    <a:pt x="1135" y="2755"/>
                  </a:cubicBezTo>
                  <a:lnTo>
                    <a:pt x="1115" y="2775"/>
                  </a:lnTo>
                  <a:cubicBezTo>
                    <a:pt x="1115" y="2815"/>
                    <a:pt x="1095" y="2835"/>
                    <a:pt x="1095" y="2881"/>
                  </a:cubicBezTo>
                  <a:lnTo>
                    <a:pt x="1095" y="2901"/>
                  </a:lnTo>
                  <a:cubicBezTo>
                    <a:pt x="1095" y="2921"/>
                    <a:pt x="1075" y="2941"/>
                    <a:pt x="1075" y="2961"/>
                  </a:cubicBezTo>
                  <a:lnTo>
                    <a:pt x="1075" y="3007"/>
                  </a:lnTo>
                  <a:cubicBezTo>
                    <a:pt x="1050" y="3027"/>
                    <a:pt x="1050" y="3047"/>
                    <a:pt x="1050" y="3067"/>
                  </a:cubicBezTo>
                  <a:cubicBezTo>
                    <a:pt x="1050" y="3088"/>
                    <a:pt x="1030" y="3108"/>
                    <a:pt x="1030" y="3133"/>
                  </a:cubicBezTo>
                  <a:lnTo>
                    <a:pt x="1030" y="3153"/>
                  </a:lnTo>
                  <a:cubicBezTo>
                    <a:pt x="1030" y="3153"/>
                    <a:pt x="1030" y="3173"/>
                    <a:pt x="1009" y="3193"/>
                  </a:cubicBezTo>
                  <a:lnTo>
                    <a:pt x="1009" y="3234"/>
                  </a:lnTo>
                  <a:cubicBezTo>
                    <a:pt x="1009" y="3259"/>
                    <a:pt x="989" y="3259"/>
                    <a:pt x="989" y="3279"/>
                  </a:cubicBezTo>
                  <a:lnTo>
                    <a:pt x="989" y="3299"/>
                  </a:lnTo>
                  <a:lnTo>
                    <a:pt x="989" y="3320"/>
                  </a:lnTo>
                  <a:lnTo>
                    <a:pt x="989" y="3340"/>
                  </a:lnTo>
                  <a:lnTo>
                    <a:pt x="969" y="3340"/>
                  </a:lnTo>
                  <a:lnTo>
                    <a:pt x="969" y="3360"/>
                  </a:lnTo>
                  <a:lnTo>
                    <a:pt x="969" y="3385"/>
                  </a:lnTo>
                  <a:lnTo>
                    <a:pt x="949" y="3385"/>
                  </a:lnTo>
                  <a:lnTo>
                    <a:pt x="949" y="3405"/>
                  </a:lnTo>
                  <a:cubicBezTo>
                    <a:pt x="924" y="3426"/>
                    <a:pt x="924" y="3446"/>
                    <a:pt x="903" y="3466"/>
                  </a:cubicBezTo>
                  <a:cubicBezTo>
                    <a:pt x="883" y="3486"/>
                    <a:pt x="883" y="3511"/>
                    <a:pt x="863" y="3531"/>
                  </a:cubicBezTo>
                  <a:cubicBezTo>
                    <a:pt x="863" y="3552"/>
                    <a:pt x="843" y="3552"/>
                    <a:pt x="843" y="3572"/>
                  </a:cubicBezTo>
                  <a:lnTo>
                    <a:pt x="823" y="3592"/>
                  </a:lnTo>
                  <a:lnTo>
                    <a:pt x="798" y="3612"/>
                  </a:lnTo>
                  <a:lnTo>
                    <a:pt x="777" y="3637"/>
                  </a:lnTo>
                  <a:lnTo>
                    <a:pt x="777" y="3658"/>
                  </a:lnTo>
                  <a:cubicBezTo>
                    <a:pt x="212" y="4016"/>
                    <a:pt x="212" y="4016"/>
                    <a:pt x="192" y="4016"/>
                  </a:cubicBezTo>
                  <a:cubicBezTo>
                    <a:pt x="174" y="4016"/>
                    <a:pt x="169" y="4027"/>
                    <a:pt x="159" y="4032"/>
                  </a:cubicBezTo>
                  <a:lnTo>
                    <a:pt x="159" y="4032"/>
                  </a:lnTo>
                  <a:lnTo>
                    <a:pt x="3133" y="3718"/>
                  </a:lnTo>
                  <a:lnTo>
                    <a:pt x="3153" y="3718"/>
                  </a:lnTo>
                  <a:cubicBezTo>
                    <a:pt x="3173" y="3718"/>
                    <a:pt x="3173" y="3698"/>
                    <a:pt x="3194" y="3698"/>
                  </a:cubicBezTo>
                  <a:cubicBezTo>
                    <a:pt x="3219" y="3698"/>
                    <a:pt x="3572" y="3592"/>
                    <a:pt x="3849" y="3234"/>
                  </a:cubicBezTo>
                  <a:lnTo>
                    <a:pt x="3870" y="3214"/>
                  </a:lnTo>
                  <a:cubicBezTo>
                    <a:pt x="3890" y="3193"/>
                    <a:pt x="3910" y="3153"/>
                    <a:pt x="3910" y="3153"/>
                  </a:cubicBezTo>
                  <a:cubicBezTo>
                    <a:pt x="3930" y="3133"/>
                    <a:pt x="3930" y="3108"/>
                    <a:pt x="3950" y="3088"/>
                  </a:cubicBezTo>
                  <a:lnTo>
                    <a:pt x="3950" y="3067"/>
                  </a:lnTo>
                  <a:lnTo>
                    <a:pt x="3976" y="3067"/>
                  </a:lnTo>
                  <a:lnTo>
                    <a:pt x="3976" y="3047"/>
                  </a:lnTo>
                  <a:lnTo>
                    <a:pt x="3976" y="3027"/>
                  </a:lnTo>
                  <a:cubicBezTo>
                    <a:pt x="3976" y="3027"/>
                    <a:pt x="4162" y="2669"/>
                    <a:pt x="4203" y="2164"/>
                  </a:cubicBezTo>
                  <a:lnTo>
                    <a:pt x="4203" y="2124"/>
                  </a:lnTo>
                  <a:lnTo>
                    <a:pt x="4203" y="2079"/>
                  </a:lnTo>
                  <a:lnTo>
                    <a:pt x="4203" y="2018"/>
                  </a:lnTo>
                  <a:lnTo>
                    <a:pt x="4203" y="1912"/>
                  </a:lnTo>
                  <a:lnTo>
                    <a:pt x="4203" y="1892"/>
                  </a:lnTo>
                  <a:lnTo>
                    <a:pt x="4182" y="1892"/>
                  </a:lnTo>
                  <a:lnTo>
                    <a:pt x="4182" y="1766"/>
                  </a:lnTo>
                  <a:lnTo>
                    <a:pt x="4182" y="1746"/>
                  </a:lnTo>
                  <a:cubicBezTo>
                    <a:pt x="4182" y="1720"/>
                    <a:pt x="4162" y="1680"/>
                    <a:pt x="4162" y="1660"/>
                  </a:cubicBezTo>
                  <a:lnTo>
                    <a:pt x="4162" y="1594"/>
                  </a:lnTo>
                  <a:lnTo>
                    <a:pt x="4162" y="1574"/>
                  </a:lnTo>
                  <a:cubicBezTo>
                    <a:pt x="4142" y="1514"/>
                    <a:pt x="4122" y="1448"/>
                    <a:pt x="4122" y="1388"/>
                  </a:cubicBezTo>
                  <a:cubicBezTo>
                    <a:pt x="4102" y="1322"/>
                    <a:pt x="4076" y="1261"/>
                    <a:pt x="4056" y="1196"/>
                  </a:cubicBezTo>
                  <a:cubicBezTo>
                    <a:pt x="4056" y="1176"/>
                    <a:pt x="4036" y="1176"/>
                    <a:pt x="4036" y="1156"/>
                  </a:cubicBezTo>
                  <a:cubicBezTo>
                    <a:pt x="4016" y="1115"/>
                    <a:pt x="3996" y="1070"/>
                    <a:pt x="3996" y="1029"/>
                  </a:cubicBezTo>
                  <a:cubicBezTo>
                    <a:pt x="3976" y="1009"/>
                    <a:pt x="3976" y="989"/>
                    <a:pt x="3950" y="964"/>
                  </a:cubicBezTo>
                  <a:cubicBezTo>
                    <a:pt x="3930" y="923"/>
                    <a:pt x="3930" y="903"/>
                    <a:pt x="3910" y="863"/>
                  </a:cubicBezTo>
                  <a:cubicBezTo>
                    <a:pt x="3890" y="838"/>
                    <a:pt x="3890" y="838"/>
                    <a:pt x="3890" y="818"/>
                  </a:cubicBezTo>
                  <a:lnTo>
                    <a:pt x="3870" y="797"/>
                  </a:lnTo>
                  <a:cubicBezTo>
                    <a:pt x="3849" y="777"/>
                    <a:pt x="3824" y="737"/>
                    <a:pt x="3804" y="691"/>
                  </a:cubicBezTo>
                  <a:cubicBezTo>
                    <a:pt x="3804" y="691"/>
                    <a:pt x="3804" y="671"/>
                    <a:pt x="3784" y="671"/>
                  </a:cubicBezTo>
                  <a:lnTo>
                    <a:pt x="3784" y="651"/>
                  </a:lnTo>
                  <a:cubicBezTo>
                    <a:pt x="3764" y="631"/>
                    <a:pt x="3764" y="631"/>
                    <a:pt x="3743" y="611"/>
                  </a:cubicBezTo>
                  <a:cubicBezTo>
                    <a:pt x="3743" y="585"/>
                    <a:pt x="3723" y="565"/>
                    <a:pt x="3698" y="545"/>
                  </a:cubicBezTo>
                  <a:lnTo>
                    <a:pt x="3698" y="525"/>
                  </a:lnTo>
                  <a:cubicBezTo>
                    <a:pt x="3678" y="525"/>
                    <a:pt x="3678" y="505"/>
                    <a:pt x="3658" y="505"/>
                  </a:cubicBezTo>
                  <a:cubicBezTo>
                    <a:pt x="3658" y="485"/>
                    <a:pt x="3638" y="459"/>
                    <a:pt x="3638" y="459"/>
                  </a:cubicBezTo>
                  <a:cubicBezTo>
                    <a:pt x="3617" y="439"/>
                    <a:pt x="3617" y="419"/>
                    <a:pt x="3597" y="419"/>
                  </a:cubicBezTo>
                  <a:cubicBezTo>
                    <a:pt x="3597" y="399"/>
                    <a:pt x="3572" y="399"/>
                    <a:pt x="3572" y="399"/>
                  </a:cubicBezTo>
                  <a:lnTo>
                    <a:pt x="3552" y="379"/>
                  </a:lnTo>
                  <a:lnTo>
                    <a:pt x="3491" y="313"/>
                  </a:lnTo>
                  <a:lnTo>
                    <a:pt x="3491" y="293"/>
                  </a:lnTo>
                  <a:lnTo>
                    <a:pt x="3471" y="293"/>
                  </a:lnTo>
                  <a:lnTo>
                    <a:pt x="3426" y="253"/>
                  </a:lnTo>
                  <a:cubicBezTo>
                    <a:pt x="3406" y="232"/>
                    <a:pt x="3385" y="207"/>
                    <a:pt x="3365" y="207"/>
                  </a:cubicBezTo>
                  <a:lnTo>
                    <a:pt x="3365" y="187"/>
                  </a:lnTo>
                  <a:cubicBezTo>
                    <a:pt x="3345" y="187"/>
                    <a:pt x="3320" y="167"/>
                    <a:pt x="3300" y="147"/>
                  </a:cubicBezTo>
                  <a:cubicBezTo>
                    <a:pt x="3279" y="147"/>
                    <a:pt x="3259" y="126"/>
                    <a:pt x="3259" y="126"/>
                  </a:cubicBezTo>
                  <a:lnTo>
                    <a:pt x="3239" y="126"/>
                  </a:lnTo>
                  <a:lnTo>
                    <a:pt x="3239" y="106"/>
                  </a:lnTo>
                  <a:cubicBezTo>
                    <a:pt x="3219" y="106"/>
                    <a:pt x="3194" y="81"/>
                    <a:pt x="3173" y="81"/>
                  </a:cubicBezTo>
                  <a:cubicBezTo>
                    <a:pt x="3153" y="61"/>
                    <a:pt x="3153" y="61"/>
                    <a:pt x="3133" y="61"/>
                  </a:cubicBezTo>
                  <a:lnTo>
                    <a:pt x="3113" y="41"/>
                  </a:lnTo>
                  <a:cubicBezTo>
                    <a:pt x="3093" y="41"/>
                    <a:pt x="3068" y="20"/>
                    <a:pt x="3047" y="20"/>
                  </a:cubicBezTo>
                  <a:cubicBezTo>
                    <a:pt x="3027" y="0"/>
                    <a:pt x="3007" y="0"/>
                    <a:pt x="2987" y="0"/>
                  </a:cubicBezTo>
                  <a:close/>
                  <a:moveTo>
                    <a:pt x="159" y="4032"/>
                  </a:moveTo>
                  <a:lnTo>
                    <a:pt x="127" y="4036"/>
                  </a:lnTo>
                  <a:lnTo>
                    <a:pt x="147" y="4036"/>
                  </a:lnTo>
                  <a:cubicBezTo>
                    <a:pt x="152" y="4036"/>
                    <a:pt x="156" y="4035"/>
                    <a:pt x="159" y="4032"/>
                  </a:cubicBez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0"/>
            <p:cNvSpPr/>
            <p:nvPr/>
          </p:nvSpPr>
          <p:spPr>
            <a:xfrm>
              <a:off x="5723626" y="1958653"/>
              <a:ext cx="1533393" cy="1216666"/>
            </a:xfrm>
            <a:custGeom>
              <a:avLst/>
              <a:gdLst/>
              <a:ahLst/>
              <a:cxnLst/>
              <a:rect l="l" t="t" r="r" b="b"/>
              <a:pathLst>
                <a:path w="9061" h="7189" extrusionOk="0">
                  <a:moveTo>
                    <a:pt x="3340" y="1"/>
                  </a:moveTo>
                  <a:cubicBezTo>
                    <a:pt x="3340" y="21"/>
                    <a:pt x="3340" y="21"/>
                    <a:pt x="3299" y="21"/>
                  </a:cubicBezTo>
                  <a:lnTo>
                    <a:pt x="3214" y="21"/>
                  </a:lnTo>
                  <a:cubicBezTo>
                    <a:pt x="3193" y="21"/>
                    <a:pt x="3173" y="41"/>
                    <a:pt x="3153" y="41"/>
                  </a:cubicBezTo>
                  <a:lnTo>
                    <a:pt x="3108" y="41"/>
                  </a:lnTo>
                  <a:cubicBezTo>
                    <a:pt x="3027" y="61"/>
                    <a:pt x="2961" y="81"/>
                    <a:pt x="2881" y="127"/>
                  </a:cubicBezTo>
                  <a:cubicBezTo>
                    <a:pt x="2855" y="127"/>
                    <a:pt x="2855" y="127"/>
                    <a:pt x="2835" y="147"/>
                  </a:cubicBezTo>
                  <a:cubicBezTo>
                    <a:pt x="2815" y="147"/>
                    <a:pt x="2815" y="147"/>
                    <a:pt x="2795" y="167"/>
                  </a:cubicBezTo>
                  <a:cubicBezTo>
                    <a:pt x="2775" y="167"/>
                    <a:pt x="2754" y="187"/>
                    <a:pt x="2754" y="187"/>
                  </a:cubicBezTo>
                  <a:cubicBezTo>
                    <a:pt x="2729" y="187"/>
                    <a:pt x="2709" y="207"/>
                    <a:pt x="2709" y="207"/>
                  </a:cubicBezTo>
                  <a:cubicBezTo>
                    <a:pt x="2689" y="233"/>
                    <a:pt x="2669" y="233"/>
                    <a:pt x="2669" y="233"/>
                  </a:cubicBezTo>
                  <a:cubicBezTo>
                    <a:pt x="2649" y="253"/>
                    <a:pt x="2628" y="253"/>
                    <a:pt x="2628" y="273"/>
                  </a:cubicBezTo>
                  <a:cubicBezTo>
                    <a:pt x="2603" y="273"/>
                    <a:pt x="2603" y="293"/>
                    <a:pt x="2583" y="293"/>
                  </a:cubicBezTo>
                  <a:cubicBezTo>
                    <a:pt x="2563" y="313"/>
                    <a:pt x="2563" y="313"/>
                    <a:pt x="2543" y="333"/>
                  </a:cubicBezTo>
                  <a:cubicBezTo>
                    <a:pt x="2522" y="333"/>
                    <a:pt x="2522" y="333"/>
                    <a:pt x="2502" y="359"/>
                  </a:cubicBezTo>
                  <a:cubicBezTo>
                    <a:pt x="2477" y="359"/>
                    <a:pt x="2477" y="379"/>
                    <a:pt x="2457" y="399"/>
                  </a:cubicBezTo>
                  <a:cubicBezTo>
                    <a:pt x="2457" y="399"/>
                    <a:pt x="2437" y="399"/>
                    <a:pt x="2416" y="419"/>
                  </a:cubicBezTo>
                  <a:cubicBezTo>
                    <a:pt x="2416" y="439"/>
                    <a:pt x="2396" y="439"/>
                    <a:pt x="2376" y="460"/>
                  </a:cubicBezTo>
                  <a:cubicBezTo>
                    <a:pt x="2376" y="460"/>
                    <a:pt x="2376" y="485"/>
                    <a:pt x="2351" y="505"/>
                  </a:cubicBezTo>
                  <a:cubicBezTo>
                    <a:pt x="2331" y="505"/>
                    <a:pt x="2331" y="525"/>
                    <a:pt x="2311" y="525"/>
                  </a:cubicBezTo>
                  <a:cubicBezTo>
                    <a:pt x="2311" y="545"/>
                    <a:pt x="2290" y="545"/>
                    <a:pt x="2270" y="565"/>
                  </a:cubicBezTo>
                  <a:cubicBezTo>
                    <a:pt x="2270" y="586"/>
                    <a:pt x="2250" y="586"/>
                    <a:pt x="2250" y="611"/>
                  </a:cubicBezTo>
                  <a:lnTo>
                    <a:pt x="2205" y="651"/>
                  </a:lnTo>
                  <a:cubicBezTo>
                    <a:pt x="2124" y="777"/>
                    <a:pt x="2018" y="924"/>
                    <a:pt x="1952" y="1090"/>
                  </a:cubicBezTo>
                  <a:cubicBezTo>
                    <a:pt x="1932" y="1090"/>
                    <a:pt x="1932" y="1115"/>
                    <a:pt x="1932" y="1136"/>
                  </a:cubicBezTo>
                  <a:cubicBezTo>
                    <a:pt x="1912" y="1156"/>
                    <a:pt x="1912" y="1176"/>
                    <a:pt x="1892" y="1196"/>
                  </a:cubicBezTo>
                  <a:cubicBezTo>
                    <a:pt x="1892" y="1216"/>
                    <a:pt x="1892" y="1216"/>
                    <a:pt x="1872" y="1262"/>
                  </a:cubicBezTo>
                  <a:cubicBezTo>
                    <a:pt x="1872" y="1262"/>
                    <a:pt x="1872" y="1282"/>
                    <a:pt x="1846" y="1302"/>
                  </a:cubicBezTo>
                  <a:cubicBezTo>
                    <a:pt x="1846" y="1322"/>
                    <a:pt x="1846" y="1322"/>
                    <a:pt x="1826" y="1368"/>
                  </a:cubicBezTo>
                  <a:lnTo>
                    <a:pt x="1826" y="1428"/>
                  </a:lnTo>
                  <a:cubicBezTo>
                    <a:pt x="1806" y="1428"/>
                    <a:pt x="1806" y="1448"/>
                    <a:pt x="1806" y="1468"/>
                  </a:cubicBezTo>
                  <a:cubicBezTo>
                    <a:pt x="1806" y="1494"/>
                    <a:pt x="1786" y="1514"/>
                    <a:pt x="1786" y="1534"/>
                  </a:cubicBezTo>
                  <a:cubicBezTo>
                    <a:pt x="1786" y="1554"/>
                    <a:pt x="1786" y="1554"/>
                    <a:pt x="1766" y="1595"/>
                  </a:cubicBezTo>
                  <a:cubicBezTo>
                    <a:pt x="1766" y="1620"/>
                    <a:pt x="1766" y="1620"/>
                    <a:pt x="1746" y="1660"/>
                  </a:cubicBezTo>
                  <a:lnTo>
                    <a:pt x="1746" y="1721"/>
                  </a:lnTo>
                  <a:cubicBezTo>
                    <a:pt x="1746" y="1746"/>
                    <a:pt x="1746" y="1746"/>
                    <a:pt x="1720" y="1786"/>
                  </a:cubicBezTo>
                  <a:lnTo>
                    <a:pt x="1720" y="1847"/>
                  </a:lnTo>
                  <a:cubicBezTo>
                    <a:pt x="1720" y="1847"/>
                    <a:pt x="1720" y="1872"/>
                    <a:pt x="1700" y="1912"/>
                  </a:cubicBezTo>
                  <a:lnTo>
                    <a:pt x="1700" y="1973"/>
                  </a:lnTo>
                  <a:lnTo>
                    <a:pt x="1700" y="2038"/>
                  </a:lnTo>
                  <a:cubicBezTo>
                    <a:pt x="1700" y="2059"/>
                    <a:pt x="1680" y="2059"/>
                    <a:pt x="1680" y="2099"/>
                  </a:cubicBezTo>
                  <a:lnTo>
                    <a:pt x="1680" y="2165"/>
                  </a:lnTo>
                  <a:lnTo>
                    <a:pt x="1680" y="2250"/>
                  </a:lnTo>
                  <a:lnTo>
                    <a:pt x="1680" y="2311"/>
                  </a:lnTo>
                  <a:lnTo>
                    <a:pt x="1680" y="2376"/>
                  </a:lnTo>
                  <a:lnTo>
                    <a:pt x="1428" y="2331"/>
                  </a:lnTo>
                  <a:lnTo>
                    <a:pt x="1070" y="2331"/>
                  </a:lnTo>
                  <a:cubicBezTo>
                    <a:pt x="484" y="2376"/>
                    <a:pt x="0" y="3088"/>
                    <a:pt x="0" y="3991"/>
                  </a:cubicBezTo>
                  <a:cubicBezTo>
                    <a:pt x="0" y="4309"/>
                    <a:pt x="61" y="4581"/>
                    <a:pt x="146" y="4833"/>
                  </a:cubicBezTo>
                  <a:cubicBezTo>
                    <a:pt x="379" y="5484"/>
                    <a:pt x="863" y="6008"/>
                    <a:pt x="1408" y="6114"/>
                  </a:cubicBezTo>
                  <a:lnTo>
                    <a:pt x="7627" y="7189"/>
                  </a:lnTo>
                  <a:lnTo>
                    <a:pt x="8006" y="7189"/>
                  </a:lnTo>
                  <a:cubicBezTo>
                    <a:pt x="8026" y="7189"/>
                    <a:pt x="8026" y="7169"/>
                    <a:pt x="8051" y="7169"/>
                  </a:cubicBezTo>
                  <a:cubicBezTo>
                    <a:pt x="8071" y="7169"/>
                    <a:pt x="8071" y="7169"/>
                    <a:pt x="8636" y="6811"/>
                  </a:cubicBezTo>
                  <a:cubicBezTo>
                    <a:pt x="8636" y="6790"/>
                    <a:pt x="8636" y="6790"/>
                    <a:pt x="8657" y="6765"/>
                  </a:cubicBezTo>
                  <a:lnTo>
                    <a:pt x="8682" y="6745"/>
                  </a:lnTo>
                  <a:lnTo>
                    <a:pt x="8702" y="6725"/>
                  </a:lnTo>
                  <a:cubicBezTo>
                    <a:pt x="8702" y="6705"/>
                    <a:pt x="8722" y="6705"/>
                    <a:pt x="8722" y="6684"/>
                  </a:cubicBezTo>
                  <a:cubicBezTo>
                    <a:pt x="8742" y="6639"/>
                    <a:pt x="8783" y="6599"/>
                    <a:pt x="8808" y="6558"/>
                  </a:cubicBezTo>
                  <a:cubicBezTo>
                    <a:pt x="8808" y="6538"/>
                    <a:pt x="8828" y="6538"/>
                    <a:pt x="8828" y="6513"/>
                  </a:cubicBezTo>
                  <a:cubicBezTo>
                    <a:pt x="8828" y="6513"/>
                    <a:pt x="8848" y="6493"/>
                    <a:pt x="9060" y="5630"/>
                  </a:cubicBezTo>
                  <a:lnTo>
                    <a:pt x="9060" y="5590"/>
                  </a:lnTo>
                  <a:lnTo>
                    <a:pt x="9060" y="5549"/>
                  </a:lnTo>
                  <a:cubicBezTo>
                    <a:pt x="9060" y="4601"/>
                    <a:pt x="8530" y="3718"/>
                    <a:pt x="7859" y="3466"/>
                  </a:cubicBezTo>
                  <a:cubicBezTo>
                    <a:pt x="7713" y="2477"/>
                    <a:pt x="7083" y="1640"/>
                    <a:pt x="6306" y="1514"/>
                  </a:cubicBezTo>
                  <a:lnTo>
                    <a:pt x="6260" y="1514"/>
                  </a:lnTo>
                  <a:cubicBezTo>
                    <a:pt x="6240" y="1514"/>
                    <a:pt x="6220" y="1514"/>
                    <a:pt x="6200" y="1494"/>
                  </a:cubicBezTo>
                  <a:lnTo>
                    <a:pt x="6008" y="1494"/>
                  </a:lnTo>
                  <a:cubicBezTo>
                    <a:pt x="5988" y="1494"/>
                    <a:pt x="5968" y="1514"/>
                    <a:pt x="5968" y="1514"/>
                  </a:cubicBezTo>
                  <a:lnTo>
                    <a:pt x="5862" y="1514"/>
                  </a:lnTo>
                  <a:cubicBezTo>
                    <a:pt x="5842" y="1534"/>
                    <a:pt x="5842" y="1534"/>
                    <a:pt x="5822" y="1534"/>
                  </a:cubicBezTo>
                  <a:cubicBezTo>
                    <a:pt x="5801" y="1534"/>
                    <a:pt x="5781" y="1534"/>
                    <a:pt x="5756" y="1554"/>
                  </a:cubicBezTo>
                  <a:lnTo>
                    <a:pt x="5716" y="1554"/>
                  </a:lnTo>
                  <a:cubicBezTo>
                    <a:pt x="5716" y="1574"/>
                    <a:pt x="5695" y="1574"/>
                    <a:pt x="5675" y="1574"/>
                  </a:cubicBezTo>
                  <a:cubicBezTo>
                    <a:pt x="5675" y="1574"/>
                    <a:pt x="5655" y="1595"/>
                    <a:pt x="5630" y="1595"/>
                  </a:cubicBezTo>
                  <a:cubicBezTo>
                    <a:pt x="5610" y="1595"/>
                    <a:pt x="5610" y="1620"/>
                    <a:pt x="5589" y="1620"/>
                  </a:cubicBezTo>
                  <a:cubicBezTo>
                    <a:pt x="5569" y="1620"/>
                    <a:pt x="5569" y="1640"/>
                    <a:pt x="5549" y="1640"/>
                  </a:cubicBezTo>
                  <a:cubicBezTo>
                    <a:pt x="5529" y="1640"/>
                    <a:pt x="5529" y="1660"/>
                    <a:pt x="5504" y="1660"/>
                  </a:cubicBezTo>
                  <a:cubicBezTo>
                    <a:pt x="5484" y="1680"/>
                    <a:pt x="5484" y="1680"/>
                    <a:pt x="5463" y="1680"/>
                  </a:cubicBezTo>
                  <a:cubicBezTo>
                    <a:pt x="5125" y="818"/>
                    <a:pt x="4475" y="167"/>
                    <a:pt x="3718" y="21"/>
                  </a:cubicBezTo>
                  <a:lnTo>
                    <a:pt x="3572" y="21"/>
                  </a:lnTo>
                  <a:lnTo>
                    <a:pt x="3551" y="1"/>
                  </a:lnTo>
                  <a:close/>
                </a:path>
              </a:pathLst>
            </a:custGeom>
            <a:gradFill>
              <a:gsLst>
                <a:gs pos="0">
                  <a:srgbClr val="B0A1FB"/>
                </a:gs>
                <a:gs pos="100000">
                  <a:srgbClr val="1501A9"/>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42"/>
          <p:cNvSpPr txBox="1">
            <a:spLocks noGrp="1"/>
          </p:cNvSpPr>
          <p:nvPr>
            <p:ph type="title"/>
          </p:nvPr>
        </p:nvSpPr>
        <p:spPr>
          <a:xfrm>
            <a:off x="1955650" y="540000"/>
            <a:ext cx="52326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Definition</a:t>
            </a:r>
            <a:endParaRPr dirty="0"/>
          </a:p>
        </p:txBody>
      </p:sp>
      <p:grpSp>
        <p:nvGrpSpPr>
          <p:cNvPr id="659" name="Google Shape;659;p42"/>
          <p:cNvGrpSpPr/>
          <p:nvPr/>
        </p:nvGrpSpPr>
        <p:grpSpPr>
          <a:xfrm>
            <a:off x="517982" y="1491200"/>
            <a:ext cx="3267208" cy="3112300"/>
            <a:chOff x="720000" y="1504500"/>
            <a:chExt cx="3986151" cy="3112300"/>
          </a:xfrm>
        </p:grpSpPr>
        <p:sp>
          <p:nvSpPr>
            <p:cNvPr id="660" name="Google Shape;660;p42"/>
            <p:cNvSpPr/>
            <p:nvPr/>
          </p:nvSpPr>
          <p:spPr>
            <a:xfrm>
              <a:off x="3614670" y="1504500"/>
              <a:ext cx="1091481" cy="1753602"/>
            </a:xfrm>
            <a:custGeom>
              <a:avLst/>
              <a:gdLst/>
              <a:ahLst/>
              <a:cxnLst/>
              <a:rect l="l" t="t" r="r" b="b"/>
              <a:pathLst>
                <a:path w="6429" h="10329" extrusionOk="0">
                  <a:moveTo>
                    <a:pt x="202" y="0"/>
                  </a:moveTo>
                  <a:cubicBezTo>
                    <a:pt x="101" y="0"/>
                    <a:pt x="0" y="96"/>
                    <a:pt x="0" y="216"/>
                  </a:cubicBezTo>
                  <a:lnTo>
                    <a:pt x="0" y="3939"/>
                  </a:lnTo>
                  <a:lnTo>
                    <a:pt x="1643" y="4881"/>
                  </a:lnTo>
                  <a:cubicBezTo>
                    <a:pt x="1663" y="4900"/>
                    <a:pt x="1682" y="4924"/>
                    <a:pt x="1682" y="4963"/>
                  </a:cubicBezTo>
                  <a:lnTo>
                    <a:pt x="1706" y="4982"/>
                  </a:lnTo>
                  <a:lnTo>
                    <a:pt x="1706" y="7826"/>
                  </a:lnTo>
                  <a:lnTo>
                    <a:pt x="5986" y="10286"/>
                  </a:lnTo>
                  <a:cubicBezTo>
                    <a:pt x="6029" y="10329"/>
                    <a:pt x="6068" y="10329"/>
                    <a:pt x="6125" y="10329"/>
                  </a:cubicBezTo>
                  <a:cubicBezTo>
                    <a:pt x="6289" y="10329"/>
                    <a:pt x="6428" y="10209"/>
                    <a:pt x="6428" y="10045"/>
                  </a:cubicBezTo>
                  <a:lnTo>
                    <a:pt x="6409" y="3680"/>
                  </a:lnTo>
                  <a:lnTo>
                    <a:pt x="6409" y="3622"/>
                  </a:lnTo>
                  <a:cubicBezTo>
                    <a:pt x="6390" y="3579"/>
                    <a:pt x="6346" y="3521"/>
                    <a:pt x="6308" y="3502"/>
                  </a:cubicBezTo>
                  <a:lnTo>
                    <a:pt x="322" y="39"/>
                  </a:lnTo>
                  <a:cubicBezTo>
                    <a:pt x="284" y="19"/>
                    <a:pt x="241" y="0"/>
                    <a:pt x="202" y="0"/>
                  </a:cubicBezTo>
                  <a:close/>
                </a:path>
              </a:pathLst>
            </a:custGeom>
            <a:solidFill>
              <a:srgbClr val="B0A1FB">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2"/>
            <p:cNvSpPr/>
            <p:nvPr/>
          </p:nvSpPr>
          <p:spPr>
            <a:xfrm>
              <a:off x="3295661" y="2003642"/>
              <a:ext cx="608642" cy="978920"/>
            </a:xfrm>
            <a:custGeom>
              <a:avLst/>
              <a:gdLst/>
              <a:ahLst/>
              <a:cxnLst/>
              <a:rect l="l" t="t" r="r" b="b"/>
              <a:pathLst>
                <a:path w="3585" h="5766" extrusionOk="0">
                  <a:moveTo>
                    <a:pt x="102" y="0"/>
                  </a:moveTo>
                  <a:cubicBezTo>
                    <a:pt x="39" y="0"/>
                    <a:pt x="1" y="39"/>
                    <a:pt x="1" y="101"/>
                  </a:cubicBezTo>
                  <a:lnTo>
                    <a:pt x="1" y="3382"/>
                  </a:lnTo>
                  <a:lnTo>
                    <a:pt x="1" y="3762"/>
                  </a:lnTo>
                  <a:cubicBezTo>
                    <a:pt x="1" y="3805"/>
                    <a:pt x="20" y="3843"/>
                    <a:pt x="39" y="3863"/>
                  </a:cubicBezTo>
                  <a:lnTo>
                    <a:pt x="3321" y="5746"/>
                  </a:lnTo>
                  <a:cubicBezTo>
                    <a:pt x="3364" y="5765"/>
                    <a:pt x="3383" y="5765"/>
                    <a:pt x="3421" y="5765"/>
                  </a:cubicBezTo>
                  <a:cubicBezTo>
                    <a:pt x="3503" y="5765"/>
                    <a:pt x="3585" y="5707"/>
                    <a:pt x="3585" y="5606"/>
                  </a:cubicBezTo>
                  <a:lnTo>
                    <a:pt x="3585" y="4886"/>
                  </a:lnTo>
                  <a:lnTo>
                    <a:pt x="1980" y="3964"/>
                  </a:lnTo>
                  <a:cubicBezTo>
                    <a:pt x="1923" y="3925"/>
                    <a:pt x="1879" y="3863"/>
                    <a:pt x="1879" y="3786"/>
                  </a:cubicBezTo>
                  <a:lnTo>
                    <a:pt x="1879" y="3123"/>
                  </a:lnTo>
                  <a:lnTo>
                    <a:pt x="1879" y="999"/>
                  </a:lnTo>
                  <a:lnTo>
                    <a:pt x="159" y="19"/>
                  </a:lnTo>
                  <a:cubicBezTo>
                    <a:pt x="140" y="0"/>
                    <a:pt x="121" y="0"/>
                    <a:pt x="102" y="0"/>
                  </a:cubicBezTo>
                  <a:close/>
                </a:path>
              </a:pathLst>
            </a:custGeom>
            <a:solidFill>
              <a:srgbClr val="B0A1FB">
                <a:alpha val="49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2"/>
            <p:cNvSpPr/>
            <p:nvPr/>
          </p:nvSpPr>
          <p:spPr>
            <a:xfrm>
              <a:off x="3614670" y="2173248"/>
              <a:ext cx="289635" cy="659914"/>
            </a:xfrm>
            <a:custGeom>
              <a:avLst/>
              <a:gdLst/>
              <a:ahLst/>
              <a:cxnLst/>
              <a:rect l="l" t="t" r="r" b="b"/>
              <a:pathLst>
                <a:path w="1706" h="3887" extrusionOk="0">
                  <a:moveTo>
                    <a:pt x="0" y="0"/>
                  </a:moveTo>
                  <a:lnTo>
                    <a:pt x="0" y="2124"/>
                  </a:lnTo>
                  <a:lnTo>
                    <a:pt x="0" y="2787"/>
                  </a:lnTo>
                  <a:cubicBezTo>
                    <a:pt x="0" y="2864"/>
                    <a:pt x="44" y="2926"/>
                    <a:pt x="101" y="2965"/>
                  </a:cubicBezTo>
                  <a:lnTo>
                    <a:pt x="1706" y="3887"/>
                  </a:lnTo>
                  <a:lnTo>
                    <a:pt x="1706" y="1043"/>
                  </a:lnTo>
                  <a:lnTo>
                    <a:pt x="1682" y="1024"/>
                  </a:lnTo>
                  <a:cubicBezTo>
                    <a:pt x="1682" y="985"/>
                    <a:pt x="1663" y="961"/>
                    <a:pt x="1643" y="942"/>
                  </a:cubicBezTo>
                  <a:lnTo>
                    <a:pt x="0" y="0"/>
                  </a:lnTo>
                  <a:close/>
                </a:path>
              </a:pathLst>
            </a:custGeom>
            <a:solidFill>
              <a:srgbClr val="B0A1FB">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3" name="Google Shape;663;p42"/>
            <p:cNvGrpSpPr/>
            <p:nvPr/>
          </p:nvGrpSpPr>
          <p:grpSpPr>
            <a:xfrm>
              <a:off x="720000" y="1915473"/>
              <a:ext cx="1372803" cy="1712856"/>
              <a:chOff x="720000" y="1915473"/>
              <a:chExt cx="1372803" cy="1712856"/>
            </a:xfrm>
          </p:grpSpPr>
          <p:sp>
            <p:nvSpPr>
              <p:cNvPr id="664" name="Google Shape;664;p42"/>
              <p:cNvSpPr/>
              <p:nvPr/>
            </p:nvSpPr>
            <p:spPr>
              <a:xfrm>
                <a:off x="720000" y="1915473"/>
                <a:ext cx="1060412" cy="1712856"/>
              </a:xfrm>
              <a:custGeom>
                <a:avLst/>
                <a:gdLst/>
                <a:ahLst/>
                <a:cxnLst/>
                <a:rect l="l" t="t" r="r" b="b"/>
                <a:pathLst>
                  <a:path w="6246" h="10089" extrusionOk="0">
                    <a:moveTo>
                      <a:pt x="6044" y="0"/>
                    </a:moveTo>
                    <a:cubicBezTo>
                      <a:pt x="6006" y="0"/>
                      <a:pt x="5982" y="20"/>
                      <a:pt x="5943" y="39"/>
                    </a:cubicBezTo>
                    <a:lnTo>
                      <a:pt x="97" y="3421"/>
                    </a:lnTo>
                    <a:cubicBezTo>
                      <a:pt x="78" y="3421"/>
                      <a:pt x="78" y="3440"/>
                      <a:pt x="58" y="3440"/>
                    </a:cubicBezTo>
                    <a:cubicBezTo>
                      <a:pt x="39" y="3483"/>
                      <a:pt x="20" y="3503"/>
                      <a:pt x="1" y="3541"/>
                    </a:cubicBezTo>
                    <a:lnTo>
                      <a:pt x="1" y="3584"/>
                    </a:lnTo>
                    <a:lnTo>
                      <a:pt x="1" y="9786"/>
                    </a:lnTo>
                    <a:cubicBezTo>
                      <a:pt x="1" y="9969"/>
                      <a:pt x="140" y="10089"/>
                      <a:pt x="279" y="10089"/>
                    </a:cubicBezTo>
                    <a:cubicBezTo>
                      <a:pt x="318" y="10089"/>
                      <a:pt x="380" y="10070"/>
                      <a:pt x="419" y="10046"/>
                    </a:cubicBezTo>
                    <a:lnTo>
                      <a:pt x="4180" y="7865"/>
                    </a:lnTo>
                    <a:lnTo>
                      <a:pt x="4180" y="5703"/>
                    </a:lnTo>
                    <a:cubicBezTo>
                      <a:pt x="4180" y="5684"/>
                      <a:pt x="4204" y="5684"/>
                      <a:pt x="4204" y="5664"/>
                    </a:cubicBezTo>
                    <a:cubicBezTo>
                      <a:pt x="4204" y="5645"/>
                      <a:pt x="4223" y="5602"/>
                      <a:pt x="4262" y="5602"/>
                    </a:cubicBezTo>
                    <a:lnTo>
                      <a:pt x="6246" y="4444"/>
                    </a:lnTo>
                    <a:lnTo>
                      <a:pt x="6246" y="197"/>
                    </a:lnTo>
                    <a:cubicBezTo>
                      <a:pt x="6246" y="101"/>
                      <a:pt x="6145" y="0"/>
                      <a:pt x="6044" y="0"/>
                    </a:cubicBezTo>
                    <a:close/>
                  </a:path>
                </a:pathLst>
              </a:cu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2"/>
              <p:cNvSpPr/>
              <p:nvPr/>
            </p:nvSpPr>
            <p:spPr>
              <a:xfrm>
                <a:off x="1429664" y="2503577"/>
                <a:ext cx="663140" cy="1066863"/>
              </a:xfrm>
              <a:custGeom>
                <a:avLst/>
                <a:gdLst/>
                <a:ahLst/>
                <a:cxnLst/>
                <a:rect l="l" t="t" r="r" b="b"/>
                <a:pathLst>
                  <a:path w="3906" h="6284" extrusionOk="0">
                    <a:moveTo>
                      <a:pt x="3786" y="0"/>
                    </a:moveTo>
                    <a:cubicBezTo>
                      <a:pt x="3767" y="0"/>
                      <a:pt x="3747" y="19"/>
                      <a:pt x="3723" y="19"/>
                    </a:cubicBezTo>
                    <a:lnTo>
                      <a:pt x="2066" y="980"/>
                    </a:lnTo>
                    <a:lnTo>
                      <a:pt x="2066" y="2460"/>
                    </a:lnTo>
                    <a:lnTo>
                      <a:pt x="2066" y="3099"/>
                    </a:lnTo>
                    <a:cubicBezTo>
                      <a:pt x="2066" y="3180"/>
                      <a:pt x="2023" y="3243"/>
                      <a:pt x="1965" y="3281"/>
                    </a:cubicBezTo>
                    <a:lnTo>
                      <a:pt x="0" y="4401"/>
                    </a:lnTo>
                    <a:lnTo>
                      <a:pt x="0" y="6101"/>
                    </a:lnTo>
                    <a:cubicBezTo>
                      <a:pt x="0" y="6202"/>
                      <a:pt x="101" y="6284"/>
                      <a:pt x="183" y="6284"/>
                    </a:cubicBezTo>
                    <a:cubicBezTo>
                      <a:pt x="221" y="6284"/>
                      <a:pt x="240" y="6284"/>
                      <a:pt x="284" y="6265"/>
                    </a:cubicBezTo>
                    <a:lnTo>
                      <a:pt x="3843" y="4204"/>
                    </a:lnTo>
                    <a:cubicBezTo>
                      <a:pt x="3887" y="4180"/>
                      <a:pt x="3906" y="4141"/>
                      <a:pt x="3906" y="4084"/>
                    </a:cubicBezTo>
                    <a:lnTo>
                      <a:pt x="3906" y="3680"/>
                    </a:lnTo>
                    <a:lnTo>
                      <a:pt x="3906" y="140"/>
                    </a:lnTo>
                    <a:cubicBezTo>
                      <a:pt x="3906" y="58"/>
                      <a:pt x="3843" y="0"/>
                      <a:pt x="3786" y="0"/>
                    </a:cubicBezTo>
                    <a:close/>
                  </a:path>
                </a:pathLst>
              </a:custGeom>
              <a:solidFill>
                <a:srgbClr val="FFFFFF">
                  <a:alpha val="5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2"/>
              <p:cNvSpPr/>
              <p:nvPr/>
            </p:nvSpPr>
            <p:spPr>
              <a:xfrm>
                <a:off x="1429664" y="2669958"/>
                <a:ext cx="350754" cy="580799"/>
              </a:xfrm>
              <a:custGeom>
                <a:avLst/>
                <a:gdLst/>
                <a:ahLst/>
                <a:cxnLst/>
                <a:rect l="l" t="t" r="r" b="b"/>
                <a:pathLst>
                  <a:path w="2066" h="3421" extrusionOk="0">
                    <a:moveTo>
                      <a:pt x="2066" y="0"/>
                    </a:moveTo>
                    <a:lnTo>
                      <a:pt x="82" y="1158"/>
                    </a:lnTo>
                    <a:cubicBezTo>
                      <a:pt x="43" y="1158"/>
                      <a:pt x="24" y="1201"/>
                      <a:pt x="24" y="1220"/>
                    </a:cubicBezTo>
                    <a:cubicBezTo>
                      <a:pt x="24" y="1240"/>
                      <a:pt x="0" y="1240"/>
                      <a:pt x="0" y="1259"/>
                    </a:cubicBezTo>
                    <a:lnTo>
                      <a:pt x="0" y="3421"/>
                    </a:lnTo>
                    <a:lnTo>
                      <a:pt x="1965" y="2301"/>
                    </a:lnTo>
                    <a:cubicBezTo>
                      <a:pt x="2023" y="2263"/>
                      <a:pt x="2066" y="2200"/>
                      <a:pt x="2066" y="2119"/>
                    </a:cubicBezTo>
                    <a:lnTo>
                      <a:pt x="2066" y="1480"/>
                    </a:lnTo>
                    <a:lnTo>
                      <a:pt x="2066" y="0"/>
                    </a:lnTo>
                    <a:close/>
                  </a:path>
                </a:pathLst>
              </a:cu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7" name="Google Shape;667;p42"/>
            <p:cNvSpPr/>
            <p:nvPr/>
          </p:nvSpPr>
          <p:spPr>
            <a:xfrm>
              <a:off x="2789241" y="2717171"/>
              <a:ext cx="23769" cy="71136"/>
            </a:xfrm>
            <a:custGeom>
              <a:avLst/>
              <a:gdLst/>
              <a:ahLst/>
              <a:cxnLst/>
              <a:rect l="l" t="t" r="r" b="b"/>
              <a:pathLst>
                <a:path w="140" h="419" extrusionOk="0">
                  <a:moveTo>
                    <a:pt x="39" y="0"/>
                  </a:moveTo>
                  <a:cubicBezTo>
                    <a:pt x="20" y="0"/>
                    <a:pt x="1" y="19"/>
                    <a:pt x="1" y="39"/>
                  </a:cubicBezTo>
                  <a:lnTo>
                    <a:pt x="63" y="360"/>
                  </a:lnTo>
                  <a:cubicBezTo>
                    <a:pt x="63" y="380"/>
                    <a:pt x="82" y="380"/>
                    <a:pt x="101" y="399"/>
                  </a:cubicBezTo>
                  <a:lnTo>
                    <a:pt x="140" y="418"/>
                  </a:lnTo>
                  <a:lnTo>
                    <a:pt x="101" y="39"/>
                  </a:lnTo>
                  <a:cubicBezTo>
                    <a:pt x="101" y="19"/>
                    <a:pt x="63" y="0"/>
                    <a:pt x="39" y="0"/>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2"/>
            <p:cNvSpPr/>
            <p:nvPr/>
          </p:nvSpPr>
          <p:spPr>
            <a:xfrm>
              <a:off x="2806388" y="2726848"/>
              <a:ext cx="17317" cy="71985"/>
            </a:xfrm>
            <a:custGeom>
              <a:avLst/>
              <a:gdLst/>
              <a:ahLst/>
              <a:cxnLst/>
              <a:rect l="l" t="t" r="r" b="b"/>
              <a:pathLst>
                <a:path w="102" h="424" extrusionOk="0">
                  <a:moveTo>
                    <a:pt x="58" y="1"/>
                  </a:moveTo>
                  <a:cubicBezTo>
                    <a:pt x="39" y="1"/>
                    <a:pt x="20" y="25"/>
                    <a:pt x="20" y="44"/>
                  </a:cubicBezTo>
                  <a:lnTo>
                    <a:pt x="0" y="342"/>
                  </a:lnTo>
                  <a:cubicBezTo>
                    <a:pt x="0" y="361"/>
                    <a:pt x="20" y="385"/>
                    <a:pt x="20" y="385"/>
                  </a:cubicBezTo>
                  <a:lnTo>
                    <a:pt x="82" y="424"/>
                  </a:lnTo>
                  <a:lnTo>
                    <a:pt x="101" y="63"/>
                  </a:lnTo>
                  <a:cubicBezTo>
                    <a:pt x="101" y="44"/>
                    <a:pt x="82" y="25"/>
                    <a:pt x="58" y="1"/>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2"/>
            <p:cNvSpPr/>
            <p:nvPr/>
          </p:nvSpPr>
          <p:spPr>
            <a:xfrm>
              <a:off x="1868374" y="4212055"/>
              <a:ext cx="489631" cy="249569"/>
            </a:xfrm>
            <a:custGeom>
              <a:avLst/>
              <a:gdLst/>
              <a:ahLst/>
              <a:cxnLst/>
              <a:rect l="l" t="t" r="r" b="b"/>
              <a:pathLst>
                <a:path w="2884" h="1470" extrusionOk="0">
                  <a:moveTo>
                    <a:pt x="1682" y="1"/>
                  </a:moveTo>
                  <a:cubicBezTo>
                    <a:pt x="1283" y="1"/>
                    <a:pt x="822" y="102"/>
                    <a:pt x="443" y="260"/>
                  </a:cubicBezTo>
                  <a:cubicBezTo>
                    <a:pt x="400" y="284"/>
                    <a:pt x="361" y="323"/>
                    <a:pt x="323" y="342"/>
                  </a:cubicBezTo>
                  <a:cubicBezTo>
                    <a:pt x="159" y="462"/>
                    <a:pt x="1" y="645"/>
                    <a:pt x="20" y="842"/>
                  </a:cubicBezTo>
                  <a:cubicBezTo>
                    <a:pt x="39" y="1043"/>
                    <a:pt x="222" y="1202"/>
                    <a:pt x="419" y="1303"/>
                  </a:cubicBezTo>
                  <a:cubicBezTo>
                    <a:pt x="697" y="1414"/>
                    <a:pt x="1010" y="1470"/>
                    <a:pt x="1323" y="1470"/>
                  </a:cubicBezTo>
                  <a:cubicBezTo>
                    <a:pt x="1687" y="1470"/>
                    <a:pt x="2052" y="1395"/>
                    <a:pt x="2364" y="1245"/>
                  </a:cubicBezTo>
                  <a:cubicBezTo>
                    <a:pt x="2662" y="1125"/>
                    <a:pt x="2883" y="861"/>
                    <a:pt x="2821" y="544"/>
                  </a:cubicBezTo>
                  <a:cubicBezTo>
                    <a:pt x="2744" y="83"/>
                    <a:pt x="2124" y="1"/>
                    <a:pt x="1682" y="1"/>
                  </a:cubicBez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2"/>
            <p:cNvSpPr/>
            <p:nvPr/>
          </p:nvSpPr>
          <p:spPr>
            <a:xfrm>
              <a:off x="2051902" y="3856033"/>
              <a:ext cx="105430" cy="473502"/>
            </a:xfrm>
            <a:custGeom>
              <a:avLst/>
              <a:gdLst/>
              <a:ahLst/>
              <a:cxnLst/>
              <a:rect l="l" t="t" r="r" b="b"/>
              <a:pathLst>
                <a:path w="621" h="2789" extrusionOk="0">
                  <a:moveTo>
                    <a:pt x="302" y="1"/>
                  </a:moveTo>
                  <a:cubicBezTo>
                    <a:pt x="229" y="1"/>
                    <a:pt x="159" y="47"/>
                    <a:pt x="140" y="138"/>
                  </a:cubicBezTo>
                  <a:cubicBezTo>
                    <a:pt x="1" y="537"/>
                    <a:pt x="58" y="2521"/>
                    <a:pt x="159" y="2698"/>
                  </a:cubicBezTo>
                  <a:cubicBezTo>
                    <a:pt x="190" y="2758"/>
                    <a:pt x="246" y="2789"/>
                    <a:pt x="303" y="2789"/>
                  </a:cubicBezTo>
                  <a:cubicBezTo>
                    <a:pt x="361" y="2789"/>
                    <a:pt x="421" y="2758"/>
                    <a:pt x="462" y="2698"/>
                  </a:cubicBezTo>
                  <a:cubicBezTo>
                    <a:pt x="563" y="2521"/>
                    <a:pt x="620" y="537"/>
                    <a:pt x="481" y="138"/>
                  </a:cubicBezTo>
                  <a:cubicBezTo>
                    <a:pt x="450" y="47"/>
                    <a:pt x="374" y="1"/>
                    <a:pt x="302" y="1"/>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2"/>
            <p:cNvSpPr/>
            <p:nvPr/>
          </p:nvSpPr>
          <p:spPr>
            <a:xfrm>
              <a:off x="1769734" y="3637530"/>
              <a:ext cx="686910" cy="331910"/>
            </a:xfrm>
            <a:custGeom>
              <a:avLst/>
              <a:gdLst/>
              <a:ahLst/>
              <a:cxnLst/>
              <a:rect l="l" t="t" r="r" b="b"/>
              <a:pathLst>
                <a:path w="4046" h="1955" extrusionOk="0">
                  <a:moveTo>
                    <a:pt x="2741" y="0"/>
                  </a:moveTo>
                  <a:cubicBezTo>
                    <a:pt x="2622" y="0"/>
                    <a:pt x="2507" y="3"/>
                    <a:pt x="2403" y="3"/>
                  </a:cubicBezTo>
                  <a:cubicBezTo>
                    <a:pt x="1903" y="3"/>
                    <a:pt x="1480" y="85"/>
                    <a:pt x="1024" y="185"/>
                  </a:cubicBezTo>
                  <a:lnTo>
                    <a:pt x="563" y="344"/>
                  </a:lnTo>
                  <a:cubicBezTo>
                    <a:pt x="279" y="382"/>
                    <a:pt x="1" y="743"/>
                    <a:pt x="1" y="1026"/>
                  </a:cubicBezTo>
                  <a:cubicBezTo>
                    <a:pt x="20" y="1406"/>
                    <a:pt x="399" y="1583"/>
                    <a:pt x="721" y="1723"/>
                  </a:cubicBezTo>
                  <a:cubicBezTo>
                    <a:pt x="1077" y="1878"/>
                    <a:pt x="1503" y="1954"/>
                    <a:pt x="1932" y="1954"/>
                  </a:cubicBezTo>
                  <a:cubicBezTo>
                    <a:pt x="2447" y="1954"/>
                    <a:pt x="2969" y="1844"/>
                    <a:pt x="3383" y="1627"/>
                  </a:cubicBezTo>
                  <a:cubicBezTo>
                    <a:pt x="3762" y="1425"/>
                    <a:pt x="4046" y="1122"/>
                    <a:pt x="3983" y="666"/>
                  </a:cubicBezTo>
                  <a:cubicBezTo>
                    <a:pt x="3900" y="55"/>
                    <a:pt x="3281" y="0"/>
                    <a:pt x="2741" y="0"/>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42"/>
            <p:cNvSpPr/>
            <p:nvPr/>
          </p:nvSpPr>
          <p:spPr>
            <a:xfrm>
              <a:off x="1681620" y="3081002"/>
              <a:ext cx="486236" cy="379787"/>
            </a:xfrm>
            <a:custGeom>
              <a:avLst/>
              <a:gdLst/>
              <a:ahLst/>
              <a:cxnLst/>
              <a:rect l="l" t="t" r="r" b="b"/>
              <a:pathLst>
                <a:path w="2864" h="2237" extrusionOk="0">
                  <a:moveTo>
                    <a:pt x="1663" y="0"/>
                  </a:moveTo>
                  <a:cubicBezTo>
                    <a:pt x="1529" y="0"/>
                    <a:pt x="1393" y="20"/>
                    <a:pt x="1259" y="57"/>
                  </a:cubicBezTo>
                  <a:cubicBezTo>
                    <a:pt x="841" y="177"/>
                    <a:pt x="419" y="461"/>
                    <a:pt x="198" y="840"/>
                  </a:cubicBezTo>
                  <a:cubicBezTo>
                    <a:pt x="20" y="1157"/>
                    <a:pt x="1" y="1561"/>
                    <a:pt x="198" y="1840"/>
                  </a:cubicBezTo>
                  <a:cubicBezTo>
                    <a:pt x="397" y="2116"/>
                    <a:pt x="784" y="2236"/>
                    <a:pt x="1196" y="2236"/>
                  </a:cubicBezTo>
                  <a:cubicBezTo>
                    <a:pt x="1736" y="2236"/>
                    <a:pt x="2319" y="2030"/>
                    <a:pt x="2580" y="1700"/>
                  </a:cubicBezTo>
                  <a:cubicBezTo>
                    <a:pt x="2864" y="1359"/>
                    <a:pt x="2821" y="898"/>
                    <a:pt x="2600" y="519"/>
                  </a:cubicBezTo>
                  <a:cubicBezTo>
                    <a:pt x="2381" y="152"/>
                    <a:pt x="2031" y="0"/>
                    <a:pt x="1663" y="0"/>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2"/>
            <p:cNvSpPr/>
            <p:nvPr/>
          </p:nvSpPr>
          <p:spPr>
            <a:xfrm>
              <a:off x="2041376" y="2759955"/>
              <a:ext cx="730881" cy="393029"/>
            </a:xfrm>
            <a:custGeom>
              <a:avLst/>
              <a:gdLst/>
              <a:ahLst/>
              <a:cxnLst/>
              <a:rect l="l" t="t" r="r" b="b"/>
              <a:pathLst>
                <a:path w="4305" h="2315" extrusionOk="0">
                  <a:moveTo>
                    <a:pt x="499" y="0"/>
                  </a:moveTo>
                  <a:cubicBezTo>
                    <a:pt x="330" y="0"/>
                    <a:pt x="221" y="128"/>
                    <a:pt x="221" y="128"/>
                  </a:cubicBezTo>
                  <a:cubicBezTo>
                    <a:pt x="0" y="329"/>
                    <a:pt x="24" y="670"/>
                    <a:pt x="284" y="829"/>
                  </a:cubicBezTo>
                  <a:lnTo>
                    <a:pt x="2604" y="2289"/>
                  </a:lnTo>
                  <a:cubicBezTo>
                    <a:pt x="2646" y="2305"/>
                    <a:pt x="2691" y="2315"/>
                    <a:pt x="2735" y="2315"/>
                  </a:cubicBezTo>
                  <a:cubicBezTo>
                    <a:pt x="2798" y="2315"/>
                    <a:pt x="2859" y="2296"/>
                    <a:pt x="2907" y="2251"/>
                  </a:cubicBezTo>
                  <a:lnTo>
                    <a:pt x="4305" y="728"/>
                  </a:lnTo>
                  <a:lnTo>
                    <a:pt x="3868" y="349"/>
                  </a:lnTo>
                  <a:lnTo>
                    <a:pt x="2825" y="1209"/>
                  </a:lnTo>
                  <a:cubicBezTo>
                    <a:pt x="2778" y="1244"/>
                    <a:pt x="2725" y="1266"/>
                    <a:pt x="2673" y="1266"/>
                  </a:cubicBezTo>
                  <a:cubicBezTo>
                    <a:pt x="2635" y="1266"/>
                    <a:pt x="2598" y="1254"/>
                    <a:pt x="2566" y="1228"/>
                  </a:cubicBezTo>
                  <a:lnTo>
                    <a:pt x="745" y="89"/>
                  </a:lnTo>
                  <a:cubicBezTo>
                    <a:pt x="654" y="23"/>
                    <a:pt x="571" y="0"/>
                    <a:pt x="499" y="0"/>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2"/>
            <p:cNvSpPr/>
            <p:nvPr/>
          </p:nvSpPr>
          <p:spPr>
            <a:xfrm>
              <a:off x="2697901" y="2703249"/>
              <a:ext cx="108656" cy="133104"/>
            </a:xfrm>
            <a:custGeom>
              <a:avLst/>
              <a:gdLst/>
              <a:ahLst/>
              <a:cxnLst/>
              <a:rect l="l" t="t" r="r" b="b"/>
              <a:pathLst>
                <a:path w="640" h="784" extrusionOk="0">
                  <a:moveTo>
                    <a:pt x="418" y="0"/>
                  </a:moveTo>
                  <a:lnTo>
                    <a:pt x="318" y="82"/>
                  </a:lnTo>
                  <a:lnTo>
                    <a:pt x="1" y="683"/>
                  </a:lnTo>
                  <a:lnTo>
                    <a:pt x="97" y="784"/>
                  </a:lnTo>
                  <a:lnTo>
                    <a:pt x="380" y="342"/>
                  </a:lnTo>
                  <a:lnTo>
                    <a:pt x="337" y="784"/>
                  </a:lnTo>
                  <a:lnTo>
                    <a:pt x="519" y="644"/>
                  </a:lnTo>
                  <a:lnTo>
                    <a:pt x="639" y="342"/>
                  </a:lnTo>
                  <a:lnTo>
                    <a:pt x="620" y="260"/>
                  </a:lnTo>
                  <a:lnTo>
                    <a:pt x="620" y="241"/>
                  </a:lnTo>
                  <a:lnTo>
                    <a:pt x="558" y="164"/>
                  </a:lnTo>
                  <a:lnTo>
                    <a:pt x="558" y="140"/>
                  </a:lnTo>
                  <a:lnTo>
                    <a:pt x="500" y="63"/>
                  </a:lnTo>
                  <a:lnTo>
                    <a:pt x="519" y="44"/>
                  </a:lnTo>
                  <a:lnTo>
                    <a:pt x="418" y="0"/>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2"/>
            <p:cNvSpPr/>
            <p:nvPr/>
          </p:nvSpPr>
          <p:spPr>
            <a:xfrm>
              <a:off x="2714200" y="2761143"/>
              <a:ext cx="48386" cy="92358"/>
            </a:xfrm>
            <a:custGeom>
              <a:avLst/>
              <a:gdLst/>
              <a:ahLst/>
              <a:cxnLst/>
              <a:rect l="l" t="t" r="r" b="b"/>
              <a:pathLst>
                <a:path w="285" h="544" extrusionOk="0">
                  <a:moveTo>
                    <a:pt x="284" y="1"/>
                  </a:moveTo>
                  <a:lnTo>
                    <a:pt x="1" y="443"/>
                  </a:lnTo>
                  <a:lnTo>
                    <a:pt x="121" y="543"/>
                  </a:lnTo>
                  <a:lnTo>
                    <a:pt x="241" y="443"/>
                  </a:lnTo>
                  <a:lnTo>
                    <a:pt x="284" y="1"/>
                  </a:lnTo>
                  <a:close/>
                </a:path>
              </a:pathLst>
            </a:custGeom>
            <a:solidFill>
              <a:srgbClr val="FFAB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2"/>
            <p:cNvSpPr/>
            <p:nvPr/>
          </p:nvSpPr>
          <p:spPr>
            <a:xfrm>
              <a:off x="2555119" y="4296943"/>
              <a:ext cx="339550" cy="214596"/>
            </a:xfrm>
            <a:custGeom>
              <a:avLst/>
              <a:gdLst/>
              <a:ahLst/>
              <a:cxnLst/>
              <a:rect l="l" t="t" r="r" b="b"/>
              <a:pathLst>
                <a:path w="2000" h="1264" extrusionOk="0">
                  <a:moveTo>
                    <a:pt x="1" y="1"/>
                  </a:moveTo>
                  <a:lnTo>
                    <a:pt x="1" y="683"/>
                  </a:lnTo>
                  <a:cubicBezTo>
                    <a:pt x="1" y="683"/>
                    <a:pt x="140" y="822"/>
                    <a:pt x="500" y="865"/>
                  </a:cubicBezTo>
                  <a:cubicBezTo>
                    <a:pt x="865" y="1165"/>
                    <a:pt x="1076" y="1264"/>
                    <a:pt x="1357" y="1264"/>
                  </a:cubicBezTo>
                  <a:cubicBezTo>
                    <a:pt x="1432" y="1264"/>
                    <a:pt x="1512" y="1257"/>
                    <a:pt x="1601" y="1245"/>
                  </a:cubicBezTo>
                  <a:cubicBezTo>
                    <a:pt x="1999" y="1182"/>
                    <a:pt x="1740" y="1125"/>
                    <a:pt x="1538" y="942"/>
                  </a:cubicBezTo>
                  <a:cubicBezTo>
                    <a:pt x="1322" y="745"/>
                    <a:pt x="697" y="183"/>
                    <a:pt x="697" y="183"/>
                  </a:cubicBezTo>
                  <a:lnTo>
                    <a:pt x="640" y="63"/>
                  </a:lnTo>
                  <a:lnTo>
                    <a:pt x="1" y="1"/>
                  </a:ln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2"/>
            <p:cNvSpPr/>
            <p:nvPr/>
          </p:nvSpPr>
          <p:spPr>
            <a:xfrm>
              <a:off x="1967184" y="3488636"/>
              <a:ext cx="716960" cy="853629"/>
            </a:xfrm>
            <a:custGeom>
              <a:avLst/>
              <a:gdLst/>
              <a:ahLst/>
              <a:cxnLst/>
              <a:rect l="l" t="t" r="r" b="b"/>
              <a:pathLst>
                <a:path w="4223" h="5028" extrusionOk="0">
                  <a:moveTo>
                    <a:pt x="1499" y="1"/>
                  </a:moveTo>
                  <a:lnTo>
                    <a:pt x="0" y="78"/>
                  </a:lnTo>
                  <a:lnTo>
                    <a:pt x="101" y="981"/>
                  </a:lnTo>
                  <a:cubicBezTo>
                    <a:pt x="120" y="1221"/>
                    <a:pt x="260" y="1423"/>
                    <a:pt x="480" y="1543"/>
                  </a:cubicBezTo>
                  <a:lnTo>
                    <a:pt x="3161" y="2023"/>
                  </a:lnTo>
                  <a:cubicBezTo>
                    <a:pt x="3344" y="2042"/>
                    <a:pt x="3320" y="2119"/>
                    <a:pt x="3344" y="2302"/>
                  </a:cubicBezTo>
                  <a:lnTo>
                    <a:pt x="3344" y="2340"/>
                  </a:lnTo>
                  <a:lnTo>
                    <a:pt x="3440" y="4665"/>
                  </a:lnTo>
                  <a:cubicBezTo>
                    <a:pt x="3463" y="4870"/>
                    <a:pt x="3623" y="5027"/>
                    <a:pt x="3827" y="5027"/>
                  </a:cubicBezTo>
                  <a:cubicBezTo>
                    <a:pt x="3839" y="5027"/>
                    <a:pt x="3851" y="5027"/>
                    <a:pt x="3863" y="5026"/>
                  </a:cubicBezTo>
                  <a:lnTo>
                    <a:pt x="3920" y="5026"/>
                  </a:lnTo>
                  <a:cubicBezTo>
                    <a:pt x="4103" y="5002"/>
                    <a:pt x="4141" y="4843"/>
                    <a:pt x="4141" y="4665"/>
                  </a:cubicBezTo>
                  <a:lnTo>
                    <a:pt x="4223" y="1922"/>
                  </a:lnTo>
                  <a:cubicBezTo>
                    <a:pt x="4223" y="1783"/>
                    <a:pt x="4160" y="1663"/>
                    <a:pt x="4064" y="1562"/>
                  </a:cubicBezTo>
                  <a:lnTo>
                    <a:pt x="1561" y="481"/>
                  </a:lnTo>
                  <a:lnTo>
                    <a:pt x="1499"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2"/>
            <p:cNvSpPr/>
            <p:nvPr/>
          </p:nvSpPr>
          <p:spPr>
            <a:xfrm>
              <a:off x="2306397" y="4395583"/>
              <a:ext cx="357376" cy="221217"/>
            </a:xfrm>
            <a:custGeom>
              <a:avLst/>
              <a:gdLst/>
              <a:ahLst/>
              <a:cxnLst/>
              <a:rect l="l" t="t" r="r" b="b"/>
              <a:pathLst>
                <a:path w="2105" h="1303" extrusionOk="0">
                  <a:moveTo>
                    <a:pt x="1" y="1"/>
                  </a:moveTo>
                  <a:lnTo>
                    <a:pt x="1" y="702"/>
                  </a:lnTo>
                  <a:cubicBezTo>
                    <a:pt x="1" y="702"/>
                    <a:pt x="145" y="842"/>
                    <a:pt x="543" y="885"/>
                  </a:cubicBezTo>
                  <a:cubicBezTo>
                    <a:pt x="909" y="1201"/>
                    <a:pt x="1123" y="1302"/>
                    <a:pt x="1414" y="1302"/>
                  </a:cubicBezTo>
                  <a:cubicBezTo>
                    <a:pt x="1490" y="1302"/>
                    <a:pt x="1572" y="1295"/>
                    <a:pt x="1663" y="1284"/>
                  </a:cubicBezTo>
                  <a:cubicBezTo>
                    <a:pt x="2105" y="1221"/>
                    <a:pt x="1826" y="1163"/>
                    <a:pt x="1605" y="962"/>
                  </a:cubicBezTo>
                  <a:cubicBezTo>
                    <a:pt x="1384" y="765"/>
                    <a:pt x="721" y="164"/>
                    <a:pt x="721" y="164"/>
                  </a:cubicBezTo>
                  <a:lnTo>
                    <a:pt x="683" y="44"/>
                  </a:lnTo>
                  <a:lnTo>
                    <a:pt x="1" y="1"/>
                  </a:ln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2"/>
            <p:cNvSpPr/>
            <p:nvPr/>
          </p:nvSpPr>
          <p:spPr>
            <a:xfrm>
              <a:off x="1865148" y="3542455"/>
              <a:ext cx="580970" cy="905071"/>
            </a:xfrm>
            <a:custGeom>
              <a:avLst/>
              <a:gdLst/>
              <a:ahLst/>
              <a:cxnLst/>
              <a:rect l="l" t="t" r="r" b="b"/>
              <a:pathLst>
                <a:path w="3422" h="5331" extrusionOk="0">
                  <a:moveTo>
                    <a:pt x="1499" y="1"/>
                  </a:moveTo>
                  <a:lnTo>
                    <a:pt x="1" y="82"/>
                  </a:lnTo>
                  <a:lnTo>
                    <a:pt x="101" y="962"/>
                  </a:lnTo>
                  <a:cubicBezTo>
                    <a:pt x="121" y="1202"/>
                    <a:pt x="279" y="1423"/>
                    <a:pt x="481" y="1543"/>
                  </a:cubicBezTo>
                  <a:lnTo>
                    <a:pt x="2220" y="2264"/>
                  </a:lnTo>
                  <a:cubicBezTo>
                    <a:pt x="2359" y="2345"/>
                    <a:pt x="2460" y="2484"/>
                    <a:pt x="2460" y="2643"/>
                  </a:cubicBezTo>
                  <a:lnTo>
                    <a:pt x="2561" y="4968"/>
                  </a:lnTo>
                  <a:cubicBezTo>
                    <a:pt x="2561" y="5177"/>
                    <a:pt x="2741" y="5330"/>
                    <a:pt x="2927" y="5330"/>
                  </a:cubicBezTo>
                  <a:cubicBezTo>
                    <a:pt x="2938" y="5330"/>
                    <a:pt x="2949" y="5330"/>
                    <a:pt x="2960" y="5328"/>
                  </a:cubicBezTo>
                  <a:lnTo>
                    <a:pt x="3022" y="5328"/>
                  </a:lnTo>
                  <a:cubicBezTo>
                    <a:pt x="3200" y="5309"/>
                    <a:pt x="3344" y="5146"/>
                    <a:pt x="3363" y="4968"/>
                  </a:cubicBezTo>
                  <a:lnTo>
                    <a:pt x="3421" y="2225"/>
                  </a:lnTo>
                  <a:cubicBezTo>
                    <a:pt x="3421" y="2086"/>
                    <a:pt x="3363" y="1966"/>
                    <a:pt x="3263" y="1865"/>
                  </a:cubicBezTo>
                  <a:lnTo>
                    <a:pt x="1562" y="462"/>
                  </a:lnTo>
                  <a:lnTo>
                    <a:pt x="1499" y="1"/>
                  </a:lnTo>
                  <a:close/>
                </a:path>
              </a:pathLst>
            </a:custGeom>
            <a:solidFill>
              <a:srgbClr val="5B39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2"/>
            <p:cNvSpPr/>
            <p:nvPr/>
          </p:nvSpPr>
          <p:spPr>
            <a:xfrm>
              <a:off x="1923042" y="2730923"/>
              <a:ext cx="336154" cy="842763"/>
            </a:xfrm>
            <a:custGeom>
              <a:avLst/>
              <a:gdLst/>
              <a:ahLst/>
              <a:cxnLst/>
              <a:rect l="l" t="t" r="r" b="b"/>
              <a:pathLst>
                <a:path w="1980" h="4964" extrusionOk="0">
                  <a:moveTo>
                    <a:pt x="279" y="1"/>
                  </a:moveTo>
                  <a:lnTo>
                    <a:pt x="1" y="179"/>
                  </a:lnTo>
                  <a:cubicBezTo>
                    <a:pt x="1082" y="1538"/>
                    <a:pt x="817" y="3282"/>
                    <a:pt x="861" y="4963"/>
                  </a:cubicBezTo>
                  <a:cubicBezTo>
                    <a:pt x="1082" y="4944"/>
                    <a:pt x="1600" y="4805"/>
                    <a:pt x="1802" y="4685"/>
                  </a:cubicBezTo>
                  <a:cubicBezTo>
                    <a:pt x="1980" y="3042"/>
                    <a:pt x="1802" y="1461"/>
                    <a:pt x="1000" y="39"/>
                  </a:cubicBezTo>
                  <a:lnTo>
                    <a:pt x="937" y="1"/>
                  </a:ln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2"/>
            <p:cNvSpPr/>
            <p:nvPr/>
          </p:nvSpPr>
          <p:spPr>
            <a:xfrm>
              <a:off x="1800803" y="2761143"/>
              <a:ext cx="268414" cy="867211"/>
            </a:xfrm>
            <a:custGeom>
              <a:avLst/>
              <a:gdLst/>
              <a:ahLst/>
              <a:cxnLst/>
              <a:rect l="l" t="t" r="r" b="b"/>
              <a:pathLst>
                <a:path w="1581" h="5108" extrusionOk="0">
                  <a:moveTo>
                    <a:pt x="721" y="1"/>
                  </a:moveTo>
                  <a:lnTo>
                    <a:pt x="336" y="222"/>
                  </a:lnTo>
                  <a:cubicBezTo>
                    <a:pt x="120" y="361"/>
                    <a:pt x="0" y="601"/>
                    <a:pt x="0" y="841"/>
                  </a:cubicBezTo>
                  <a:lnTo>
                    <a:pt x="0" y="904"/>
                  </a:lnTo>
                  <a:lnTo>
                    <a:pt x="159" y="4766"/>
                  </a:lnTo>
                  <a:cubicBezTo>
                    <a:pt x="279" y="4824"/>
                    <a:pt x="399" y="4886"/>
                    <a:pt x="538" y="4925"/>
                  </a:cubicBezTo>
                  <a:cubicBezTo>
                    <a:pt x="746" y="5000"/>
                    <a:pt x="1055" y="5107"/>
                    <a:pt x="1316" y="5107"/>
                  </a:cubicBezTo>
                  <a:cubicBezTo>
                    <a:pt x="1406" y="5107"/>
                    <a:pt x="1489" y="5095"/>
                    <a:pt x="1561" y="5064"/>
                  </a:cubicBezTo>
                  <a:cubicBezTo>
                    <a:pt x="1581" y="3964"/>
                    <a:pt x="1581" y="2763"/>
                    <a:pt x="1537" y="2282"/>
                  </a:cubicBezTo>
                  <a:cubicBezTo>
                    <a:pt x="1460" y="1461"/>
                    <a:pt x="1259" y="683"/>
                    <a:pt x="721" y="1"/>
                  </a:cubicBez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2"/>
            <p:cNvSpPr/>
            <p:nvPr/>
          </p:nvSpPr>
          <p:spPr>
            <a:xfrm>
              <a:off x="2092649" y="2737544"/>
              <a:ext cx="193544" cy="829521"/>
            </a:xfrm>
            <a:custGeom>
              <a:avLst/>
              <a:gdLst/>
              <a:ahLst/>
              <a:cxnLst/>
              <a:rect l="l" t="t" r="r" b="b"/>
              <a:pathLst>
                <a:path w="1140" h="4886" extrusionOk="0">
                  <a:moveTo>
                    <a:pt x="1" y="0"/>
                  </a:moveTo>
                  <a:lnTo>
                    <a:pt x="1" y="0"/>
                  </a:lnTo>
                  <a:cubicBezTo>
                    <a:pt x="400" y="721"/>
                    <a:pt x="539" y="1499"/>
                    <a:pt x="582" y="2301"/>
                  </a:cubicBezTo>
                  <a:cubicBezTo>
                    <a:pt x="601" y="3104"/>
                    <a:pt x="702" y="4002"/>
                    <a:pt x="822" y="4886"/>
                  </a:cubicBezTo>
                  <a:cubicBezTo>
                    <a:pt x="899" y="4886"/>
                    <a:pt x="1000" y="4862"/>
                    <a:pt x="1082" y="4823"/>
                  </a:cubicBezTo>
                  <a:cubicBezTo>
                    <a:pt x="1139" y="4045"/>
                    <a:pt x="923" y="2162"/>
                    <a:pt x="899" y="1619"/>
                  </a:cubicBezTo>
                  <a:cubicBezTo>
                    <a:pt x="899" y="1403"/>
                    <a:pt x="880" y="1220"/>
                    <a:pt x="861" y="1120"/>
                  </a:cubicBezTo>
                  <a:cubicBezTo>
                    <a:pt x="779" y="658"/>
                    <a:pt x="380" y="101"/>
                    <a:pt x="380" y="101"/>
                  </a:cubicBezTo>
                  <a:lnTo>
                    <a:pt x="1"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2"/>
            <p:cNvSpPr/>
            <p:nvPr/>
          </p:nvSpPr>
          <p:spPr>
            <a:xfrm>
              <a:off x="1973635" y="2638734"/>
              <a:ext cx="119182" cy="93376"/>
            </a:xfrm>
            <a:custGeom>
              <a:avLst/>
              <a:gdLst/>
              <a:ahLst/>
              <a:cxnLst/>
              <a:rect l="l" t="t" r="r" b="b"/>
              <a:pathLst>
                <a:path w="702" h="550" extrusionOk="0">
                  <a:moveTo>
                    <a:pt x="20" y="1"/>
                  </a:moveTo>
                  <a:lnTo>
                    <a:pt x="1" y="222"/>
                  </a:lnTo>
                  <a:cubicBezTo>
                    <a:pt x="165" y="403"/>
                    <a:pt x="391" y="550"/>
                    <a:pt x="623" y="550"/>
                  </a:cubicBezTo>
                  <a:cubicBezTo>
                    <a:pt x="649" y="550"/>
                    <a:pt x="676" y="548"/>
                    <a:pt x="702" y="544"/>
                  </a:cubicBezTo>
                  <a:lnTo>
                    <a:pt x="683" y="260"/>
                  </a:lnTo>
                  <a:lnTo>
                    <a:pt x="20" y="1"/>
                  </a:lnTo>
                  <a:close/>
                </a:path>
              </a:pathLst>
            </a:custGeom>
            <a:solidFill>
              <a:srgbClr val="FFAB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2"/>
            <p:cNvSpPr/>
            <p:nvPr/>
          </p:nvSpPr>
          <p:spPr>
            <a:xfrm>
              <a:off x="1970410" y="2676255"/>
              <a:ext cx="125803" cy="119352"/>
            </a:xfrm>
            <a:custGeom>
              <a:avLst/>
              <a:gdLst/>
              <a:ahLst/>
              <a:cxnLst/>
              <a:rect l="l" t="t" r="r" b="b"/>
              <a:pathLst>
                <a:path w="741" h="703" extrusionOk="0">
                  <a:moveTo>
                    <a:pt x="20" y="1"/>
                  </a:moveTo>
                  <a:lnTo>
                    <a:pt x="0" y="323"/>
                  </a:lnTo>
                  <a:lnTo>
                    <a:pt x="442" y="683"/>
                  </a:lnTo>
                  <a:cubicBezTo>
                    <a:pt x="481" y="702"/>
                    <a:pt x="519" y="702"/>
                    <a:pt x="562" y="702"/>
                  </a:cubicBezTo>
                  <a:cubicBezTo>
                    <a:pt x="601" y="683"/>
                    <a:pt x="620" y="659"/>
                    <a:pt x="639" y="640"/>
                  </a:cubicBezTo>
                  <a:lnTo>
                    <a:pt x="721" y="539"/>
                  </a:lnTo>
                  <a:cubicBezTo>
                    <a:pt x="721" y="520"/>
                    <a:pt x="740" y="501"/>
                    <a:pt x="740" y="481"/>
                  </a:cubicBezTo>
                  <a:lnTo>
                    <a:pt x="721" y="323"/>
                  </a:lnTo>
                  <a:cubicBezTo>
                    <a:pt x="695" y="327"/>
                    <a:pt x="668" y="329"/>
                    <a:pt x="642" y="329"/>
                  </a:cubicBezTo>
                  <a:cubicBezTo>
                    <a:pt x="410" y="329"/>
                    <a:pt x="184" y="182"/>
                    <a:pt x="20" y="1"/>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2"/>
            <p:cNvSpPr/>
            <p:nvPr/>
          </p:nvSpPr>
          <p:spPr>
            <a:xfrm>
              <a:off x="1898594" y="2381522"/>
              <a:ext cx="272659" cy="278431"/>
            </a:xfrm>
            <a:custGeom>
              <a:avLst/>
              <a:gdLst/>
              <a:ahLst/>
              <a:cxnLst/>
              <a:rect l="l" t="t" r="r" b="b"/>
              <a:pathLst>
                <a:path w="1606" h="1640" extrusionOk="0">
                  <a:moveTo>
                    <a:pt x="1319" y="0"/>
                  </a:moveTo>
                  <a:cubicBezTo>
                    <a:pt x="1289" y="0"/>
                    <a:pt x="1257" y="6"/>
                    <a:pt x="1226" y="17"/>
                  </a:cubicBezTo>
                  <a:cubicBezTo>
                    <a:pt x="1200" y="40"/>
                    <a:pt x="1163" y="49"/>
                    <a:pt x="1125" y="49"/>
                  </a:cubicBezTo>
                  <a:cubicBezTo>
                    <a:pt x="1097" y="49"/>
                    <a:pt x="1069" y="44"/>
                    <a:pt x="1043" y="36"/>
                  </a:cubicBezTo>
                  <a:cubicBezTo>
                    <a:pt x="1012" y="34"/>
                    <a:pt x="981" y="33"/>
                    <a:pt x="950" y="33"/>
                  </a:cubicBezTo>
                  <a:cubicBezTo>
                    <a:pt x="737" y="33"/>
                    <a:pt x="517" y="88"/>
                    <a:pt x="342" y="176"/>
                  </a:cubicBezTo>
                  <a:cubicBezTo>
                    <a:pt x="145" y="276"/>
                    <a:pt x="25" y="536"/>
                    <a:pt x="1" y="757"/>
                  </a:cubicBezTo>
                  <a:cubicBezTo>
                    <a:pt x="1" y="935"/>
                    <a:pt x="44" y="1175"/>
                    <a:pt x="121" y="1357"/>
                  </a:cubicBezTo>
                  <a:cubicBezTo>
                    <a:pt x="183" y="1434"/>
                    <a:pt x="222" y="1477"/>
                    <a:pt x="303" y="1535"/>
                  </a:cubicBezTo>
                  <a:cubicBezTo>
                    <a:pt x="337" y="1574"/>
                    <a:pt x="391" y="1639"/>
                    <a:pt x="443" y="1639"/>
                  </a:cubicBezTo>
                  <a:cubicBezTo>
                    <a:pt x="449" y="1639"/>
                    <a:pt x="456" y="1638"/>
                    <a:pt x="462" y="1636"/>
                  </a:cubicBezTo>
                  <a:cubicBezTo>
                    <a:pt x="481" y="1578"/>
                    <a:pt x="601" y="1497"/>
                    <a:pt x="664" y="1458"/>
                  </a:cubicBezTo>
                  <a:cubicBezTo>
                    <a:pt x="745" y="1377"/>
                    <a:pt x="822" y="1295"/>
                    <a:pt x="904" y="1218"/>
                  </a:cubicBezTo>
                  <a:cubicBezTo>
                    <a:pt x="961" y="1156"/>
                    <a:pt x="1062" y="1036"/>
                    <a:pt x="1144" y="1016"/>
                  </a:cubicBezTo>
                  <a:cubicBezTo>
                    <a:pt x="1182" y="978"/>
                    <a:pt x="1226" y="954"/>
                    <a:pt x="1264" y="935"/>
                  </a:cubicBezTo>
                  <a:cubicBezTo>
                    <a:pt x="1346" y="915"/>
                    <a:pt x="1423" y="858"/>
                    <a:pt x="1485" y="815"/>
                  </a:cubicBezTo>
                  <a:cubicBezTo>
                    <a:pt x="1562" y="757"/>
                    <a:pt x="1605" y="656"/>
                    <a:pt x="1605" y="555"/>
                  </a:cubicBezTo>
                  <a:cubicBezTo>
                    <a:pt x="1605" y="416"/>
                    <a:pt x="1586" y="276"/>
                    <a:pt x="1523" y="137"/>
                  </a:cubicBezTo>
                  <a:lnTo>
                    <a:pt x="1523" y="113"/>
                  </a:lnTo>
                  <a:cubicBezTo>
                    <a:pt x="1481" y="42"/>
                    <a:pt x="1405" y="0"/>
                    <a:pt x="1319" y="0"/>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2"/>
            <p:cNvSpPr/>
            <p:nvPr/>
          </p:nvSpPr>
          <p:spPr>
            <a:xfrm>
              <a:off x="1931701" y="2478974"/>
              <a:ext cx="219010" cy="234969"/>
            </a:xfrm>
            <a:custGeom>
              <a:avLst/>
              <a:gdLst/>
              <a:ahLst/>
              <a:cxnLst/>
              <a:rect l="l" t="t" r="r" b="b"/>
              <a:pathLst>
                <a:path w="1290" h="1384" extrusionOk="0">
                  <a:moveTo>
                    <a:pt x="430" y="0"/>
                  </a:moveTo>
                  <a:lnTo>
                    <a:pt x="387" y="284"/>
                  </a:lnTo>
                  <a:lnTo>
                    <a:pt x="329" y="380"/>
                  </a:lnTo>
                  <a:lnTo>
                    <a:pt x="329" y="663"/>
                  </a:lnTo>
                  <a:lnTo>
                    <a:pt x="248" y="644"/>
                  </a:lnTo>
                  <a:cubicBezTo>
                    <a:pt x="228" y="601"/>
                    <a:pt x="228" y="462"/>
                    <a:pt x="190" y="442"/>
                  </a:cubicBezTo>
                  <a:cubicBezTo>
                    <a:pt x="177" y="440"/>
                    <a:pt x="165" y="439"/>
                    <a:pt x="155" y="439"/>
                  </a:cubicBezTo>
                  <a:cubicBezTo>
                    <a:pt x="1" y="439"/>
                    <a:pt x="90" y="685"/>
                    <a:pt x="108" y="721"/>
                  </a:cubicBezTo>
                  <a:cubicBezTo>
                    <a:pt x="108" y="768"/>
                    <a:pt x="155" y="791"/>
                    <a:pt x="194" y="791"/>
                  </a:cubicBezTo>
                  <a:cubicBezTo>
                    <a:pt x="207" y="791"/>
                    <a:pt x="219" y="788"/>
                    <a:pt x="228" y="783"/>
                  </a:cubicBezTo>
                  <a:lnTo>
                    <a:pt x="228" y="1081"/>
                  </a:lnTo>
                  <a:cubicBezTo>
                    <a:pt x="228" y="1081"/>
                    <a:pt x="488" y="1384"/>
                    <a:pt x="829" y="1384"/>
                  </a:cubicBezTo>
                  <a:cubicBezTo>
                    <a:pt x="1050" y="1384"/>
                    <a:pt x="1247" y="1201"/>
                    <a:pt x="1247" y="980"/>
                  </a:cubicBezTo>
                  <a:lnTo>
                    <a:pt x="1290" y="341"/>
                  </a:lnTo>
                  <a:lnTo>
                    <a:pt x="1271" y="0"/>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2"/>
            <p:cNvSpPr/>
            <p:nvPr/>
          </p:nvSpPr>
          <p:spPr>
            <a:xfrm>
              <a:off x="2874129" y="2754691"/>
              <a:ext cx="7470" cy="170"/>
            </a:xfrm>
            <a:custGeom>
              <a:avLst/>
              <a:gdLst/>
              <a:ahLst/>
              <a:cxnLst/>
              <a:rect l="l" t="t" r="r" b="b"/>
              <a:pathLst>
                <a:path w="44" h="1" extrusionOk="0">
                  <a:moveTo>
                    <a:pt x="0" y="0"/>
                  </a:moveTo>
                  <a:lnTo>
                    <a:pt x="0" y="0"/>
                  </a:lnTo>
                  <a:lnTo>
                    <a:pt x="43" y="0"/>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2"/>
            <p:cNvSpPr/>
            <p:nvPr/>
          </p:nvSpPr>
          <p:spPr>
            <a:xfrm>
              <a:off x="2704353" y="2751296"/>
              <a:ext cx="173171" cy="8149"/>
            </a:xfrm>
            <a:custGeom>
              <a:avLst/>
              <a:gdLst/>
              <a:ahLst/>
              <a:cxnLst/>
              <a:rect l="l" t="t" r="r" b="b"/>
              <a:pathLst>
                <a:path w="1020" h="48" extrusionOk="0">
                  <a:moveTo>
                    <a:pt x="39" y="1"/>
                  </a:moveTo>
                  <a:cubicBezTo>
                    <a:pt x="20" y="1"/>
                    <a:pt x="1" y="1"/>
                    <a:pt x="1" y="20"/>
                  </a:cubicBezTo>
                  <a:cubicBezTo>
                    <a:pt x="1" y="39"/>
                    <a:pt x="20" y="39"/>
                    <a:pt x="39" y="39"/>
                  </a:cubicBezTo>
                  <a:cubicBezTo>
                    <a:pt x="39" y="39"/>
                    <a:pt x="379" y="48"/>
                    <a:pt x="669" y="48"/>
                  </a:cubicBezTo>
                  <a:cubicBezTo>
                    <a:pt x="814" y="48"/>
                    <a:pt x="947" y="46"/>
                    <a:pt x="1019" y="39"/>
                  </a:cubicBezTo>
                  <a:lnTo>
                    <a:pt x="1019" y="20"/>
                  </a:lnTo>
                  <a:cubicBezTo>
                    <a:pt x="803" y="1"/>
                    <a:pt x="39" y="1"/>
                    <a:pt x="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p:cNvSpPr/>
            <p:nvPr/>
          </p:nvSpPr>
          <p:spPr>
            <a:xfrm>
              <a:off x="2697901" y="2734318"/>
              <a:ext cx="85057" cy="102035"/>
            </a:xfrm>
            <a:custGeom>
              <a:avLst/>
              <a:gdLst/>
              <a:ahLst/>
              <a:cxnLst/>
              <a:rect l="l" t="t" r="r" b="b"/>
              <a:pathLst>
                <a:path w="501" h="601" extrusionOk="0">
                  <a:moveTo>
                    <a:pt x="500" y="0"/>
                  </a:moveTo>
                  <a:lnTo>
                    <a:pt x="140" y="259"/>
                  </a:lnTo>
                  <a:lnTo>
                    <a:pt x="1" y="500"/>
                  </a:lnTo>
                  <a:lnTo>
                    <a:pt x="97" y="601"/>
                  </a:lnTo>
                  <a:lnTo>
                    <a:pt x="279" y="480"/>
                  </a:lnTo>
                  <a:lnTo>
                    <a:pt x="298" y="317"/>
                  </a:lnTo>
                  <a:lnTo>
                    <a:pt x="481" y="101"/>
                  </a:lnTo>
                  <a:lnTo>
                    <a:pt x="500" y="0"/>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2"/>
            <p:cNvSpPr/>
            <p:nvPr/>
          </p:nvSpPr>
          <p:spPr>
            <a:xfrm>
              <a:off x="2768868" y="2701891"/>
              <a:ext cx="40916" cy="65873"/>
            </a:xfrm>
            <a:custGeom>
              <a:avLst/>
              <a:gdLst/>
              <a:ahLst/>
              <a:cxnLst/>
              <a:rect l="l" t="t" r="r" b="b"/>
              <a:pathLst>
                <a:path w="241" h="388" extrusionOk="0">
                  <a:moveTo>
                    <a:pt x="71" y="0"/>
                  </a:moveTo>
                  <a:cubicBezTo>
                    <a:pt x="62" y="0"/>
                    <a:pt x="52" y="3"/>
                    <a:pt x="39" y="8"/>
                  </a:cubicBezTo>
                  <a:lnTo>
                    <a:pt x="0" y="8"/>
                  </a:lnTo>
                  <a:lnTo>
                    <a:pt x="159" y="350"/>
                  </a:lnTo>
                  <a:cubicBezTo>
                    <a:pt x="159" y="369"/>
                    <a:pt x="159" y="369"/>
                    <a:pt x="183" y="369"/>
                  </a:cubicBezTo>
                  <a:lnTo>
                    <a:pt x="241" y="388"/>
                  </a:lnTo>
                  <a:lnTo>
                    <a:pt x="121" y="28"/>
                  </a:lnTo>
                  <a:cubicBezTo>
                    <a:pt x="107" y="14"/>
                    <a:pt x="93" y="0"/>
                    <a:pt x="71" y="0"/>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1" name="Google Shape;691;p42"/>
            <p:cNvGrpSpPr/>
            <p:nvPr/>
          </p:nvGrpSpPr>
          <p:grpSpPr>
            <a:xfrm>
              <a:off x="2577081" y="3294558"/>
              <a:ext cx="1733243" cy="965856"/>
              <a:chOff x="2951632" y="3945364"/>
              <a:chExt cx="880176" cy="490481"/>
            </a:xfrm>
          </p:grpSpPr>
          <p:sp>
            <p:nvSpPr>
              <p:cNvPr id="692" name="Google Shape;692;p42"/>
              <p:cNvSpPr/>
              <p:nvPr/>
            </p:nvSpPr>
            <p:spPr>
              <a:xfrm>
                <a:off x="3188121" y="4045546"/>
                <a:ext cx="34486" cy="93285"/>
              </a:xfrm>
              <a:custGeom>
                <a:avLst/>
                <a:gdLst/>
                <a:ahLst/>
                <a:cxnLst/>
                <a:rect l="l" t="t" r="r" b="b"/>
                <a:pathLst>
                  <a:path w="400" h="1082" extrusionOk="0">
                    <a:moveTo>
                      <a:pt x="399" y="1"/>
                    </a:moveTo>
                    <a:lnTo>
                      <a:pt x="0" y="899"/>
                    </a:lnTo>
                    <a:lnTo>
                      <a:pt x="0" y="1082"/>
                    </a:lnTo>
                    <a:lnTo>
                      <a:pt x="399" y="159"/>
                    </a:lnTo>
                    <a:lnTo>
                      <a:pt x="399" y="1"/>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2"/>
              <p:cNvSpPr/>
              <p:nvPr/>
            </p:nvSpPr>
            <p:spPr>
              <a:xfrm>
                <a:off x="3051814" y="4123054"/>
                <a:ext cx="136392" cy="36555"/>
              </a:xfrm>
              <a:custGeom>
                <a:avLst/>
                <a:gdLst/>
                <a:ahLst/>
                <a:cxnLst/>
                <a:rect l="l" t="t" r="r" b="b"/>
                <a:pathLst>
                  <a:path w="1582" h="424" extrusionOk="0">
                    <a:moveTo>
                      <a:pt x="1581" y="0"/>
                    </a:moveTo>
                    <a:lnTo>
                      <a:pt x="1" y="241"/>
                    </a:lnTo>
                    <a:lnTo>
                      <a:pt x="1" y="423"/>
                    </a:lnTo>
                    <a:lnTo>
                      <a:pt x="1581" y="183"/>
                    </a:lnTo>
                    <a:lnTo>
                      <a:pt x="1581" y="0"/>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2"/>
              <p:cNvSpPr/>
              <p:nvPr/>
            </p:nvSpPr>
            <p:spPr>
              <a:xfrm>
                <a:off x="2951632" y="4087016"/>
                <a:ext cx="100268" cy="72593"/>
              </a:xfrm>
              <a:custGeom>
                <a:avLst/>
                <a:gdLst/>
                <a:ahLst/>
                <a:cxnLst/>
                <a:rect l="l" t="t" r="r" b="b"/>
                <a:pathLst>
                  <a:path w="1163" h="842" extrusionOk="0">
                    <a:moveTo>
                      <a:pt x="0" y="0"/>
                    </a:moveTo>
                    <a:lnTo>
                      <a:pt x="0" y="159"/>
                    </a:lnTo>
                    <a:lnTo>
                      <a:pt x="1163" y="841"/>
                    </a:lnTo>
                    <a:lnTo>
                      <a:pt x="1163" y="659"/>
                    </a:lnTo>
                    <a:lnTo>
                      <a:pt x="0"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2"/>
              <p:cNvSpPr/>
              <p:nvPr/>
            </p:nvSpPr>
            <p:spPr>
              <a:xfrm>
                <a:off x="2951632" y="3986747"/>
                <a:ext cx="270974" cy="157084"/>
              </a:xfrm>
              <a:custGeom>
                <a:avLst/>
                <a:gdLst/>
                <a:ahLst/>
                <a:cxnLst/>
                <a:rect l="l" t="t" r="r" b="b"/>
                <a:pathLst>
                  <a:path w="3143" h="1822" extrusionOk="0">
                    <a:moveTo>
                      <a:pt x="2004" y="1"/>
                    </a:moveTo>
                    <a:lnTo>
                      <a:pt x="418" y="241"/>
                    </a:lnTo>
                    <a:lnTo>
                      <a:pt x="0" y="1163"/>
                    </a:lnTo>
                    <a:lnTo>
                      <a:pt x="1163" y="1822"/>
                    </a:lnTo>
                    <a:lnTo>
                      <a:pt x="2743" y="1581"/>
                    </a:lnTo>
                    <a:lnTo>
                      <a:pt x="3142" y="683"/>
                    </a:lnTo>
                    <a:lnTo>
                      <a:pt x="2004" y="1"/>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2"/>
              <p:cNvSpPr/>
              <p:nvPr/>
            </p:nvSpPr>
            <p:spPr>
              <a:xfrm>
                <a:off x="3256835" y="4214616"/>
                <a:ext cx="36555" cy="93198"/>
              </a:xfrm>
              <a:custGeom>
                <a:avLst/>
                <a:gdLst/>
                <a:ahLst/>
                <a:cxnLst/>
                <a:rect l="l" t="t" r="r" b="b"/>
                <a:pathLst>
                  <a:path w="424" h="1081" extrusionOk="0">
                    <a:moveTo>
                      <a:pt x="424" y="0"/>
                    </a:moveTo>
                    <a:lnTo>
                      <a:pt x="1" y="922"/>
                    </a:lnTo>
                    <a:lnTo>
                      <a:pt x="1" y="1081"/>
                    </a:lnTo>
                    <a:lnTo>
                      <a:pt x="424" y="163"/>
                    </a:lnTo>
                    <a:lnTo>
                      <a:pt x="424" y="0"/>
                    </a:lnTo>
                    <a:close/>
                  </a:path>
                </a:pathLst>
              </a:custGeom>
              <a:solidFill>
                <a:srgbClr val="8F7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2"/>
              <p:cNvSpPr/>
              <p:nvPr/>
            </p:nvSpPr>
            <p:spPr>
              <a:xfrm>
                <a:off x="3120614" y="4294107"/>
                <a:ext cx="136306" cy="34486"/>
              </a:xfrm>
              <a:custGeom>
                <a:avLst/>
                <a:gdLst/>
                <a:ahLst/>
                <a:cxnLst/>
                <a:rect l="l" t="t" r="r" b="b"/>
                <a:pathLst>
                  <a:path w="1581" h="400" extrusionOk="0">
                    <a:moveTo>
                      <a:pt x="1581" y="0"/>
                    </a:moveTo>
                    <a:lnTo>
                      <a:pt x="0" y="241"/>
                    </a:lnTo>
                    <a:lnTo>
                      <a:pt x="0" y="399"/>
                    </a:lnTo>
                    <a:lnTo>
                      <a:pt x="1581" y="159"/>
                    </a:lnTo>
                    <a:lnTo>
                      <a:pt x="1581" y="0"/>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2"/>
              <p:cNvSpPr/>
              <p:nvPr/>
            </p:nvSpPr>
            <p:spPr>
              <a:xfrm>
                <a:off x="3020777" y="4255999"/>
                <a:ext cx="99923" cy="72593"/>
              </a:xfrm>
              <a:custGeom>
                <a:avLst/>
                <a:gdLst/>
                <a:ahLst/>
                <a:cxnLst/>
                <a:rect l="l" t="t" r="r" b="b"/>
                <a:pathLst>
                  <a:path w="1159" h="842" extrusionOk="0">
                    <a:moveTo>
                      <a:pt x="1" y="0"/>
                    </a:moveTo>
                    <a:lnTo>
                      <a:pt x="1" y="183"/>
                    </a:lnTo>
                    <a:lnTo>
                      <a:pt x="1158" y="841"/>
                    </a:lnTo>
                    <a:lnTo>
                      <a:pt x="1158" y="683"/>
                    </a:lnTo>
                    <a:lnTo>
                      <a:pt x="1"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2"/>
              <p:cNvSpPr/>
              <p:nvPr/>
            </p:nvSpPr>
            <p:spPr>
              <a:xfrm>
                <a:off x="3020777" y="4157799"/>
                <a:ext cx="272612" cy="157084"/>
              </a:xfrm>
              <a:custGeom>
                <a:avLst/>
                <a:gdLst/>
                <a:ahLst/>
                <a:cxnLst/>
                <a:rect l="l" t="t" r="r" b="b"/>
                <a:pathLst>
                  <a:path w="3162" h="1822" extrusionOk="0">
                    <a:moveTo>
                      <a:pt x="1999" y="1"/>
                    </a:moveTo>
                    <a:lnTo>
                      <a:pt x="418" y="241"/>
                    </a:lnTo>
                    <a:lnTo>
                      <a:pt x="1" y="1139"/>
                    </a:lnTo>
                    <a:lnTo>
                      <a:pt x="1158" y="1822"/>
                    </a:lnTo>
                    <a:lnTo>
                      <a:pt x="2739" y="1581"/>
                    </a:lnTo>
                    <a:lnTo>
                      <a:pt x="3162" y="659"/>
                    </a:lnTo>
                    <a:lnTo>
                      <a:pt x="1999" y="1"/>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2"/>
              <p:cNvSpPr/>
              <p:nvPr/>
            </p:nvSpPr>
            <p:spPr>
              <a:xfrm>
                <a:off x="3797408" y="4321868"/>
                <a:ext cx="34400" cy="93285"/>
              </a:xfrm>
              <a:custGeom>
                <a:avLst/>
                <a:gdLst/>
                <a:ahLst/>
                <a:cxnLst/>
                <a:rect l="l" t="t" r="r" b="b"/>
                <a:pathLst>
                  <a:path w="399" h="1082" extrusionOk="0">
                    <a:moveTo>
                      <a:pt x="399" y="0"/>
                    </a:moveTo>
                    <a:lnTo>
                      <a:pt x="0" y="918"/>
                    </a:lnTo>
                    <a:lnTo>
                      <a:pt x="0" y="1081"/>
                    </a:lnTo>
                    <a:lnTo>
                      <a:pt x="399" y="178"/>
                    </a:lnTo>
                    <a:lnTo>
                      <a:pt x="399"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2"/>
              <p:cNvSpPr/>
              <p:nvPr/>
            </p:nvSpPr>
            <p:spPr>
              <a:xfrm>
                <a:off x="3660670" y="4400928"/>
                <a:ext cx="136823" cy="34917"/>
              </a:xfrm>
              <a:custGeom>
                <a:avLst/>
                <a:gdLst/>
                <a:ahLst/>
                <a:cxnLst/>
                <a:rect l="l" t="t" r="r" b="b"/>
                <a:pathLst>
                  <a:path w="1587" h="405" extrusionOk="0">
                    <a:moveTo>
                      <a:pt x="1586" y="1"/>
                    </a:moveTo>
                    <a:lnTo>
                      <a:pt x="1" y="241"/>
                    </a:lnTo>
                    <a:lnTo>
                      <a:pt x="1" y="404"/>
                    </a:lnTo>
                    <a:lnTo>
                      <a:pt x="1586" y="164"/>
                    </a:lnTo>
                    <a:lnTo>
                      <a:pt x="1586" y="1"/>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2"/>
              <p:cNvSpPr/>
              <p:nvPr/>
            </p:nvSpPr>
            <p:spPr>
              <a:xfrm>
                <a:off x="3560832" y="4364890"/>
                <a:ext cx="99923" cy="70955"/>
              </a:xfrm>
              <a:custGeom>
                <a:avLst/>
                <a:gdLst/>
                <a:ahLst/>
                <a:cxnLst/>
                <a:rect l="l" t="t" r="r" b="b"/>
                <a:pathLst>
                  <a:path w="1159" h="823" extrusionOk="0">
                    <a:moveTo>
                      <a:pt x="1" y="1"/>
                    </a:moveTo>
                    <a:lnTo>
                      <a:pt x="1" y="159"/>
                    </a:lnTo>
                    <a:lnTo>
                      <a:pt x="1159" y="822"/>
                    </a:lnTo>
                    <a:lnTo>
                      <a:pt x="1159" y="659"/>
                    </a:lnTo>
                    <a:lnTo>
                      <a:pt x="1" y="1"/>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2"/>
              <p:cNvSpPr/>
              <p:nvPr/>
            </p:nvSpPr>
            <p:spPr>
              <a:xfrm>
                <a:off x="3560832" y="4264707"/>
                <a:ext cx="270974" cy="157084"/>
              </a:xfrm>
              <a:custGeom>
                <a:avLst/>
                <a:gdLst/>
                <a:ahLst/>
                <a:cxnLst/>
                <a:rect l="l" t="t" r="r" b="b"/>
                <a:pathLst>
                  <a:path w="3143" h="1822" extrusionOk="0">
                    <a:moveTo>
                      <a:pt x="1999" y="0"/>
                    </a:moveTo>
                    <a:lnTo>
                      <a:pt x="419" y="240"/>
                    </a:lnTo>
                    <a:lnTo>
                      <a:pt x="1" y="1163"/>
                    </a:lnTo>
                    <a:lnTo>
                      <a:pt x="1159" y="1821"/>
                    </a:lnTo>
                    <a:lnTo>
                      <a:pt x="2744" y="1581"/>
                    </a:lnTo>
                    <a:lnTo>
                      <a:pt x="3143" y="663"/>
                    </a:lnTo>
                    <a:lnTo>
                      <a:pt x="1999" y="0"/>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2"/>
              <p:cNvSpPr/>
              <p:nvPr/>
            </p:nvSpPr>
            <p:spPr>
              <a:xfrm>
                <a:off x="3709123" y="4059255"/>
                <a:ext cx="72593" cy="183121"/>
              </a:xfrm>
              <a:custGeom>
                <a:avLst/>
                <a:gdLst/>
                <a:ahLst/>
                <a:cxnLst/>
                <a:rect l="l" t="t" r="r" b="b"/>
                <a:pathLst>
                  <a:path w="842" h="2124" extrusionOk="0">
                    <a:moveTo>
                      <a:pt x="842" y="0"/>
                    </a:moveTo>
                    <a:lnTo>
                      <a:pt x="20" y="1802"/>
                    </a:lnTo>
                    <a:lnTo>
                      <a:pt x="1" y="2124"/>
                    </a:lnTo>
                    <a:lnTo>
                      <a:pt x="842" y="322"/>
                    </a:lnTo>
                    <a:lnTo>
                      <a:pt x="842"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2"/>
              <p:cNvSpPr/>
              <p:nvPr/>
            </p:nvSpPr>
            <p:spPr>
              <a:xfrm>
                <a:off x="3441596" y="4214616"/>
                <a:ext cx="269336" cy="70869"/>
              </a:xfrm>
              <a:custGeom>
                <a:avLst/>
                <a:gdLst/>
                <a:ahLst/>
                <a:cxnLst/>
                <a:rect l="l" t="t" r="r" b="b"/>
                <a:pathLst>
                  <a:path w="3124" h="822" extrusionOk="0">
                    <a:moveTo>
                      <a:pt x="3123" y="0"/>
                    </a:moveTo>
                    <a:lnTo>
                      <a:pt x="0" y="480"/>
                    </a:lnTo>
                    <a:lnTo>
                      <a:pt x="0" y="821"/>
                    </a:lnTo>
                    <a:lnTo>
                      <a:pt x="3104" y="322"/>
                    </a:lnTo>
                    <a:lnTo>
                      <a:pt x="3123" y="0"/>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2"/>
              <p:cNvSpPr/>
              <p:nvPr/>
            </p:nvSpPr>
            <p:spPr>
              <a:xfrm>
                <a:off x="3244851" y="4142108"/>
                <a:ext cx="196829" cy="143376"/>
              </a:xfrm>
              <a:custGeom>
                <a:avLst/>
                <a:gdLst/>
                <a:ahLst/>
                <a:cxnLst/>
                <a:rect l="l" t="t" r="r" b="b"/>
                <a:pathLst>
                  <a:path w="2283" h="1663" extrusionOk="0">
                    <a:moveTo>
                      <a:pt x="1" y="0"/>
                    </a:moveTo>
                    <a:lnTo>
                      <a:pt x="1" y="341"/>
                    </a:lnTo>
                    <a:lnTo>
                      <a:pt x="2282" y="1662"/>
                    </a:lnTo>
                    <a:lnTo>
                      <a:pt x="2282" y="1321"/>
                    </a:lnTo>
                    <a:lnTo>
                      <a:pt x="1"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42"/>
              <p:cNvSpPr/>
              <p:nvPr/>
            </p:nvSpPr>
            <p:spPr>
              <a:xfrm>
                <a:off x="3244851" y="3945364"/>
                <a:ext cx="536861" cy="310719"/>
              </a:xfrm>
              <a:custGeom>
                <a:avLst/>
                <a:gdLst/>
                <a:ahLst/>
                <a:cxnLst/>
                <a:rect l="l" t="t" r="r" b="b"/>
                <a:pathLst>
                  <a:path w="6227" h="3604" extrusionOk="0">
                    <a:moveTo>
                      <a:pt x="3925" y="0"/>
                    </a:moveTo>
                    <a:lnTo>
                      <a:pt x="822" y="481"/>
                    </a:lnTo>
                    <a:lnTo>
                      <a:pt x="1" y="2282"/>
                    </a:lnTo>
                    <a:lnTo>
                      <a:pt x="2282" y="3603"/>
                    </a:lnTo>
                    <a:lnTo>
                      <a:pt x="5405" y="3123"/>
                    </a:lnTo>
                    <a:lnTo>
                      <a:pt x="6227" y="1321"/>
                    </a:lnTo>
                    <a:lnTo>
                      <a:pt x="3925" y="0"/>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8" name="Google Shape;708;p42"/>
            <p:cNvSpPr/>
            <p:nvPr/>
          </p:nvSpPr>
          <p:spPr>
            <a:xfrm>
              <a:off x="1769734" y="2824639"/>
              <a:ext cx="390822" cy="664160"/>
            </a:xfrm>
            <a:custGeom>
              <a:avLst/>
              <a:gdLst/>
              <a:ahLst/>
              <a:cxnLst/>
              <a:rect l="l" t="t" r="r" b="b"/>
              <a:pathLst>
                <a:path w="2302" h="3912" extrusionOk="0">
                  <a:moveTo>
                    <a:pt x="622" y="1"/>
                  </a:moveTo>
                  <a:cubicBezTo>
                    <a:pt x="405" y="1"/>
                    <a:pt x="199" y="176"/>
                    <a:pt x="183" y="410"/>
                  </a:cubicBezTo>
                  <a:lnTo>
                    <a:pt x="1" y="3148"/>
                  </a:lnTo>
                  <a:cubicBezTo>
                    <a:pt x="1" y="3268"/>
                    <a:pt x="82" y="3369"/>
                    <a:pt x="183" y="3388"/>
                  </a:cubicBezTo>
                  <a:lnTo>
                    <a:pt x="2182" y="3912"/>
                  </a:lnTo>
                  <a:lnTo>
                    <a:pt x="2302" y="3350"/>
                  </a:lnTo>
                  <a:lnTo>
                    <a:pt x="1062" y="2850"/>
                  </a:lnTo>
                  <a:cubicBezTo>
                    <a:pt x="961" y="2812"/>
                    <a:pt x="904" y="2711"/>
                    <a:pt x="904" y="2610"/>
                  </a:cubicBezTo>
                  <a:lnTo>
                    <a:pt x="1062" y="486"/>
                  </a:lnTo>
                  <a:cubicBezTo>
                    <a:pt x="1101" y="107"/>
                    <a:pt x="760" y="25"/>
                    <a:pt x="760" y="25"/>
                  </a:cubicBezTo>
                  <a:cubicBezTo>
                    <a:pt x="714" y="8"/>
                    <a:pt x="668" y="1"/>
                    <a:pt x="622" y="1"/>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2"/>
            <p:cNvSpPr/>
            <p:nvPr/>
          </p:nvSpPr>
          <p:spPr>
            <a:xfrm>
              <a:off x="2150712" y="3393222"/>
              <a:ext cx="213747" cy="105430"/>
            </a:xfrm>
            <a:custGeom>
              <a:avLst/>
              <a:gdLst/>
              <a:ahLst/>
              <a:cxnLst/>
              <a:rect l="l" t="t" r="r" b="b"/>
              <a:pathLst>
                <a:path w="1259" h="621" extrusionOk="0">
                  <a:moveTo>
                    <a:pt x="58" y="1"/>
                  </a:moveTo>
                  <a:lnTo>
                    <a:pt x="0" y="279"/>
                  </a:lnTo>
                  <a:lnTo>
                    <a:pt x="341" y="423"/>
                  </a:lnTo>
                  <a:lnTo>
                    <a:pt x="658" y="399"/>
                  </a:lnTo>
                  <a:lnTo>
                    <a:pt x="841" y="601"/>
                  </a:lnTo>
                  <a:cubicBezTo>
                    <a:pt x="841" y="620"/>
                    <a:pt x="860" y="620"/>
                    <a:pt x="879" y="620"/>
                  </a:cubicBezTo>
                  <a:lnTo>
                    <a:pt x="942" y="620"/>
                  </a:lnTo>
                  <a:lnTo>
                    <a:pt x="740" y="361"/>
                  </a:lnTo>
                  <a:lnTo>
                    <a:pt x="740" y="342"/>
                  </a:lnTo>
                  <a:lnTo>
                    <a:pt x="961" y="544"/>
                  </a:lnTo>
                  <a:cubicBezTo>
                    <a:pt x="980" y="563"/>
                    <a:pt x="999" y="563"/>
                    <a:pt x="999" y="563"/>
                  </a:cubicBezTo>
                  <a:lnTo>
                    <a:pt x="1062" y="544"/>
                  </a:lnTo>
                  <a:lnTo>
                    <a:pt x="778" y="241"/>
                  </a:lnTo>
                  <a:lnTo>
                    <a:pt x="797" y="241"/>
                  </a:lnTo>
                  <a:lnTo>
                    <a:pt x="1139" y="443"/>
                  </a:lnTo>
                  <a:lnTo>
                    <a:pt x="1201" y="443"/>
                  </a:lnTo>
                  <a:lnTo>
                    <a:pt x="1239" y="399"/>
                  </a:lnTo>
                  <a:lnTo>
                    <a:pt x="841" y="140"/>
                  </a:lnTo>
                  <a:lnTo>
                    <a:pt x="1158" y="260"/>
                  </a:lnTo>
                  <a:cubicBezTo>
                    <a:pt x="1182" y="260"/>
                    <a:pt x="1182" y="260"/>
                    <a:pt x="1201" y="241"/>
                  </a:cubicBezTo>
                  <a:lnTo>
                    <a:pt x="1259" y="222"/>
                  </a:lnTo>
                  <a:lnTo>
                    <a:pt x="740" y="1"/>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2"/>
            <p:cNvSpPr/>
            <p:nvPr/>
          </p:nvSpPr>
          <p:spPr>
            <a:xfrm>
              <a:off x="3736443" y="2400707"/>
              <a:ext cx="257888" cy="1149377"/>
            </a:xfrm>
            <a:custGeom>
              <a:avLst/>
              <a:gdLst/>
              <a:ahLst/>
              <a:cxnLst/>
              <a:rect l="l" t="t" r="r" b="b"/>
              <a:pathLst>
                <a:path w="1519" h="6770" extrusionOk="0">
                  <a:moveTo>
                    <a:pt x="39" y="43"/>
                  </a:moveTo>
                  <a:lnTo>
                    <a:pt x="1499" y="892"/>
                  </a:lnTo>
                  <a:lnTo>
                    <a:pt x="1499" y="892"/>
                  </a:lnTo>
                  <a:lnTo>
                    <a:pt x="1499" y="6726"/>
                  </a:lnTo>
                  <a:lnTo>
                    <a:pt x="19" y="5866"/>
                  </a:lnTo>
                  <a:lnTo>
                    <a:pt x="39" y="43"/>
                  </a:lnTo>
                  <a:close/>
                  <a:moveTo>
                    <a:pt x="19" y="0"/>
                  </a:moveTo>
                  <a:lnTo>
                    <a:pt x="0" y="5885"/>
                  </a:lnTo>
                  <a:lnTo>
                    <a:pt x="1518" y="6769"/>
                  </a:lnTo>
                  <a:lnTo>
                    <a:pt x="1518" y="884"/>
                  </a:lnTo>
                  <a:lnTo>
                    <a:pt x="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2"/>
            <p:cNvSpPr/>
            <p:nvPr/>
          </p:nvSpPr>
          <p:spPr>
            <a:xfrm>
              <a:off x="3736443" y="2400707"/>
              <a:ext cx="257888" cy="1149377"/>
            </a:xfrm>
            <a:custGeom>
              <a:avLst/>
              <a:gdLst/>
              <a:ahLst/>
              <a:cxnLst/>
              <a:rect l="l" t="t" r="r" b="b"/>
              <a:pathLst>
                <a:path w="1519" h="6770" extrusionOk="0">
                  <a:moveTo>
                    <a:pt x="39" y="43"/>
                  </a:moveTo>
                  <a:lnTo>
                    <a:pt x="1499" y="892"/>
                  </a:lnTo>
                  <a:lnTo>
                    <a:pt x="1499" y="892"/>
                  </a:lnTo>
                  <a:lnTo>
                    <a:pt x="1499" y="6726"/>
                  </a:lnTo>
                  <a:lnTo>
                    <a:pt x="19" y="5866"/>
                  </a:lnTo>
                  <a:lnTo>
                    <a:pt x="39" y="43"/>
                  </a:lnTo>
                  <a:close/>
                  <a:moveTo>
                    <a:pt x="19" y="0"/>
                  </a:moveTo>
                  <a:lnTo>
                    <a:pt x="0" y="5885"/>
                  </a:lnTo>
                  <a:lnTo>
                    <a:pt x="1518" y="6769"/>
                  </a:lnTo>
                  <a:lnTo>
                    <a:pt x="1518" y="884"/>
                  </a:lnTo>
                  <a:lnTo>
                    <a:pt x="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2"/>
            <p:cNvSpPr/>
            <p:nvPr/>
          </p:nvSpPr>
          <p:spPr>
            <a:xfrm>
              <a:off x="3443579" y="2571163"/>
              <a:ext cx="261963" cy="1148528"/>
            </a:xfrm>
            <a:custGeom>
              <a:avLst/>
              <a:gdLst/>
              <a:ahLst/>
              <a:cxnLst/>
              <a:rect l="l" t="t" r="r" b="b"/>
              <a:pathLst>
                <a:path w="1543" h="6765" extrusionOk="0">
                  <a:moveTo>
                    <a:pt x="44" y="39"/>
                  </a:moveTo>
                  <a:lnTo>
                    <a:pt x="1523" y="899"/>
                  </a:lnTo>
                  <a:lnTo>
                    <a:pt x="1523" y="899"/>
                  </a:lnTo>
                  <a:lnTo>
                    <a:pt x="1504" y="6726"/>
                  </a:lnTo>
                  <a:lnTo>
                    <a:pt x="24" y="5866"/>
                  </a:lnTo>
                  <a:lnTo>
                    <a:pt x="44" y="39"/>
                  </a:lnTo>
                  <a:close/>
                  <a:moveTo>
                    <a:pt x="24" y="0"/>
                  </a:moveTo>
                  <a:lnTo>
                    <a:pt x="0" y="5885"/>
                  </a:lnTo>
                  <a:lnTo>
                    <a:pt x="1523" y="6764"/>
                  </a:lnTo>
                  <a:lnTo>
                    <a:pt x="1543" y="879"/>
                  </a:lnTo>
                  <a:lnTo>
                    <a:pt x="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2"/>
            <p:cNvSpPr/>
            <p:nvPr/>
          </p:nvSpPr>
          <p:spPr>
            <a:xfrm>
              <a:off x="3443579" y="2571163"/>
              <a:ext cx="261963" cy="1148528"/>
            </a:xfrm>
            <a:custGeom>
              <a:avLst/>
              <a:gdLst/>
              <a:ahLst/>
              <a:cxnLst/>
              <a:rect l="l" t="t" r="r" b="b"/>
              <a:pathLst>
                <a:path w="1543" h="6765" extrusionOk="0">
                  <a:moveTo>
                    <a:pt x="44" y="39"/>
                  </a:moveTo>
                  <a:lnTo>
                    <a:pt x="1523" y="899"/>
                  </a:lnTo>
                  <a:lnTo>
                    <a:pt x="1523" y="899"/>
                  </a:lnTo>
                  <a:lnTo>
                    <a:pt x="1504" y="6726"/>
                  </a:lnTo>
                  <a:lnTo>
                    <a:pt x="24" y="5866"/>
                  </a:lnTo>
                  <a:lnTo>
                    <a:pt x="44" y="39"/>
                  </a:lnTo>
                  <a:close/>
                  <a:moveTo>
                    <a:pt x="24" y="0"/>
                  </a:moveTo>
                  <a:lnTo>
                    <a:pt x="0" y="5885"/>
                  </a:lnTo>
                  <a:lnTo>
                    <a:pt x="1523" y="6764"/>
                  </a:lnTo>
                  <a:lnTo>
                    <a:pt x="1543" y="879"/>
                  </a:lnTo>
                  <a:lnTo>
                    <a:pt x="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2"/>
            <p:cNvSpPr/>
            <p:nvPr/>
          </p:nvSpPr>
          <p:spPr>
            <a:xfrm>
              <a:off x="3698923" y="2547394"/>
              <a:ext cx="295408" cy="1172296"/>
            </a:xfrm>
            <a:custGeom>
              <a:avLst/>
              <a:gdLst/>
              <a:ahLst/>
              <a:cxnLst/>
              <a:rect l="l" t="t" r="r" b="b"/>
              <a:pathLst>
                <a:path w="1740" h="6905" extrusionOk="0">
                  <a:moveTo>
                    <a:pt x="1720" y="39"/>
                  </a:moveTo>
                  <a:lnTo>
                    <a:pt x="1720" y="5886"/>
                  </a:lnTo>
                  <a:lnTo>
                    <a:pt x="19" y="6866"/>
                  </a:lnTo>
                  <a:lnTo>
                    <a:pt x="38" y="1038"/>
                  </a:lnTo>
                  <a:lnTo>
                    <a:pt x="38" y="1038"/>
                  </a:lnTo>
                  <a:lnTo>
                    <a:pt x="39" y="1039"/>
                  </a:lnTo>
                  <a:lnTo>
                    <a:pt x="1720" y="39"/>
                  </a:lnTo>
                  <a:close/>
                  <a:moveTo>
                    <a:pt x="1739" y="1"/>
                  </a:moveTo>
                  <a:lnTo>
                    <a:pt x="19" y="1019"/>
                  </a:lnTo>
                  <a:lnTo>
                    <a:pt x="0" y="6904"/>
                  </a:lnTo>
                  <a:lnTo>
                    <a:pt x="1739" y="5886"/>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2"/>
            <p:cNvSpPr/>
            <p:nvPr/>
          </p:nvSpPr>
          <p:spPr>
            <a:xfrm>
              <a:off x="3698923" y="2547394"/>
              <a:ext cx="295408" cy="1172296"/>
            </a:xfrm>
            <a:custGeom>
              <a:avLst/>
              <a:gdLst/>
              <a:ahLst/>
              <a:cxnLst/>
              <a:rect l="l" t="t" r="r" b="b"/>
              <a:pathLst>
                <a:path w="1740" h="6905" extrusionOk="0">
                  <a:moveTo>
                    <a:pt x="1720" y="39"/>
                  </a:moveTo>
                  <a:lnTo>
                    <a:pt x="1720" y="5886"/>
                  </a:lnTo>
                  <a:lnTo>
                    <a:pt x="19" y="6866"/>
                  </a:lnTo>
                  <a:lnTo>
                    <a:pt x="38" y="1038"/>
                  </a:lnTo>
                  <a:lnTo>
                    <a:pt x="38" y="1038"/>
                  </a:lnTo>
                  <a:lnTo>
                    <a:pt x="39" y="1039"/>
                  </a:lnTo>
                  <a:lnTo>
                    <a:pt x="1720" y="39"/>
                  </a:lnTo>
                  <a:close/>
                  <a:moveTo>
                    <a:pt x="1739" y="1"/>
                  </a:moveTo>
                  <a:lnTo>
                    <a:pt x="19" y="1019"/>
                  </a:lnTo>
                  <a:lnTo>
                    <a:pt x="0" y="6904"/>
                  </a:lnTo>
                  <a:lnTo>
                    <a:pt x="1739" y="5886"/>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42"/>
            <p:cNvSpPr/>
            <p:nvPr/>
          </p:nvSpPr>
          <p:spPr>
            <a:xfrm>
              <a:off x="3440354" y="3396447"/>
              <a:ext cx="553976" cy="320026"/>
            </a:xfrm>
            <a:custGeom>
              <a:avLst/>
              <a:gdLst/>
              <a:ahLst/>
              <a:cxnLst/>
              <a:rect l="l" t="t" r="r" b="b"/>
              <a:pathLst>
                <a:path w="3263" h="1885" extrusionOk="0">
                  <a:moveTo>
                    <a:pt x="1744" y="20"/>
                  </a:moveTo>
                  <a:lnTo>
                    <a:pt x="3224" y="885"/>
                  </a:lnTo>
                  <a:lnTo>
                    <a:pt x="1533" y="1859"/>
                  </a:lnTo>
                  <a:lnTo>
                    <a:pt x="1533" y="1859"/>
                  </a:lnTo>
                  <a:lnTo>
                    <a:pt x="43" y="1024"/>
                  </a:lnTo>
                  <a:lnTo>
                    <a:pt x="1744" y="20"/>
                  </a:lnTo>
                  <a:close/>
                  <a:moveTo>
                    <a:pt x="1744" y="1"/>
                  </a:moveTo>
                  <a:lnTo>
                    <a:pt x="0" y="1024"/>
                  </a:lnTo>
                  <a:lnTo>
                    <a:pt x="1523" y="1884"/>
                  </a:lnTo>
                  <a:lnTo>
                    <a:pt x="1542" y="1884"/>
                  </a:lnTo>
                  <a:lnTo>
                    <a:pt x="3262" y="885"/>
                  </a:lnTo>
                  <a:lnTo>
                    <a:pt x="17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42"/>
            <p:cNvSpPr/>
            <p:nvPr/>
          </p:nvSpPr>
          <p:spPr>
            <a:xfrm>
              <a:off x="3440354" y="3396447"/>
              <a:ext cx="553976" cy="320026"/>
            </a:xfrm>
            <a:custGeom>
              <a:avLst/>
              <a:gdLst/>
              <a:ahLst/>
              <a:cxnLst/>
              <a:rect l="l" t="t" r="r" b="b"/>
              <a:pathLst>
                <a:path w="3263" h="1885" extrusionOk="0">
                  <a:moveTo>
                    <a:pt x="1744" y="20"/>
                  </a:moveTo>
                  <a:lnTo>
                    <a:pt x="3224" y="885"/>
                  </a:lnTo>
                  <a:lnTo>
                    <a:pt x="1533" y="1859"/>
                  </a:lnTo>
                  <a:lnTo>
                    <a:pt x="1533" y="1859"/>
                  </a:lnTo>
                  <a:lnTo>
                    <a:pt x="43" y="1024"/>
                  </a:lnTo>
                  <a:lnTo>
                    <a:pt x="1744" y="20"/>
                  </a:lnTo>
                  <a:close/>
                  <a:moveTo>
                    <a:pt x="1744" y="1"/>
                  </a:moveTo>
                  <a:lnTo>
                    <a:pt x="0" y="1024"/>
                  </a:lnTo>
                  <a:lnTo>
                    <a:pt x="1523" y="1884"/>
                  </a:lnTo>
                  <a:lnTo>
                    <a:pt x="1542" y="1884"/>
                  </a:lnTo>
                  <a:lnTo>
                    <a:pt x="3262" y="885"/>
                  </a:lnTo>
                  <a:lnTo>
                    <a:pt x="17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2"/>
            <p:cNvSpPr/>
            <p:nvPr/>
          </p:nvSpPr>
          <p:spPr>
            <a:xfrm>
              <a:off x="3443579" y="2400707"/>
              <a:ext cx="299483" cy="1169750"/>
            </a:xfrm>
            <a:custGeom>
              <a:avLst/>
              <a:gdLst/>
              <a:ahLst/>
              <a:cxnLst/>
              <a:rect l="l" t="t" r="r" b="b"/>
              <a:pathLst>
                <a:path w="1764" h="6890" extrusionOk="0">
                  <a:moveTo>
                    <a:pt x="1744" y="43"/>
                  </a:moveTo>
                  <a:lnTo>
                    <a:pt x="1725" y="5866"/>
                  </a:lnTo>
                  <a:lnTo>
                    <a:pt x="25" y="6856"/>
                  </a:lnTo>
                  <a:lnTo>
                    <a:pt x="25" y="6856"/>
                  </a:lnTo>
                  <a:lnTo>
                    <a:pt x="44" y="1023"/>
                  </a:lnTo>
                  <a:lnTo>
                    <a:pt x="1744" y="43"/>
                  </a:lnTo>
                  <a:close/>
                  <a:moveTo>
                    <a:pt x="1764" y="0"/>
                  </a:moveTo>
                  <a:lnTo>
                    <a:pt x="24" y="1023"/>
                  </a:lnTo>
                  <a:lnTo>
                    <a:pt x="1" y="6870"/>
                  </a:lnTo>
                  <a:lnTo>
                    <a:pt x="1" y="6870"/>
                  </a:lnTo>
                  <a:lnTo>
                    <a:pt x="0" y="6870"/>
                  </a:lnTo>
                  <a:lnTo>
                    <a:pt x="0" y="6889"/>
                  </a:lnTo>
                  <a:lnTo>
                    <a:pt x="24" y="6889"/>
                  </a:lnTo>
                  <a:lnTo>
                    <a:pt x="1744" y="5885"/>
                  </a:lnTo>
                  <a:lnTo>
                    <a:pt x="17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2"/>
            <p:cNvSpPr/>
            <p:nvPr/>
          </p:nvSpPr>
          <p:spPr>
            <a:xfrm>
              <a:off x="3443579" y="2400707"/>
              <a:ext cx="299483" cy="1169750"/>
            </a:xfrm>
            <a:custGeom>
              <a:avLst/>
              <a:gdLst/>
              <a:ahLst/>
              <a:cxnLst/>
              <a:rect l="l" t="t" r="r" b="b"/>
              <a:pathLst>
                <a:path w="1764" h="6890" extrusionOk="0">
                  <a:moveTo>
                    <a:pt x="1744" y="43"/>
                  </a:moveTo>
                  <a:lnTo>
                    <a:pt x="1725" y="5866"/>
                  </a:lnTo>
                  <a:lnTo>
                    <a:pt x="25" y="6856"/>
                  </a:lnTo>
                  <a:lnTo>
                    <a:pt x="25" y="6856"/>
                  </a:lnTo>
                  <a:lnTo>
                    <a:pt x="44" y="1023"/>
                  </a:lnTo>
                  <a:lnTo>
                    <a:pt x="1744" y="43"/>
                  </a:lnTo>
                  <a:close/>
                  <a:moveTo>
                    <a:pt x="1764" y="0"/>
                  </a:moveTo>
                  <a:lnTo>
                    <a:pt x="24" y="1023"/>
                  </a:lnTo>
                  <a:lnTo>
                    <a:pt x="1" y="6870"/>
                  </a:lnTo>
                  <a:lnTo>
                    <a:pt x="1" y="6870"/>
                  </a:lnTo>
                  <a:lnTo>
                    <a:pt x="0" y="6870"/>
                  </a:lnTo>
                  <a:lnTo>
                    <a:pt x="0" y="6889"/>
                  </a:lnTo>
                  <a:lnTo>
                    <a:pt x="24" y="6889"/>
                  </a:lnTo>
                  <a:lnTo>
                    <a:pt x="1744" y="5885"/>
                  </a:lnTo>
                  <a:lnTo>
                    <a:pt x="17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2"/>
            <p:cNvSpPr/>
            <p:nvPr/>
          </p:nvSpPr>
          <p:spPr>
            <a:xfrm>
              <a:off x="3443579" y="2400707"/>
              <a:ext cx="554825" cy="323082"/>
            </a:xfrm>
            <a:custGeom>
              <a:avLst/>
              <a:gdLst/>
              <a:ahLst/>
              <a:cxnLst/>
              <a:rect l="l" t="t" r="r" b="b"/>
              <a:pathLst>
                <a:path w="3268" h="1903" extrusionOk="0">
                  <a:moveTo>
                    <a:pt x="1744" y="43"/>
                  </a:moveTo>
                  <a:lnTo>
                    <a:pt x="3224" y="884"/>
                  </a:lnTo>
                  <a:lnTo>
                    <a:pt x="1523" y="1883"/>
                  </a:lnTo>
                  <a:lnTo>
                    <a:pt x="60" y="1014"/>
                  </a:lnTo>
                  <a:lnTo>
                    <a:pt x="60" y="1014"/>
                  </a:lnTo>
                  <a:lnTo>
                    <a:pt x="1744" y="43"/>
                  </a:lnTo>
                  <a:close/>
                  <a:moveTo>
                    <a:pt x="1744" y="0"/>
                  </a:moveTo>
                  <a:lnTo>
                    <a:pt x="0" y="1023"/>
                  </a:lnTo>
                  <a:lnTo>
                    <a:pt x="24" y="1023"/>
                  </a:lnTo>
                  <a:lnTo>
                    <a:pt x="1523" y="1903"/>
                  </a:lnTo>
                  <a:lnTo>
                    <a:pt x="3267" y="884"/>
                  </a:lnTo>
                  <a:lnTo>
                    <a:pt x="17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42"/>
            <p:cNvSpPr/>
            <p:nvPr/>
          </p:nvSpPr>
          <p:spPr>
            <a:xfrm>
              <a:off x="3443579" y="2400707"/>
              <a:ext cx="554825" cy="323082"/>
            </a:xfrm>
            <a:custGeom>
              <a:avLst/>
              <a:gdLst/>
              <a:ahLst/>
              <a:cxnLst/>
              <a:rect l="l" t="t" r="r" b="b"/>
              <a:pathLst>
                <a:path w="3268" h="1903" extrusionOk="0">
                  <a:moveTo>
                    <a:pt x="1744" y="43"/>
                  </a:moveTo>
                  <a:lnTo>
                    <a:pt x="3224" y="884"/>
                  </a:lnTo>
                  <a:lnTo>
                    <a:pt x="1523" y="1883"/>
                  </a:lnTo>
                  <a:lnTo>
                    <a:pt x="60" y="1014"/>
                  </a:lnTo>
                  <a:lnTo>
                    <a:pt x="60" y="1014"/>
                  </a:lnTo>
                  <a:lnTo>
                    <a:pt x="1744" y="43"/>
                  </a:lnTo>
                  <a:close/>
                  <a:moveTo>
                    <a:pt x="1744" y="0"/>
                  </a:moveTo>
                  <a:lnTo>
                    <a:pt x="0" y="1023"/>
                  </a:lnTo>
                  <a:lnTo>
                    <a:pt x="24" y="1023"/>
                  </a:lnTo>
                  <a:lnTo>
                    <a:pt x="1523" y="1903"/>
                  </a:lnTo>
                  <a:lnTo>
                    <a:pt x="3267" y="884"/>
                  </a:lnTo>
                  <a:lnTo>
                    <a:pt x="17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2"/>
            <p:cNvSpPr/>
            <p:nvPr/>
          </p:nvSpPr>
          <p:spPr>
            <a:xfrm>
              <a:off x="3447654" y="2903925"/>
              <a:ext cx="173001" cy="768402"/>
            </a:xfrm>
            <a:custGeom>
              <a:avLst/>
              <a:gdLst/>
              <a:ahLst/>
              <a:cxnLst/>
              <a:rect l="l" t="t" r="r" b="b"/>
              <a:pathLst>
                <a:path w="1019" h="4526" extrusionOk="0">
                  <a:moveTo>
                    <a:pt x="20" y="19"/>
                  </a:moveTo>
                  <a:lnTo>
                    <a:pt x="1000" y="590"/>
                  </a:lnTo>
                  <a:lnTo>
                    <a:pt x="1000" y="4482"/>
                  </a:lnTo>
                  <a:lnTo>
                    <a:pt x="20" y="3925"/>
                  </a:lnTo>
                  <a:lnTo>
                    <a:pt x="20" y="19"/>
                  </a:lnTo>
                  <a:close/>
                  <a:moveTo>
                    <a:pt x="0" y="0"/>
                  </a:moveTo>
                  <a:lnTo>
                    <a:pt x="0" y="3925"/>
                  </a:lnTo>
                  <a:lnTo>
                    <a:pt x="1019" y="4526"/>
                  </a:lnTo>
                  <a:lnTo>
                    <a:pt x="1019" y="58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2"/>
            <p:cNvSpPr/>
            <p:nvPr/>
          </p:nvSpPr>
          <p:spPr>
            <a:xfrm>
              <a:off x="3447654" y="2903925"/>
              <a:ext cx="173001" cy="768402"/>
            </a:xfrm>
            <a:custGeom>
              <a:avLst/>
              <a:gdLst/>
              <a:ahLst/>
              <a:cxnLst/>
              <a:rect l="l" t="t" r="r" b="b"/>
              <a:pathLst>
                <a:path w="1019" h="4526" extrusionOk="0">
                  <a:moveTo>
                    <a:pt x="20" y="19"/>
                  </a:moveTo>
                  <a:lnTo>
                    <a:pt x="1000" y="590"/>
                  </a:lnTo>
                  <a:lnTo>
                    <a:pt x="1000" y="4482"/>
                  </a:lnTo>
                  <a:lnTo>
                    <a:pt x="20" y="3925"/>
                  </a:lnTo>
                  <a:lnTo>
                    <a:pt x="20" y="19"/>
                  </a:lnTo>
                  <a:close/>
                  <a:moveTo>
                    <a:pt x="0" y="0"/>
                  </a:moveTo>
                  <a:lnTo>
                    <a:pt x="0" y="3925"/>
                  </a:lnTo>
                  <a:lnTo>
                    <a:pt x="1019" y="4526"/>
                  </a:lnTo>
                  <a:lnTo>
                    <a:pt x="1019" y="58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2"/>
            <p:cNvSpPr/>
            <p:nvPr/>
          </p:nvSpPr>
          <p:spPr>
            <a:xfrm>
              <a:off x="3250204" y="3016487"/>
              <a:ext cx="177245" cy="767553"/>
            </a:xfrm>
            <a:custGeom>
              <a:avLst/>
              <a:gdLst/>
              <a:ahLst/>
              <a:cxnLst/>
              <a:rect l="l" t="t" r="r" b="b"/>
              <a:pathLst>
                <a:path w="1044" h="4521" extrusionOk="0">
                  <a:moveTo>
                    <a:pt x="39" y="39"/>
                  </a:moveTo>
                  <a:lnTo>
                    <a:pt x="1019" y="601"/>
                  </a:lnTo>
                  <a:lnTo>
                    <a:pt x="1019" y="4482"/>
                  </a:lnTo>
                  <a:lnTo>
                    <a:pt x="20" y="3920"/>
                  </a:lnTo>
                  <a:lnTo>
                    <a:pt x="39" y="39"/>
                  </a:lnTo>
                  <a:close/>
                  <a:moveTo>
                    <a:pt x="20" y="0"/>
                  </a:moveTo>
                  <a:lnTo>
                    <a:pt x="1" y="3940"/>
                  </a:lnTo>
                  <a:lnTo>
                    <a:pt x="1043" y="4521"/>
                  </a:lnTo>
                  <a:lnTo>
                    <a:pt x="1043" y="577"/>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42"/>
            <p:cNvSpPr/>
            <p:nvPr/>
          </p:nvSpPr>
          <p:spPr>
            <a:xfrm>
              <a:off x="3250204" y="3016487"/>
              <a:ext cx="177245" cy="767553"/>
            </a:xfrm>
            <a:custGeom>
              <a:avLst/>
              <a:gdLst/>
              <a:ahLst/>
              <a:cxnLst/>
              <a:rect l="l" t="t" r="r" b="b"/>
              <a:pathLst>
                <a:path w="1044" h="4521" extrusionOk="0">
                  <a:moveTo>
                    <a:pt x="39" y="39"/>
                  </a:moveTo>
                  <a:lnTo>
                    <a:pt x="1019" y="601"/>
                  </a:lnTo>
                  <a:lnTo>
                    <a:pt x="1019" y="4482"/>
                  </a:lnTo>
                  <a:lnTo>
                    <a:pt x="20" y="3920"/>
                  </a:lnTo>
                  <a:lnTo>
                    <a:pt x="39" y="39"/>
                  </a:lnTo>
                  <a:close/>
                  <a:moveTo>
                    <a:pt x="20" y="0"/>
                  </a:moveTo>
                  <a:lnTo>
                    <a:pt x="1" y="3940"/>
                  </a:lnTo>
                  <a:lnTo>
                    <a:pt x="1043" y="4521"/>
                  </a:lnTo>
                  <a:lnTo>
                    <a:pt x="1043" y="577"/>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42"/>
            <p:cNvSpPr/>
            <p:nvPr/>
          </p:nvSpPr>
          <p:spPr>
            <a:xfrm>
              <a:off x="3423206" y="3002565"/>
              <a:ext cx="197448" cy="781474"/>
            </a:xfrm>
            <a:custGeom>
              <a:avLst/>
              <a:gdLst/>
              <a:ahLst/>
              <a:cxnLst/>
              <a:rect l="l" t="t" r="r" b="b"/>
              <a:pathLst>
                <a:path w="1163" h="4603" extrusionOk="0">
                  <a:moveTo>
                    <a:pt x="1144" y="20"/>
                  </a:moveTo>
                  <a:lnTo>
                    <a:pt x="1144" y="3925"/>
                  </a:lnTo>
                  <a:lnTo>
                    <a:pt x="24" y="4564"/>
                  </a:lnTo>
                  <a:lnTo>
                    <a:pt x="24" y="683"/>
                  </a:lnTo>
                  <a:lnTo>
                    <a:pt x="1144" y="20"/>
                  </a:lnTo>
                  <a:close/>
                  <a:moveTo>
                    <a:pt x="1163" y="1"/>
                  </a:moveTo>
                  <a:lnTo>
                    <a:pt x="0" y="659"/>
                  </a:lnTo>
                  <a:lnTo>
                    <a:pt x="0" y="683"/>
                  </a:lnTo>
                  <a:lnTo>
                    <a:pt x="0" y="4603"/>
                  </a:lnTo>
                  <a:lnTo>
                    <a:pt x="1163" y="3925"/>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2"/>
            <p:cNvSpPr/>
            <p:nvPr/>
          </p:nvSpPr>
          <p:spPr>
            <a:xfrm>
              <a:off x="3423206" y="3002565"/>
              <a:ext cx="197448" cy="781474"/>
            </a:xfrm>
            <a:custGeom>
              <a:avLst/>
              <a:gdLst/>
              <a:ahLst/>
              <a:cxnLst/>
              <a:rect l="l" t="t" r="r" b="b"/>
              <a:pathLst>
                <a:path w="1163" h="4603" extrusionOk="0">
                  <a:moveTo>
                    <a:pt x="1144" y="20"/>
                  </a:moveTo>
                  <a:lnTo>
                    <a:pt x="1144" y="3925"/>
                  </a:lnTo>
                  <a:lnTo>
                    <a:pt x="24" y="4564"/>
                  </a:lnTo>
                  <a:lnTo>
                    <a:pt x="24" y="683"/>
                  </a:lnTo>
                  <a:lnTo>
                    <a:pt x="1144" y="20"/>
                  </a:lnTo>
                  <a:close/>
                  <a:moveTo>
                    <a:pt x="1163" y="1"/>
                  </a:moveTo>
                  <a:lnTo>
                    <a:pt x="0" y="659"/>
                  </a:lnTo>
                  <a:lnTo>
                    <a:pt x="0" y="683"/>
                  </a:lnTo>
                  <a:lnTo>
                    <a:pt x="0" y="4603"/>
                  </a:lnTo>
                  <a:lnTo>
                    <a:pt x="1163" y="3925"/>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2"/>
            <p:cNvSpPr/>
            <p:nvPr/>
          </p:nvSpPr>
          <p:spPr>
            <a:xfrm>
              <a:off x="3250204" y="3566903"/>
              <a:ext cx="370449" cy="217142"/>
            </a:xfrm>
            <a:custGeom>
              <a:avLst/>
              <a:gdLst/>
              <a:ahLst/>
              <a:cxnLst/>
              <a:rect l="l" t="t" r="r" b="b"/>
              <a:pathLst>
                <a:path w="2182" h="1279" extrusionOk="0">
                  <a:moveTo>
                    <a:pt x="1163" y="39"/>
                  </a:moveTo>
                  <a:lnTo>
                    <a:pt x="2143" y="601"/>
                  </a:lnTo>
                  <a:lnTo>
                    <a:pt x="1019" y="1260"/>
                  </a:lnTo>
                  <a:lnTo>
                    <a:pt x="39" y="678"/>
                  </a:lnTo>
                  <a:lnTo>
                    <a:pt x="1163" y="39"/>
                  </a:lnTo>
                  <a:close/>
                  <a:moveTo>
                    <a:pt x="1163" y="1"/>
                  </a:moveTo>
                  <a:lnTo>
                    <a:pt x="1" y="678"/>
                  </a:lnTo>
                  <a:lnTo>
                    <a:pt x="1019" y="1279"/>
                  </a:lnTo>
                  <a:lnTo>
                    <a:pt x="2182" y="601"/>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2"/>
            <p:cNvSpPr/>
            <p:nvPr/>
          </p:nvSpPr>
          <p:spPr>
            <a:xfrm>
              <a:off x="3250204" y="3566903"/>
              <a:ext cx="370449" cy="217142"/>
            </a:xfrm>
            <a:custGeom>
              <a:avLst/>
              <a:gdLst/>
              <a:ahLst/>
              <a:cxnLst/>
              <a:rect l="l" t="t" r="r" b="b"/>
              <a:pathLst>
                <a:path w="2182" h="1279" extrusionOk="0">
                  <a:moveTo>
                    <a:pt x="1163" y="39"/>
                  </a:moveTo>
                  <a:lnTo>
                    <a:pt x="2143" y="601"/>
                  </a:lnTo>
                  <a:lnTo>
                    <a:pt x="1019" y="1260"/>
                  </a:lnTo>
                  <a:lnTo>
                    <a:pt x="39" y="678"/>
                  </a:lnTo>
                  <a:lnTo>
                    <a:pt x="1163" y="39"/>
                  </a:lnTo>
                  <a:close/>
                  <a:moveTo>
                    <a:pt x="1163" y="1"/>
                  </a:moveTo>
                  <a:lnTo>
                    <a:pt x="1" y="678"/>
                  </a:lnTo>
                  <a:lnTo>
                    <a:pt x="1019" y="1279"/>
                  </a:lnTo>
                  <a:lnTo>
                    <a:pt x="2182" y="601"/>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2"/>
            <p:cNvSpPr/>
            <p:nvPr/>
          </p:nvSpPr>
          <p:spPr>
            <a:xfrm>
              <a:off x="3250204" y="2903925"/>
              <a:ext cx="200844" cy="781474"/>
            </a:xfrm>
            <a:custGeom>
              <a:avLst/>
              <a:gdLst/>
              <a:ahLst/>
              <a:cxnLst/>
              <a:rect l="l" t="t" r="r" b="b"/>
              <a:pathLst>
                <a:path w="1183" h="4603" extrusionOk="0">
                  <a:moveTo>
                    <a:pt x="1163" y="19"/>
                  </a:moveTo>
                  <a:lnTo>
                    <a:pt x="1163" y="3925"/>
                  </a:lnTo>
                  <a:lnTo>
                    <a:pt x="20" y="4583"/>
                  </a:lnTo>
                  <a:lnTo>
                    <a:pt x="39" y="682"/>
                  </a:lnTo>
                  <a:lnTo>
                    <a:pt x="1163" y="19"/>
                  </a:lnTo>
                  <a:close/>
                  <a:moveTo>
                    <a:pt x="1183" y="0"/>
                  </a:moveTo>
                  <a:lnTo>
                    <a:pt x="20" y="682"/>
                  </a:lnTo>
                  <a:lnTo>
                    <a:pt x="1" y="4603"/>
                  </a:lnTo>
                  <a:lnTo>
                    <a:pt x="20" y="4603"/>
                  </a:lnTo>
                  <a:lnTo>
                    <a:pt x="1183" y="3925"/>
                  </a:lnTo>
                  <a:lnTo>
                    <a:pt x="11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p:cNvSpPr/>
            <p:nvPr/>
          </p:nvSpPr>
          <p:spPr>
            <a:xfrm>
              <a:off x="3250204" y="2903925"/>
              <a:ext cx="200844" cy="781474"/>
            </a:xfrm>
            <a:custGeom>
              <a:avLst/>
              <a:gdLst/>
              <a:ahLst/>
              <a:cxnLst/>
              <a:rect l="l" t="t" r="r" b="b"/>
              <a:pathLst>
                <a:path w="1183" h="4603" extrusionOk="0">
                  <a:moveTo>
                    <a:pt x="1163" y="19"/>
                  </a:moveTo>
                  <a:lnTo>
                    <a:pt x="1163" y="3925"/>
                  </a:lnTo>
                  <a:lnTo>
                    <a:pt x="20" y="4583"/>
                  </a:lnTo>
                  <a:lnTo>
                    <a:pt x="39" y="682"/>
                  </a:lnTo>
                  <a:lnTo>
                    <a:pt x="1163" y="19"/>
                  </a:lnTo>
                  <a:close/>
                  <a:moveTo>
                    <a:pt x="1183" y="0"/>
                  </a:moveTo>
                  <a:lnTo>
                    <a:pt x="20" y="682"/>
                  </a:lnTo>
                  <a:lnTo>
                    <a:pt x="1" y="4603"/>
                  </a:lnTo>
                  <a:lnTo>
                    <a:pt x="20" y="4603"/>
                  </a:lnTo>
                  <a:lnTo>
                    <a:pt x="1183" y="3925"/>
                  </a:lnTo>
                  <a:lnTo>
                    <a:pt x="11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2"/>
            <p:cNvSpPr/>
            <p:nvPr/>
          </p:nvSpPr>
          <p:spPr>
            <a:xfrm>
              <a:off x="3253600" y="2903925"/>
              <a:ext cx="370449" cy="214596"/>
            </a:xfrm>
            <a:custGeom>
              <a:avLst/>
              <a:gdLst/>
              <a:ahLst/>
              <a:cxnLst/>
              <a:rect l="l" t="t" r="r" b="b"/>
              <a:pathLst>
                <a:path w="2182" h="1264" extrusionOk="0">
                  <a:moveTo>
                    <a:pt x="1163" y="19"/>
                  </a:moveTo>
                  <a:lnTo>
                    <a:pt x="2143" y="582"/>
                  </a:lnTo>
                  <a:lnTo>
                    <a:pt x="1023" y="1240"/>
                  </a:lnTo>
                  <a:lnTo>
                    <a:pt x="36" y="673"/>
                  </a:lnTo>
                  <a:lnTo>
                    <a:pt x="36" y="673"/>
                  </a:lnTo>
                  <a:lnTo>
                    <a:pt x="1163" y="19"/>
                  </a:lnTo>
                  <a:close/>
                  <a:moveTo>
                    <a:pt x="1163" y="0"/>
                  </a:moveTo>
                  <a:lnTo>
                    <a:pt x="26" y="667"/>
                  </a:lnTo>
                  <a:lnTo>
                    <a:pt x="26" y="667"/>
                  </a:lnTo>
                  <a:lnTo>
                    <a:pt x="19" y="663"/>
                  </a:lnTo>
                  <a:lnTo>
                    <a:pt x="19" y="671"/>
                  </a:lnTo>
                  <a:lnTo>
                    <a:pt x="19" y="671"/>
                  </a:lnTo>
                  <a:lnTo>
                    <a:pt x="0" y="682"/>
                  </a:lnTo>
                  <a:lnTo>
                    <a:pt x="1023" y="1264"/>
                  </a:lnTo>
                  <a:lnTo>
                    <a:pt x="2181" y="582"/>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2"/>
            <p:cNvSpPr/>
            <p:nvPr/>
          </p:nvSpPr>
          <p:spPr>
            <a:xfrm>
              <a:off x="3253600" y="2903925"/>
              <a:ext cx="370449" cy="214596"/>
            </a:xfrm>
            <a:custGeom>
              <a:avLst/>
              <a:gdLst/>
              <a:ahLst/>
              <a:cxnLst/>
              <a:rect l="l" t="t" r="r" b="b"/>
              <a:pathLst>
                <a:path w="2182" h="1264" extrusionOk="0">
                  <a:moveTo>
                    <a:pt x="1163" y="19"/>
                  </a:moveTo>
                  <a:lnTo>
                    <a:pt x="2143" y="582"/>
                  </a:lnTo>
                  <a:lnTo>
                    <a:pt x="1023" y="1240"/>
                  </a:lnTo>
                  <a:lnTo>
                    <a:pt x="36" y="673"/>
                  </a:lnTo>
                  <a:lnTo>
                    <a:pt x="36" y="673"/>
                  </a:lnTo>
                  <a:lnTo>
                    <a:pt x="1163" y="19"/>
                  </a:lnTo>
                  <a:close/>
                  <a:moveTo>
                    <a:pt x="1163" y="0"/>
                  </a:moveTo>
                  <a:lnTo>
                    <a:pt x="26" y="667"/>
                  </a:lnTo>
                  <a:lnTo>
                    <a:pt x="26" y="667"/>
                  </a:lnTo>
                  <a:lnTo>
                    <a:pt x="19" y="663"/>
                  </a:lnTo>
                  <a:lnTo>
                    <a:pt x="19" y="671"/>
                  </a:lnTo>
                  <a:lnTo>
                    <a:pt x="19" y="671"/>
                  </a:lnTo>
                  <a:lnTo>
                    <a:pt x="0" y="682"/>
                  </a:lnTo>
                  <a:lnTo>
                    <a:pt x="1023" y="1264"/>
                  </a:lnTo>
                  <a:lnTo>
                    <a:pt x="2181" y="582"/>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2"/>
            <p:cNvSpPr/>
            <p:nvPr/>
          </p:nvSpPr>
          <p:spPr>
            <a:xfrm>
              <a:off x="3967169" y="2903925"/>
              <a:ext cx="177245" cy="768402"/>
            </a:xfrm>
            <a:custGeom>
              <a:avLst/>
              <a:gdLst/>
              <a:ahLst/>
              <a:cxnLst/>
              <a:rect l="l" t="t" r="r" b="b"/>
              <a:pathLst>
                <a:path w="1044" h="4526" extrusionOk="0">
                  <a:moveTo>
                    <a:pt x="39" y="19"/>
                  </a:moveTo>
                  <a:lnTo>
                    <a:pt x="1024" y="601"/>
                  </a:lnTo>
                  <a:lnTo>
                    <a:pt x="1024" y="601"/>
                  </a:lnTo>
                  <a:lnTo>
                    <a:pt x="1000" y="4482"/>
                  </a:lnTo>
                  <a:lnTo>
                    <a:pt x="20" y="3925"/>
                  </a:lnTo>
                  <a:lnTo>
                    <a:pt x="39" y="19"/>
                  </a:lnTo>
                  <a:close/>
                  <a:moveTo>
                    <a:pt x="20" y="0"/>
                  </a:moveTo>
                  <a:lnTo>
                    <a:pt x="1" y="3925"/>
                  </a:lnTo>
                  <a:lnTo>
                    <a:pt x="1024" y="4526"/>
                  </a:lnTo>
                  <a:lnTo>
                    <a:pt x="1043" y="582"/>
                  </a:lnTo>
                  <a:lnTo>
                    <a:pt x="1024" y="582"/>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2"/>
            <p:cNvSpPr/>
            <p:nvPr/>
          </p:nvSpPr>
          <p:spPr>
            <a:xfrm>
              <a:off x="3967169" y="2903925"/>
              <a:ext cx="177245" cy="768402"/>
            </a:xfrm>
            <a:custGeom>
              <a:avLst/>
              <a:gdLst/>
              <a:ahLst/>
              <a:cxnLst/>
              <a:rect l="l" t="t" r="r" b="b"/>
              <a:pathLst>
                <a:path w="1044" h="4526" extrusionOk="0">
                  <a:moveTo>
                    <a:pt x="39" y="19"/>
                  </a:moveTo>
                  <a:lnTo>
                    <a:pt x="1024" y="601"/>
                  </a:lnTo>
                  <a:lnTo>
                    <a:pt x="1024" y="601"/>
                  </a:lnTo>
                  <a:lnTo>
                    <a:pt x="1000" y="4482"/>
                  </a:lnTo>
                  <a:lnTo>
                    <a:pt x="20" y="3925"/>
                  </a:lnTo>
                  <a:lnTo>
                    <a:pt x="39" y="19"/>
                  </a:lnTo>
                  <a:close/>
                  <a:moveTo>
                    <a:pt x="20" y="0"/>
                  </a:moveTo>
                  <a:lnTo>
                    <a:pt x="1" y="3925"/>
                  </a:lnTo>
                  <a:lnTo>
                    <a:pt x="1024" y="4526"/>
                  </a:lnTo>
                  <a:lnTo>
                    <a:pt x="1043" y="582"/>
                  </a:lnTo>
                  <a:lnTo>
                    <a:pt x="1024" y="582"/>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2"/>
            <p:cNvSpPr/>
            <p:nvPr/>
          </p:nvSpPr>
          <p:spPr>
            <a:xfrm>
              <a:off x="3773964" y="3016487"/>
              <a:ext cx="173001" cy="767553"/>
            </a:xfrm>
            <a:custGeom>
              <a:avLst/>
              <a:gdLst/>
              <a:ahLst/>
              <a:cxnLst/>
              <a:rect l="l" t="t" r="r" b="b"/>
              <a:pathLst>
                <a:path w="1019" h="4521" extrusionOk="0">
                  <a:moveTo>
                    <a:pt x="0" y="0"/>
                  </a:moveTo>
                  <a:lnTo>
                    <a:pt x="0" y="3940"/>
                  </a:lnTo>
                  <a:lnTo>
                    <a:pt x="1019" y="4521"/>
                  </a:lnTo>
                  <a:lnTo>
                    <a:pt x="1019" y="601"/>
                  </a:lnTo>
                  <a:lnTo>
                    <a:pt x="999" y="601"/>
                  </a:lnTo>
                  <a:lnTo>
                    <a:pt x="999" y="4482"/>
                  </a:lnTo>
                  <a:lnTo>
                    <a:pt x="19" y="3920"/>
                  </a:lnTo>
                  <a:lnTo>
                    <a:pt x="19" y="39"/>
                  </a:lnTo>
                  <a:lnTo>
                    <a:pt x="1019" y="601"/>
                  </a:lnTo>
                  <a:lnTo>
                    <a:pt x="1019" y="5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2"/>
            <p:cNvSpPr/>
            <p:nvPr/>
          </p:nvSpPr>
          <p:spPr>
            <a:xfrm>
              <a:off x="3773964" y="3016487"/>
              <a:ext cx="173001" cy="767553"/>
            </a:xfrm>
            <a:custGeom>
              <a:avLst/>
              <a:gdLst/>
              <a:ahLst/>
              <a:cxnLst/>
              <a:rect l="l" t="t" r="r" b="b"/>
              <a:pathLst>
                <a:path w="1019" h="4521" extrusionOk="0">
                  <a:moveTo>
                    <a:pt x="0" y="0"/>
                  </a:moveTo>
                  <a:lnTo>
                    <a:pt x="0" y="3940"/>
                  </a:lnTo>
                  <a:lnTo>
                    <a:pt x="1019" y="4521"/>
                  </a:lnTo>
                  <a:lnTo>
                    <a:pt x="1019" y="601"/>
                  </a:lnTo>
                  <a:lnTo>
                    <a:pt x="999" y="601"/>
                  </a:lnTo>
                  <a:lnTo>
                    <a:pt x="999" y="4482"/>
                  </a:lnTo>
                  <a:lnTo>
                    <a:pt x="19" y="3920"/>
                  </a:lnTo>
                  <a:lnTo>
                    <a:pt x="19" y="39"/>
                  </a:lnTo>
                  <a:lnTo>
                    <a:pt x="1019" y="601"/>
                  </a:lnTo>
                  <a:lnTo>
                    <a:pt x="1019" y="5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2"/>
            <p:cNvSpPr/>
            <p:nvPr/>
          </p:nvSpPr>
          <p:spPr>
            <a:xfrm>
              <a:off x="3943571" y="3002565"/>
              <a:ext cx="200844" cy="781474"/>
            </a:xfrm>
            <a:custGeom>
              <a:avLst/>
              <a:gdLst/>
              <a:ahLst/>
              <a:cxnLst/>
              <a:rect l="l" t="t" r="r" b="b"/>
              <a:pathLst>
                <a:path w="1183" h="4603" extrusionOk="0">
                  <a:moveTo>
                    <a:pt x="1163" y="20"/>
                  </a:moveTo>
                  <a:lnTo>
                    <a:pt x="1139" y="3925"/>
                  </a:lnTo>
                  <a:lnTo>
                    <a:pt x="20" y="4564"/>
                  </a:lnTo>
                  <a:lnTo>
                    <a:pt x="20" y="683"/>
                  </a:lnTo>
                  <a:lnTo>
                    <a:pt x="1163" y="20"/>
                  </a:lnTo>
                  <a:close/>
                  <a:moveTo>
                    <a:pt x="1182" y="1"/>
                  </a:moveTo>
                  <a:lnTo>
                    <a:pt x="0" y="659"/>
                  </a:lnTo>
                  <a:lnTo>
                    <a:pt x="0" y="683"/>
                  </a:lnTo>
                  <a:lnTo>
                    <a:pt x="0" y="4603"/>
                  </a:lnTo>
                  <a:lnTo>
                    <a:pt x="1163" y="3925"/>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42"/>
            <p:cNvSpPr/>
            <p:nvPr/>
          </p:nvSpPr>
          <p:spPr>
            <a:xfrm>
              <a:off x="3943571" y="3002565"/>
              <a:ext cx="200844" cy="781474"/>
            </a:xfrm>
            <a:custGeom>
              <a:avLst/>
              <a:gdLst/>
              <a:ahLst/>
              <a:cxnLst/>
              <a:rect l="l" t="t" r="r" b="b"/>
              <a:pathLst>
                <a:path w="1183" h="4603" extrusionOk="0">
                  <a:moveTo>
                    <a:pt x="1163" y="20"/>
                  </a:moveTo>
                  <a:lnTo>
                    <a:pt x="1139" y="3925"/>
                  </a:lnTo>
                  <a:lnTo>
                    <a:pt x="20" y="4564"/>
                  </a:lnTo>
                  <a:lnTo>
                    <a:pt x="20" y="683"/>
                  </a:lnTo>
                  <a:lnTo>
                    <a:pt x="1163" y="20"/>
                  </a:lnTo>
                  <a:close/>
                  <a:moveTo>
                    <a:pt x="1182" y="1"/>
                  </a:moveTo>
                  <a:lnTo>
                    <a:pt x="0" y="659"/>
                  </a:lnTo>
                  <a:lnTo>
                    <a:pt x="0" y="683"/>
                  </a:lnTo>
                  <a:lnTo>
                    <a:pt x="0" y="4603"/>
                  </a:lnTo>
                  <a:lnTo>
                    <a:pt x="1163" y="3925"/>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2"/>
            <p:cNvSpPr/>
            <p:nvPr/>
          </p:nvSpPr>
          <p:spPr>
            <a:xfrm>
              <a:off x="3769889" y="3566903"/>
              <a:ext cx="374524" cy="217142"/>
            </a:xfrm>
            <a:custGeom>
              <a:avLst/>
              <a:gdLst/>
              <a:ahLst/>
              <a:cxnLst/>
              <a:rect l="l" t="t" r="r" b="b"/>
              <a:pathLst>
                <a:path w="2206" h="1279" extrusionOk="0">
                  <a:moveTo>
                    <a:pt x="1182" y="39"/>
                  </a:moveTo>
                  <a:lnTo>
                    <a:pt x="2162" y="601"/>
                  </a:lnTo>
                  <a:lnTo>
                    <a:pt x="1033" y="1254"/>
                  </a:lnTo>
                  <a:lnTo>
                    <a:pt x="1033" y="1254"/>
                  </a:lnTo>
                  <a:lnTo>
                    <a:pt x="43" y="678"/>
                  </a:lnTo>
                  <a:lnTo>
                    <a:pt x="1182" y="39"/>
                  </a:lnTo>
                  <a:close/>
                  <a:moveTo>
                    <a:pt x="1182" y="1"/>
                  </a:moveTo>
                  <a:lnTo>
                    <a:pt x="0" y="678"/>
                  </a:lnTo>
                  <a:lnTo>
                    <a:pt x="1023" y="1279"/>
                  </a:lnTo>
                  <a:lnTo>
                    <a:pt x="1043" y="1279"/>
                  </a:lnTo>
                  <a:lnTo>
                    <a:pt x="2205" y="601"/>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2"/>
            <p:cNvSpPr/>
            <p:nvPr/>
          </p:nvSpPr>
          <p:spPr>
            <a:xfrm>
              <a:off x="3769889" y="3566903"/>
              <a:ext cx="374524" cy="217142"/>
            </a:xfrm>
            <a:custGeom>
              <a:avLst/>
              <a:gdLst/>
              <a:ahLst/>
              <a:cxnLst/>
              <a:rect l="l" t="t" r="r" b="b"/>
              <a:pathLst>
                <a:path w="2206" h="1279" extrusionOk="0">
                  <a:moveTo>
                    <a:pt x="1182" y="39"/>
                  </a:moveTo>
                  <a:lnTo>
                    <a:pt x="2162" y="601"/>
                  </a:lnTo>
                  <a:lnTo>
                    <a:pt x="1033" y="1254"/>
                  </a:lnTo>
                  <a:lnTo>
                    <a:pt x="1033" y="1254"/>
                  </a:lnTo>
                  <a:lnTo>
                    <a:pt x="43" y="678"/>
                  </a:lnTo>
                  <a:lnTo>
                    <a:pt x="1182" y="39"/>
                  </a:lnTo>
                  <a:close/>
                  <a:moveTo>
                    <a:pt x="1182" y="1"/>
                  </a:moveTo>
                  <a:lnTo>
                    <a:pt x="0" y="678"/>
                  </a:lnTo>
                  <a:lnTo>
                    <a:pt x="1023" y="1279"/>
                  </a:lnTo>
                  <a:lnTo>
                    <a:pt x="1043" y="1279"/>
                  </a:lnTo>
                  <a:lnTo>
                    <a:pt x="2205" y="601"/>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42"/>
            <p:cNvSpPr/>
            <p:nvPr/>
          </p:nvSpPr>
          <p:spPr>
            <a:xfrm>
              <a:off x="3773964" y="2903925"/>
              <a:ext cx="199995" cy="781474"/>
            </a:xfrm>
            <a:custGeom>
              <a:avLst/>
              <a:gdLst/>
              <a:ahLst/>
              <a:cxnLst/>
              <a:rect l="l" t="t" r="r" b="b"/>
              <a:pathLst>
                <a:path w="1178" h="4603" extrusionOk="0">
                  <a:moveTo>
                    <a:pt x="1158" y="19"/>
                  </a:moveTo>
                  <a:lnTo>
                    <a:pt x="1139" y="3925"/>
                  </a:lnTo>
                  <a:lnTo>
                    <a:pt x="19" y="4572"/>
                  </a:lnTo>
                  <a:lnTo>
                    <a:pt x="19" y="4572"/>
                  </a:lnTo>
                  <a:lnTo>
                    <a:pt x="19" y="682"/>
                  </a:lnTo>
                  <a:lnTo>
                    <a:pt x="1158" y="19"/>
                  </a:lnTo>
                  <a:close/>
                  <a:moveTo>
                    <a:pt x="1177" y="0"/>
                  </a:moveTo>
                  <a:lnTo>
                    <a:pt x="0" y="682"/>
                  </a:lnTo>
                  <a:lnTo>
                    <a:pt x="0" y="4603"/>
                  </a:lnTo>
                  <a:lnTo>
                    <a:pt x="19" y="4603"/>
                  </a:lnTo>
                  <a:lnTo>
                    <a:pt x="1158" y="3925"/>
                  </a:lnTo>
                  <a:lnTo>
                    <a:pt x="11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2"/>
            <p:cNvSpPr/>
            <p:nvPr/>
          </p:nvSpPr>
          <p:spPr>
            <a:xfrm>
              <a:off x="3773964" y="2903925"/>
              <a:ext cx="199995" cy="781474"/>
            </a:xfrm>
            <a:custGeom>
              <a:avLst/>
              <a:gdLst/>
              <a:ahLst/>
              <a:cxnLst/>
              <a:rect l="l" t="t" r="r" b="b"/>
              <a:pathLst>
                <a:path w="1178" h="4603" extrusionOk="0">
                  <a:moveTo>
                    <a:pt x="1158" y="19"/>
                  </a:moveTo>
                  <a:lnTo>
                    <a:pt x="1139" y="3925"/>
                  </a:lnTo>
                  <a:lnTo>
                    <a:pt x="19" y="4572"/>
                  </a:lnTo>
                  <a:lnTo>
                    <a:pt x="19" y="4572"/>
                  </a:lnTo>
                  <a:lnTo>
                    <a:pt x="19" y="682"/>
                  </a:lnTo>
                  <a:lnTo>
                    <a:pt x="1158" y="19"/>
                  </a:lnTo>
                  <a:close/>
                  <a:moveTo>
                    <a:pt x="1177" y="0"/>
                  </a:moveTo>
                  <a:lnTo>
                    <a:pt x="0" y="682"/>
                  </a:lnTo>
                  <a:lnTo>
                    <a:pt x="0" y="4603"/>
                  </a:lnTo>
                  <a:lnTo>
                    <a:pt x="19" y="4603"/>
                  </a:lnTo>
                  <a:lnTo>
                    <a:pt x="1158" y="3925"/>
                  </a:lnTo>
                  <a:lnTo>
                    <a:pt x="11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2"/>
            <p:cNvSpPr/>
            <p:nvPr/>
          </p:nvSpPr>
          <p:spPr>
            <a:xfrm>
              <a:off x="3773964" y="2903925"/>
              <a:ext cx="370449" cy="214596"/>
            </a:xfrm>
            <a:custGeom>
              <a:avLst/>
              <a:gdLst/>
              <a:ahLst/>
              <a:cxnLst/>
              <a:rect l="l" t="t" r="r" b="b"/>
              <a:pathLst>
                <a:path w="2182" h="1264" extrusionOk="0">
                  <a:moveTo>
                    <a:pt x="1158" y="19"/>
                  </a:moveTo>
                  <a:lnTo>
                    <a:pt x="2138" y="582"/>
                  </a:lnTo>
                  <a:lnTo>
                    <a:pt x="1019" y="1240"/>
                  </a:lnTo>
                  <a:lnTo>
                    <a:pt x="36" y="673"/>
                  </a:lnTo>
                  <a:lnTo>
                    <a:pt x="36" y="673"/>
                  </a:lnTo>
                  <a:lnTo>
                    <a:pt x="1158" y="19"/>
                  </a:lnTo>
                  <a:close/>
                  <a:moveTo>
                    <a:pt x="1158" y="0"/>
                  </a:moveTo>
                  <a:lnTo>
                    <a:pt x="26" y="667"/>
                  </a:lnTo>
                  <a:lnTo>
                    <a:pt x="26" y="667"/>
                  </a:lnTo>
                  <a:lnTo>
                    <a:pt x="19" y="663"/>
                  </a:lnTo>
                  <a:lnTo>
                    <a:pt x="19" y="671"/>
                  </a:lnTo>
                  <a:lnTo>
                    <a:pt x="19" y="671"/>
                  </a:lnTo>
                  <a:lnTo>
                    <a:pt x="0" y="682"/>
                  </a:lnTo>
                  <a:lnTo>
                    <a:pt x="19" y="682"/>
                  </a:lnTo>
                  <a:lnTo>
                    <a:pt x="1019" y="1264"/>
                  </a:lnTo>
                  <a:lnTo>
                    <a:pt x="2181" y="582"/>
                  </a:lnTo>
                  <a:lnTo>
                    <a:pt x="11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2"/>
            <p:cNvSpPr/>
            <p:nvPr/>
          </p:nvSpPr>
          <p:spPr>
            <a:xfrm>
              <a:off x="3773964" y="2903925"/>
              <a:ext cx="370449" cy="214596"/>
            </a:xfrm>
            <a:custGeom>
              <a:avLst/>
              <a:gdLst/>
              <a:ahLst/>
              <a:cxnLst/>
              <a:rect l="l" t="t" r="r" b="b"/>
              <a:pathLst>
                <a:path w="2182" h="1264" extrusionOk="0">
                  <a:moveTo>
                    <a:pt x="1158" y="19"/>
                  </a:moveTo>
                  <a:lnTo>
                    <a:pt x="2138" y="582"/>
                  </a:lnTo>
                  <a:lnTo>
                    <a:pt x="1019" y="1240"/>
                  </a:lnTo>
                  <a:lnTo>
                    <a:pt x="36" y="673"/>
                  </a:lnTo>
                  <a:lnTo>
                    <a:pt x="36" y="673"/>
                  </a:lnTo>
                  <a:lnTo>
                    <a:pt x="1158" y="19"/>
                  </a:lnTo>
                  <a:close/>
                  <a:moveTo>
                    <a:pt x="1158" y="0"/>
                  </a:moveTo>
                  <a:lnTo>
                    <a:pt x="26" y="667"/>
                  </a:lnTo>
                  <a:lnTo>
                    <a:pt x="26" y="667"/>
                  </a:lnTo>
                  <a:lnTo>
                    <a:pt x="19" y="663"/>
                  </a:lnTo>
                  <a:lnTo>
                    <a:pt x="19" y="671"/>
                  </a:lnTo>
                  <a:lnTo>
                    <a:pt x="19" y="671"/>
                  </a:lnTo>
                  <a:lnTo>
                    <a:pt x="0" y="682"/>
                  </a:lnTo>
                  <a:lnTo>
                    <a:pt x="19" y="682"/>
                  </a:lnTo>
                  <a:lnTo>
                    <a:pt x="1019" y="1264"/>
                  </a:lnTo>
                  <a:lnTo>
                    <a:pt x="2181" y="582"/>
                  </a:lnTo>
                  <a:lnTo>
                    <a:pt x="11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2"/>
            <p:cNvSpPr/>
            <p:nvPr/>
          </p:nvSpPr>
          <p:spPr>
            <a:xfrm>
              <a:off x="3875830" y="3291356"/>
              <a:ext cx="176396" cy="768402"/>
            </a:xfrm>
            <a:custGeom>
              <a:avLst/>
              <a:gdLst/>
              <a:ahLst/>
              <a:cxnLst/>
              <a:rect l="l" t="t" r="r" b="b"/>
              <a:pathLst>
                <a:path w="1039" h="4526" extrusionOk="0">
                  <a:moveTo>
                    <a:pt x="20" y="39"/>
                  </a:moveTo>
                  <a:lnTo>
                    <a:pt x="1019" y="601"/>
                  </a:lnTo>
                  <a:lnTo>
                    <a:pt x="1000" y="4482"/>
                  </a:lnTo>
                  <a:lnTo>
                    <a:pt x="20" y="3925"/>
                  </a:lnTo>
                  <a:lnTo>
                    <a:pt x="20" y="39"/>
                  </a:lnTo>
                  <a:close/>
                  <a:moveTo>
                    <a:pt x="1" y="0"/>
                  </a:moveTo>
                  <a:lnTo>
                    <a:pt x="1" y="3944"/>
                  </a:lnTo>
                  <a:lnTo>
                    <a:pt x="1019" y="4526"/>
                  </a:lnTo>
                  <a:lnTo>
                    <a:pt x="1038" y="601"/>
                  </a:lnTo>
                  <a:lnTo>
                    <a:pt x="1019" y="58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2"/>
            <p:cNvSpPr/>
            <p:nvPr/>
          </p:nvSpPr>
          <p:spPr>
            <a:xfrm>
              <a:off x="3875830" y="3291356"/>
              <a:ext cx="176396" cy="768402"/>
            </a:xfrm>
            <a:custGeom>
              <a:avLst/>
              <a:gdLst/>
              <a:ahLst/>
              <a:cxnLst/>
              <a:rect l="l" t="t" r="r" b="b"/>
              <a:pathLst>
                <a:path w="1039" h="4526" extrusionOk="0">
                  <a:moveTo>
                    <a:pt x="20" y="39"/>
                  </a:moveTo>
                  <a:lnTo>
                    <a:pt x="1019" y="601"/>
                  </a:lnTo>
                  <a:lnTo>
                    <a:pt x="1000" y="4482"/>
                  </a:lnTo>
                  <a:lnTo>
                    <a:pt x="20" y="3925"/>
                  </a:lnTo>
                  <a:lnTo>
                    <a:pt x="20" y="39"/>
                  </a:lnTo>
                  <a:close/>
                  <a:moveTo>
                    <a:pt x="1" y="0"/>
                  </a:moveTo>
                  <a:lnTo>
                    <a:pt x="1" y="3944"/>
                  </a:lnTo>
                  <a:lnTo>
                    <a:pt x="1019" y="4526"/>
                  </a:lnTo>
                  <a:lnTo>
                    <a:pt x="1038" y="601"/>
                  </a:lnTo>
                  <a:lnTo>
                    <a:pt x="1019" y="58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2"/>
            <p:cNvSpPr/>
            <p:nvPr/>
          </p:nvSpPr>
          <p:spPr>
            <a:xfrm>
              <a:off x="3681775" y="3403918"/>
              <a:ext cx="173850" cy="767553"/>
            </a:xfrm>
            <a:custGeom>
              <a:avLst/>
              <a:gdLst/>
              <a:ahLst/>
              <a:cxnLst/>
              <a:rect l="l" t="t" r="r" b="b"/>
              <a:pathLst>
                <a:path w="1024" h="4521" extrusionOk="0">
                  <a:moveTo>
                    <a:pt x="19" y="39"/>
                  </a:moveTo>
                  <a:lnTo>
                    <a:pt x="999" y="606"/>
                  </a:lnTo>
                  <a:lnTo>
                    <a:pt x="999" y="606"/>
                  </a:lnTo>
                  <a:lnTo>
                    <a:pt x="999" y="4502"/>
                  </a:lnTo>
                  <a:lnTo>
                    <a:pt x="19" y="3920"/>
                  </a:lnTo>
                  <a:lnTo>
                    <a:pt x="19" y="39"/>
                  </a:lnTo>
                  <a:close/>
                  <a:moveTo>
                    <a:pt x="0" y="0"/>
                  </a:moveTo>
                  <a:lnTo>
                    <a:pt x="0" y="3939"/>
                  </a:lnTo>
                  <a:lnTo>
                    <a:pt x="1023" y="4521"/>
                  </a:lnTo>
                  <a:lnTo>
                    <a:pt x="1023" y="6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2"/>
            <p:cNvSpPr/>
            <p:nvPr/>
          </p:nvSpPr>
          <p:spPr>
            <a:xfrm>
              <a:off x="3681775" y="3403918"/>
              <a:ext cx="173850" cy="767553"/>
            </a:xfrm>
            <a:custGeom>
              <a:avLst/>
              <a:gdLst/>
              <a:ahLst/>
              <a:cxnLst/>
              <a:rect l="l" t="t" r="r" b="b"/>
              <a:pathLst>
                <a:path w="1024" h="4521" extrusionOk="0">
                  <a:moveTo>
                    <a:pt x="19" y="39"/>
                  </a:moveTo>
                  <a:lnTo>
                    <a:pt x="999" y="606"/>
                  </a:lnTo>
                  <a:lnTo>
                    <a:pt x="999" y="606"/>
                  </a:lnTo>
                  <a:lnTo>
                    <a:pt x="999" y="4502"/>
                  </a:lnTo>
                  <a:lnTo>
                    <a:pt x="19" y="3920"/>
                  </a:lnTo>
                  <a:lnTo>
                    <a:pt x="19" y="39"/>
                  </a:lnTo>
                  <a:close/>
                  <a:moveTo>
                    <a:pt x="0" y="0"/>
                  </a:moveTo>
                  <a:lnTo>
                    <a:pt x="0" y="3939"/>
                  </a:lnTo>
                  <a:lnTo>
                    <a:pt x="1023" y="4521"/>
                  </a:lnTo>
                  <a:lnTo>
                    <a:pt x="1023" y="6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2"/>
            <p:cNvSpPr/>
            <p:nvPr/>
          </p:nvSpPr>
          <p:spPr>
            <a:xfrm>
              <a:off x="3851382" y="3389996"/>
              <a:ext cx="200844" cy="781474"/>
            </a:xfrm>
            <a:custGeom>
              <a:avLst/>
              <a:gdLst/>
              <a:ahLst/>
              <a:cxnLst/>
              <a:rect l="l" t="t" r="r" b="b"/>
              <a:pathLst>
                <a:path w="1183" h="4603" extrusionOk="0">
                  <a:moveTo>
                    <a:pt x="1163" y="39"/>
                  </a:moveTo>
                  <a:lnTo>
                    <a:pt x="1144" y="3925"/>
                  </a:lnTo>
                  <a:lnTo>
                    <a:pt x="24" y="4584"/>
                  </a:lnTo>
                  <a:lnTo>
                    <a:pt x="24" y="702"/>
                  </a:lnTo>
                  <a:lnTo>
                    <a:pt x="1163" y="39"/>
                  </a:lnTo>
                  <a:close/>
                  <a:moveTo>
                    <a:pt x="1182" y="0"/>
                  </a:moveTo>
                  <a:lnTo>
                    <a:pt x="0" y="683"/>
                  </a:lnTo>
                  <a:lnTo>
                    <a:pt x="0" y="4603"/>
                  </a:lnTo>
                  <a:lnTo>
                    <a:pt x="1163" y="3945"/>
                  </a:lnTo>
                  <a:lnTo>
                    <a:pt x="11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2"/>
            <p:cNvSpPr/>
            <p:nvPr/>
          </p:nvSpPr>
          <p:spPr>
            <a:xfrm>
              <a:off x="3851382" y="3389996"/>
              <a:ext cx="200844" cy="781474"/>
            </a:xfrm>
            <a:custGeom>
              <a:avLst/>
              <a:gdLst/>
              <a:ahLst/>
              <a:cxnLst/>
              <a:rect l="l" t="t" r="r" b="b"/>
              <a:pathLst>
                <a:path w="1183" h="4603" extrusionOk="0">
                  <a:moveTo>
                    <a:pt x="1163" y="39"/>
                  </a:moveTo>
                  <a:lnTo>
                    <a:pt x="1144" y="3925"/>
                  </a:lnTo>
                  <a:lnTo>
                    <a:pt x="24" y="4584"/>
                  </a:lnTo>
                  <a:lnTo>
                    <a:pt x="24" y="702"/>
                  </a:lnTo>
                  <a:lnTo>
                    <a:pt x="1163" y="39"/>
                  </a:lnTo>
                  <a:close/>
                  <a:moveTo>
                    <a:pt x="1182" y="0"/>
                  </a:moveTo>
                  <a:lnTo>
                    <a:pt x="0" y="683"/>
                  </a:lnTo>
                  <a:lnTo>
                    <a:pt x="0" y="4603"/>
                  </a:lnTo>
                  <a:lnTo>
                    <a:pt x="1163" y="3945"/>
                  </a:lnTo>
                  <a:lnTo>
                    <a:pt x="11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p:cNvSpPr/>
            <p:nvPr/>
          </p:nvSpPr>
          <p:spPr>
            <a:xfrm>
              <a:off x="3678380" y="3957729"/>
              <a:ext cx="370619" cy="213747"/>
            </a:xfrm>
            <a:custGeom>
              <a:avLst/>
              <a:gdLst/>
              <a:ahLst/>
              <a:cxnLst/>
              <a:rect l="l" t="t" r="r" b="b"/>
              <a:pathLst>
                <a:path w="2183" h="1259" extrusionOk="0">
                  <a:moveTo>
                    <a:pt x="1164" y="19"/>
                  </a:moveTo>
                  <a:lnTo>
                    <a:pt x="2144" y="581"/>
                  </a:lnTo>
                  <a:lnTo>
                    <a:pt x="1019" y="1240"/>
                  </a:lnTo>
                  <a:lnTo>
                    <a:pt x="39" y="677"/>
                  </a:lnTo>
                  <a:lnTo>
                    <a:pt x="1164" y="19"/>
                  </a:lnTo>
                  <a:close/>
                  <a:moveTo>
                    <a:pt x="1164" y="0"/>
                  </a:moveTo>
                  <a:lnTo>
                    <a:pt x="1" y="677"/>
                  </a:lnTo>
                  <a:lnTo>
                    <a:pt x="1019" y="1259"/>
                  </a:lnTo>
                  <a:lnTo>
                    <a:pt x="2182" y="581"/>
                  </a:lnTo>
                  <a:lnTo>
                    <a:pt x="11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p:cNvSpPr/>
            <p:nvPr/>
          </p:nvSpPr>
          <p:spPr>
            <a:xfrm>
              <a:off x="3678380" y="3957729"/>
              <a:ext cx="370619" cy="213747"/>
            </a:xfrm>
            <a:custGeom>
              <a:avLst/>
              <a:gdLst/>
              <a:ahLst/>
              <a:cxnLst/>
              <a:rect l="l" t="t" r="r" b="b"/>
              <a:pathLst>
                <a:path w="2183" h="1259" extrusionOk="0">
                  <a:moveTo>
                    <a:pt x="1164" y="19"/>
                  </a:moveTo>
                  <a:lnTo>
                    <a:pt x="2144" y="581"/>
                  </a:lnTo>
                  <a:lnTo>
                    <a:pt x="1019" y="1240"/>
                  </a:lnTo>
                  <a:lnTo>
                    <a:pt x="39" y="677"/>
                  </a:lnTo>
                  <a:lnTo>
                    <a:pt x="1164" y="19"/>
                  </a:lnTo>
                  <a:close/>
                  <a:moveTo>
                    <a:pt x="1164" y="0"/>
                  </a:moveTo>
                  <a:lnTo>
                    <a:pt x="1" y="677"/>
                  </a:lnTo>
                  <a:lnTo>
                    <a:pt x="1019" y="1259"/>
                  </a:lnTo>
                  <a:lnTo>
                    <a:pt x="2182" y="581"/>
                  </a:lnTo>
                  <a:lnTo>
                    <a:pt x="11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2"/>
            <p:cNvSpPr/>
            <p:nvPr/>
          </p:nvSpPr>
          <p:spPr>
            <a:xfrm>
              <a:off x="3681775" y="3291356"/>
              <a:ext cx="197448" cy="781474"/>
            </a:xfrm>
            <a:custGeom>
              <a:avLst/>
              <a:gdLst/>
              <a:ahLst/>
              <a:cxnLst/>
              <a:rect l="l" t="t" r="r" b="b"/>
              <a:pathLst>
                <a:path w="1163" h="4603" extrusionOk="0">
                  <a:moveTo>
                    <a:pt x="1144" y="39"/>
                  </a:moveTo>
                  <a:lnTo>
                    <a:pt x="1144" y="3925"/>
                  </a:lnTo>
                  <a:lnTo>
                    <a:pt x="19" y="4572"/>
                  </a:lnTo>
                  <a:lnTo>
                    <a:pt x="19" y="4572"/>
                  </a:lnTo>
                  <a:lnTo>
                    <a:pt x="19" y="682"/>
                  </a:lnTo>
                  <a:lnTo>
                    <a:pt x="1144" y="39"/>
                  </a:lnTo>
                  <a:close/>
                  <a:moveTo>
                    <a:pt x="1163" y="0"/>
                  </a:moveTo>
                  <a:lnTo>
                    <a:pt x="0" y="682"/>
                  </a:lnTo>
                  <a:lnTo>
                    <a:pt x="0" y="4602"/>
                  </a:lnTo>
                  <a:lnTo>
                    <a:pt x="19" y="4602"/>
                  </a:lnTo>
                  <a:lnTo>
                    <a:pt x="19" y="4592"/>
                  </a:lnTo>
                  <a:lnTo>
                    <a:pt x="19" y="4592"/>
                  </a:lnTo>
                  <a:lnTo>
                    <a:pt x="1163" y="3944"/>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2"/>
            <p:cNvSpPr/>
            <p:nvPr/>
          </p:nvSpPr>
          <p:spPr>
            <a:xfrm>
              <a:off x="3681775" y="3291356"/>
              <a:ext cx="197448" cy="781474"/>
            </a:xfrm>
            <a:custGeom>
              <a:avLst/>
              <a:gdLst/>
              <a:ahLst/>
              <a:cxnLst/>
              <a:rect l="l" t="t" r="r" b="b"/>
              <a:pathLst>
                <a:path w="1163" h="4603" extrusionOk="0">
                  <a:moveTo>
                    <a:pt x="1144" y="39"/>
                  </a:moveTo>
                  <a:lnTo>
                    <a:pt x="1144" y="3925"/>
                  </a:lnTo>
                  <a:lnTo>
                    <a:pt x="19" y="4572"/>
                  </a:lnTo>
                  <a:lnTo>
                    <a:pt x="19" y="4572"/>
                  </a:lnTo>
                  <a:lnTo>
                    <a:pt x="19" y="682"/>
                  </a:lnTo>
                  <a:lnTo>
                    <a:pt x="1144" y="39"/>
                  </a:lnTo>
                  <a:close/>
                  <a:moveTo>
                    <a:pt x="1163" y="0"/>
                  </a:moveTo>
                  <a:lnTo>
                    <a:pt x="0" y="682"/>
                  </a:lnTo>
                  <a:lnTo>
                    <a:pt x="0" y="4602"/>
                  </a:lnTo>
                  <a:lnTo>
                    <a:pt x="19" y="4602"/>
                  </a:lnTo>
                  <a:lnTo>
                    <a:pt x="19" y="4592"/>
                  </a:lnTo>
                  <a:lnTo>
                    <a:pt x="19" y="4592"/>
                  </a:lnTo>
                  <a:lnTo>
                    <a:pt x="1163" y="3944"/>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2"/>
            <p:cNvSpPr/>
            <p:nvPr/>
          </p:nvSpPr>
          <p:spPr>
            <a:xfrm>
              <a:off x="3681775" y="3291356"/>
              <a:ext cx="370449" cy="217821"/>
            </a:xfrm>
            <a:custGeom>
              <a:avLst/>
              <a:gdLst/>
              <a:ahLst/>
              <a:cxnLst/>
              <a:rect l="l" t="t" r="r" b="b"/>
              <a:pathLst>
                <a:path w="2182" h="1283" extrusionOk="0">
                  <a:moveTo>
                    <a:pt x="1163" y="19"/>
                  </a:moveTo>
                  <a:lnTo>
                    <a:pt x="2143" y="601"/>
                  </a:lnTo>
                  <a:lnTo>
                    <a:pt x="1023" y="1264"/>
                  </a:lnTo>
                  <a:lnTo>
                    <a:pt x="36" y="692"/>
                  </a:lnTo>
                  <a:lnTo>
                    <a:pt x="36" y="692"/>
                  </a:lnTo>
                  <a:lnTo>
                    <a:pt x="1163" y="19"/>
                  </a:lnTo>
                  <a:close/>
                  <a:moveTo>
                    <a:pt x="1163" y="0"/>
                  </a:moveTo>
                  <a:lnTo>
                    <a:pt x="0" y="682"/>
                  </a:lnTo>
                  <a:lnTo>
                    <a:pt x="0" y="702"/>
                  </a:lnTo>
                  <a:lnTo>
                    <a:pt x="1023" y="1283"/>
                  </a:lnTo>
                  <a:lnTo>
                    <a:pt x="2181" y="601"/>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42"/>
            <p:cNvSpPr/>
            <p:nvPr/>
          </p:nvSpPr>
          <p:spPr>
            <a:xfrm>
              <a:off x="3681775" y="3291356"/>
              <a:ext cx="370449" cy="217821"/>
            </a:xfrm>
            <a:custGeom>
              <a:avLst/>
              <a:gdLst/>
              <a:ahLst/>
              <a:cxnLst/>
              <a:rect l="l" t="t" r="r" b="b"/>
              <a:pathLst>
                <a:path w="2182" h="1283" extrusionOk="0">
                  <a:moveTo>
                    <a:pt x="1163" y="19"/>
                  </a:moveTo>
                  <a:lnTo>
                    <a:pt x="2143" y="601"/>
                  </a:lnTo>
                  <a:lnTo>
                    <a:pt x="1023" y="1264"/>
                  </a:lnTo>
                  <a:lnTo>
                    <a:pt x="36" y="692"/>
                  </a:lnTo>
                  <a:lnTo>
                    <a:pt x="36" y="692"/>
                  </a:lnTo>
                  <a:lnTo>
                    <a:pt x="1163" y="19"/>
                  </a:lnTo>
                  <a:close/>
                  <a:moveTo>
                    <a:pt x="1163" y="0"/>
                  </a:moveTo>
                  <a:lnTo>
                    <a:pt x="0" y="682"/>
                  </a:lnTo>
                  <a:lnTo>
                    <a:pt x="0" y="702"/>
                  </a:lnTo>
                  <a:lnTo>
                    <a:pt x="1023" y="1283"/>
                  </a:lnTo>
                  <a:lnTo>
                    <a:pt x="2181" y="601"/>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42"/>
            <p:cNvSpPr/>
            <p:nvPr/>
          </p:nvSpPr>
          <p:spPr>
            <a:xfrm>
              <a:off x="3406908" y="2784742"/>
              <a:ext cx="176226" cy="275884"/>
            </a:xfrm>
            <a:custGeom>
              <a:avLst/>
              <a:gdLst/>
              <a:ahLst/>
              <a:cxnLst/>
              <a:rect l="l" t="t" r="r" b="b"/>
              <a:pathLst>
                <a:path w="1038" h="1625" extrusionOk="0">
                  <a:moveTo>
                    <a:pt x="39" y="44"/>
                  </a:moveTo>
                  <a:lnTo>
                    <a:pt x="1019" y="601"/>
                  </a:lnTo>
                  <a:lnTo>
                    <a:pt x="999" y="1581"/>
                  </a:lnTo>
                  <a:lnTo>
                    <a:pt x="20" y="1005"/>
                  </a:lnTo>
                  <a:lnTo>
                    <a:pt x="20" y="1005"/>
                  </a:lnTo>
                  <a:lnTo>
                    <a:pt x="39" y="44"/>
                  </a:lnTo>
                  <a:close/>
                  <a:moveTo>
                    <a:pt x="19" y="1"/>
                  </a:moveTo>
                  <a:lnTo>
                    <a:pt x="0" y="1024"/>
                  </a:lnTo>
                  <a:lnTo>
                    <a:pt x="19" y="1024"/>
                  </a:lnTo>
                  <a:lnTo>
                    <a:pt x="1019" y="1625"/>
                  </a:lnTo>
                  <a:lnTo>
                    <a:pt x="1038" y="601"/>
                  </a:lnTo>
                  <a:lnTo>
                    <a:pt x="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42"/>
            <p:cNvSpPr/>
            <p:nvPr/>
          </p:nvSpPr>
          <p:spPr>
            <a:xfrm>
              <a:off x="3406908" y="2784742"/>
              <a:ext cx="176226" cy="275884"/>
            </a:xfrm>
            <a:custGeom>
              <a:avLst/>
              <a:gdLst/>
              <a:ahLst/>
              <a:cxnLst/>
              <a:rect l="l" t="t" r="r" b="b"/>
              <a:pathLst>
                <a:path w="1038" h="1625" extrusionOk="0">
                  <a:moveTo>
                    <a:pt x="39" y="44"/>
                  </a:moveTo>
                  <a:lnTo>
                    <a:pt x="1019" y="601"/>
                  </a:lnTo>
                  <a:lnTo>
                    <a:pt x="999" y="1581"/>
                  </a:lnTo>
                  <a:lnTo>
                    <a:pt x="20" y="1005"/>
                  </a:lnTo>
                  <a:lnTo>
                    <a:pt x="20" y="1005"/>
                  </a:lnTo>
                  <a:lnTo>
                    <a:pt x="39" y="44"/>
                  </a:lnTo>
                  <a:close/>
                  <a:moveTo>
                    <a:pt x="19" y="1"/>
                  </a:moveTo>
                  <a:lnTo>
                    <a:pt x="0" y="1024"/>
                  </a:lnTo>
                  <a:lnTo>
                    <a:pt x="19" y="1024"/>
                  </a:lnTo>
                  <a:lnTo>
                    <a:pt x="1019" y="1625"/>
                  </a:lnTo>
                  <a:lnTo>
                    <a:pt x="1038" y="601"/>
                  </a:lnTo>
                  <a:lnTo>
                    <a:pt x="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42"/>
            <p:cNvSpPr/>
            <p:nvPr/>
          </p:nvSpPr>
          <p:spPr>
            <a:xfrm>
              <a:off x="3603509" y="2673029"/>
              <a:ext cx="173850" cy="271810"/>
            </a:xfrm>
            <a:custGeom>
              <a:avLst/>
              <a:gdLst/>
              <a:ahLst/>
              <a:cxnLst/>
              <a:rect l="l" t="t" r="r" b="b"/>
              <a:pathLst>
                <a:path w="1024" h="1601" extrusionOk="0">
                  <a:moveTo>
                    <a:pt x="19" y="39"/>
                  </a:moveTo>
                  <a:lnTo>
                    <a:pt x="1004" y="601"/>
                  </a:lnTo>
                  <a:lnTo>
                    <a:pt x="1004" y="1581"/>
                  </a:lnTo>
                  <a:lnTo>
                    <a:pt x="19" y="1011"/>
                  </a:lnTo>
                  <a:lnTo>
                    <a:pt x="19" y="1011"/>
                  </a:lnTo>
                  <a:lnTo>
                    <a:pt x="19" y="39"/>
                  </a:lnTo>
                  <a:close/>
                  <a:moveTo>
                    <a:pt x="0" y="1"/>
                  </a:moveTo>
                  <a:lnTo>
                    <a:pt x="0" y="1019"/>
                  </a:lnTo>
                  <a:lnTo>
                    <a:pt x="1023" y="1600"/>
                  </a:lnTo>
                  <a:lnTo>
                    <a:pt x="1023" y="6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42"/>
            <p:cNvSpPr/>
            <p:nvPr/>
          </p:nvSpPr>
          <p:spPr>
            <a:xfrm>
              <a:off x="3603509" y="2673029"/>
              <a:ext cx="173850" cy="271810"/>
            </a:xfrm>
            <a:custGeom>
              <a:avLst/>
              <a:gdLst/>
              <a:ahLst/>
              <a:cxnLst/>
              <a:rect l="l" t="t" r="r" b="b"/>
              <a:pathLst>
                <a:path w="1024" h="1601" extrusionOk="0">
                  <a:moveTo>
                    <a:pt x="19" y="39"/>
                  </a:moveTo>
                  <a:lnTo>
                    <a:pt x="1004" y="601"/>
                  </a:lnTo>
                  <a:lnTo>
                    <a:pt x="1004" y="1581"/>
                  </a:lnTo>
                  <a:lnTo>
                    <a:pt x="19" y="1011"/>
                  </a:lnTo>
                  <a:lnTo>
                    <a:pt x="19" y="1011"/>
                  </a:lnTo>
                  <a:lnTo>
                    <a:pt x="19" y="39"/>
                  </a:lnTo>
                  <a:close/>
                  <a:moveTo>
                    <a:pt x="0" y="1"/>
                  </a:moveTo>
                  <a:lnTo>
                    <a:pt x="0" y="1019"/>
                  </a:lnTo>
                  <a:lnTo>
                    <a:pt x="1023" y="1600"/>
                  </a:lnTo>
                  <a:lnTo>
                    <a:pt x="1023" y="6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42"/>
            <p:cNvSpPr/>
            <p:nvPr/>
          </p:nvSpPr>
          <p:spPr>
            <a:xfrm>
              <a:off x="3406908" y="2673029"/>
              <a:ext cx="199995" cy="288957"/>
            </a:xfrm>
            <a:custGeom>
              <a:avLst/>
              <a:gdLst/>
              <a:ahLst/>
              <a:cxnLst/>
              <a:rect l="l" t="t" r="r" b="b"/>
              <a:pathLst>
                <a:path w="1178" h="1702" extrusionOk="0">
                  <a:moveTo>
                    <a:pt x="1158" y="39"/>
                  </a:moveTo>
                  <a:lnTo>
                    <a:pt x="1158" y="1000"/>
                  </a:lnTo>
                  <a:lnTo>
                    <a:pt x="19" y="1663"/>
                  </a:lnTo>
                  <a:lnTo>
                    <a:pt x="39" y="702"/>
                  </a:lnTo>
                  <a:lnTo>
                    <a:pt x="1158" y="39"/>
                  </a:lnTo>
                  <a:close/>
                  <a:moveTo>
                    <a:pt x="1177" y="1"/>
                  </a:moveTo>
                  <a:lnTo>
                    <a:pt x="19" y="678"/>
                  </a:lnTo>
                  <a:lnTo>
                    <a:pt x="0" y="1701"/>
                  </a:lnTo>
                  <a:lnTo>
                    <a:pt x="1177" y="1019"/>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42"/>
            <p:cNvSpPr/>
            <p:nvPr/>
          </p:nvSpPr>
          <p:spPr>
            <a:xfrm>
              <a:off x="3406908" y="2673029"/>
              <a:ext cx="199995" cy="288957"/>
            </a:xfrm>
            <a:custGeom>
              <a:avLst/>
              <a:gdLst/>
              <a:ahLst/>
              <a:cxnLst/>
              <a:rect l="l" t="t" r="r" b="b"/>
              <a:pathLst>
                <a:path w="1178" h="1702" extrusionOk="0">
                  <a:moveTo>
                    <a:pt x="1158" y="39"/>
                  </a:moveTo>
                  <a:lnTo>
                    <a:pt x="1158" y="1000"/>
                  </a:lnTo>
                  <a:lnTo>
                    <a:pt x="19" y="1663"/>
                  </a:lnTo>
                  <a:lnTo>
                    <a:pt x="39" y="702"/>
                  </a:lnTo>
                  <a:lnTo>
                    <a:pt x="1158" y="39"/>
                  </a:lnTo>
                  <a:close/>
                  <a:moveTo>
                    <a:pt x="1177" y="1"/>
                  </a:moveTo>
                  <a:lnTo>
                    <a:pt x="19" y="678"/>
                  </a:lnTo>
                  <a:lnTo>
                    <a:pt x="0" y="1701"/>
                  </a:lnTo>
                  <a:lnTo>
                    <a:pt x="1177" y="1019"/>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2"/>
            <p:cNvSpPr/>
            <p:nvPr/>
          </p:nvSpPr>
          <p:spPr>
            <a:xfrm>
              <a:off x="3406908" y="2673029"/>
              <a:ext cx="373675" cy="217142"/>
            </a:xfrm>
            <a:custGeom>
              <a:avLst/>
              <a:gdLst/>
              <a:ahLst/>
              <a:cxnLst/>
              <a:rect l="l" t="t" r="r" b="b"/>
              <a:pathLst>
                <a:path w="2201" h="1279" extrusionOk="0">
                  <a:moveTo>
                    <a:pt x="1168" y="25"/>
                  </a:moveTo>
                  <a:lnTo>
                    <a:pt x="2162" y="601"/>
                  </a:lnTo>
                  <a:lnTo>
                    <a:pt x="1019" y="1259"/>
                  </a:lnTo>
                  <a:lnTo>
                    <a:pt x="39" y="678"/>
                  </a:lnTo>
                  <a:lnTo>
                    <a:pt x="1168" y="25"/>
                  </a:lnTo>
                  <a:close/>
                  <a:moveTo>
                    <a:pt x="1177" y="1"/>
                  </a:moveTo>
                  <a:lnTo>
                    <a:pt x="1158" y="20"/>
                  </a:lnTo>
                  <a:lnTo>
                    <a:pt x="0" y="678"/>
                  </a:lnTo>
                  <a:lnTo>
                    <a:pt x="1019" y="1279"/>
                  </a:lnTo>
                  <a:lnTo>
                    <a:pt x="2201" y="601"/>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2"/>
            <p:cNvSpPr/>
            <p:nvPr/>
          </p:nvSpPr>
          <p:spPr>
            <a:xfrm>
              <a:off x="3406908" y="2673029"/>
              <a:ext cx="373675" cy="217142"/>
            </a:xfrm>
            <a:custGeom>
              <a:avLst/>
              <a:gdLst/>
              <a:ahLst/>
              <a:cxnLst/>
              <a:rect l="l" t="t" r="r" b="b"/>
              <a:pathLst>
                <a:path w="2201" h="1279" extrusionOk="0">
                  <a:moveTo>
                    <a:pt x="1168" y="25"/>
                  </a:moveTo>
                  <a:lnTo>
                    <a:pt x="2162" y="601"/>
                  </a:lnTo>
                  <a:lnTo>
                    <a:pt x="1019" y="1259"/>
                  </a:lnTo>
                  <a:lnTo>
                    <a:pt x="39" y="678"/>
                  </a:lnTo>
                  <a:lnTo>
                    <a:pt x="1168" y="25"/>
                  </a:lnTo>
                  <a:close/>
                  <a:moveTo>
                    <a:pt x="1177" y="1"/>
                  </a:moveTo>
                  <a:lnTo>
                    <a:pt x="1158" y="20"/>
                  </a:lnTo>
                  <a:lnTo>
                    <a:pt x="0" y="678"/>
                  </a:lnTo>
                  <a:lnTo>
                    <a:pt x="1019" y="1279"/>
                  </a:lnTo>
                  <a:lnTo>
                    <a:pt x="2201" y="601"/>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2"/>
            <p:cNvSpPr/>
            <p:nvPr/>
          </p:nvSpPr>
          <p:spPr>
            <a:xfrm>
              <a:off x="3576514" y="2771669"/>
              <a:ext cx="200844" cy="288957"/>
            </a:xfrm>
            <a:custGeom>
              <a:avLst/>
              <a:gdLst/>
              <a:ahLst/>
              <a:cxnLst/>
              <a:rect l="l" t="t" r="r" b="b"/>
              <a:pathLst>
                <a:path w="1183" h="1702" extrusionOk="0">
                  <a:moveTo>
                    <a:pt x="1163" y="31"/>
                  </a:moveTo>
                  <a:lnTo>
                    <a:pt x="1163" y="1000"/>
                  </a:lnTo>
                  <a:lnTo>
                    <a:pt x="20" y="1658"/>
                  </a:lnTo>
                  <a:lnTo>
                    <a:pt x="39" y="678"/>
                  </a:lnTo>
                  <a:lnTo>
                    <a:pt x="1163" y="31"/>
                  </a:lnTo>
                  <a:close/>
                  <a:moveTo>
                    <a:pt x="1163" y="1"/>
                  </a:moveTo>
                  <a:lnTo>
                    <a:pt x="20" y="678"/>
                  </a:lnTo>
                  <a:lnTo>
                    <a:pt x="0" y="1702"/>
                  </a:lnTo>
                  <a:lnTo>
                    <a:pt x="1182" y="1019"/>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2"/>
            <p:cNvSpPr/>
            <p:nvPr/>
          </p:nvSpPr>
          <p:spPr>
            <a:xfrm>
              <a:off x="3576514" y="2771669"/>
              <a:ext cx="200844" cy="288957"/>
            </a:xfrm>
            <a:custGeom>
              <a:avLst/>
              <a:gdLst/>
              <a:ahLst/>
              <a:cxnLst/>
              <a:rect l="l" t="t" r="r" b="b"/>
              <a:pathLst>
                <a:path w="1183" h="1702" extrusionOk="0">
                  <a:moveTo>
                    <a:pt x="1163" y="31"/>
                  </a:moveTo>
                  <a:lnTo>
                    <a:pt x="1163" y="1000"/>
                  </a:lnTo>
                  <a:lnTo>
                    <a:pt x="20" y="1658"/>
                  </a:lnTo>
                  <a:lnTo>
                    <a:pt x="39" y="678"/>
                  </a:lnTo>
                  <a:lnTo>
                    <a:pt x="1163" y="31"/>
                  </a:lnTo>
                  <a:close/>
                  <a:moveTo>
                    <a:pt x="1163" y="1"/>
                  </a:moveTo>
                  <a:lnTo>
                    <a:pt x="20" y="678"/>
                  </a:lnTo>
                  <a:lnTo>
                    <a:pt x="0" y="1702"/>
                  </a:lnTo>
                  <a:lnTo>
                    <a:pt x="1182" y="1019"/>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2"/>
            <p:cNvSpPr/>
            <p:nvPr/>
          </p:nvSpPr>
          <p:spPr>
            <a:xfrm>
              <a:off x="3406908" y="2842636"/>
              <a:ext cx="370449" cy="214765"/>
            </a:xfrm>
            <a:custGeom>
              <a:avLst/>
              <a:gdLst/>
              <a:ahLst/>
              <a:cxnLst/>
              <a:rect l="l" t="t" r="r" b="b"/>
              <a:pathLst>
                <a:path w="2182" h="1265" extrusionOk="0">
                  <a:moveTo>
                    <a:pt x="1158" y="20"/>
                  </a:moveTo>
                  <a:lnTo>
                    <a:pt x="2145" y="592"/>
                  </a:lnTo>
                  <a:lnTo>
                    <a:pt x="2145" y="592"/>
                  </a:lnTo>
                  <a:lnTo>
                    <a:pt x="1019" y="1240"/>
                  </a:lnTo>
                  <a:lnTo>
                    <a:pt x="39" y="683"/>
                  </a:lnTo>
                  <a:lnTo>
                    <a:pt x="1158" y="20"/>
                  </a:lnTo>
                  <a:close/>
                  <a:moveTo>
                    <a:pt x="1158" y="1"/>
                  </a:moveTo>
                  <a:lnTo>
                    <a:pt x="0" y="683"/>
                  </a:lnTo>
                  <a:lnTo>
                    <a:pt x="1019" y="1264"/>
                  </a:lnTo>
                  <a:lnTo>
                    <a:pt x="2155" y="598"/>
                  </a:lnTo>
                  <a:lnTo>
                    <a:pt x="2155" y="598"/>
                  </a:lnTo>
                  <a:lnTo>
                    <a:pt x="2162" y="601"/>
                  </a:lnTo>
                  <a:lnTo>
                    <a:pt x="2162" y="594"/>
                  </a:lnTo>
                  <a:lnTo>
                    <a:pt x="2162" y="594"/>
                  </a:lnTo>
                  <a:lnTo>
                    <a:pt x="2181" y="582"/>
                  </a:lnTo>
                  <a:lnTo>
                    <a:pt x="2162" y="582"/>
                  </a:lnTo>
                  <a:lnTo>
                    <a:pt x="11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2"/>
            <p:cNvSpPr/>
            <p:nvPr/>
          </p:nvSpPr>
          <p:spPr>
            <a:xfrm>
              <a:off x="3406908" y="2842636"/>
              <a:ext cx="370449" cy="214765"/>
            </a:xfrm>
            <a:custGeom>
              <a:avLst/>
              <a:gdLst/>
              <a:ahLst/>
              <a:cxnLst/>
              <a:rect l="l" t="t" r="r" b="b"/>
              <a:pathLst>
                <a:path w="2182" h="1265" extrusionOk="0">
                  <a:moveTo>
                    <a:pt x="1158" y="20"/>
                  </a:moveTo>
                  <a:lnTo>
                    <a:pt x="2145" y="592"/>
                  </a:lnTo>
                  <a:lnTo>
                    <a:pt x="2145" y="592"/>
                  </a:lnTo>
                  <a:lnTo>
                    <a:pt x="1019" y="1240"/>
                  </a:lnTo>
                  <a:lnTo>
                    <a:pt x="39" y="683"/>
                  </a:lnTo>
                  <a:lnTo>
                    <a:pt x="1158" y="20"/>
                  </a:lnTo>
                  <a:close/>
                  <a:moveTo>
                    <a:pt x="1158" y="1"/>
                  </a:moveTo>
                  <a:lnTo>
                    <a:pt x="0" y="683"/>
                  </a:lnTo>
                  <a:lnTo>
                    <a:pt x="1019" y="1264"/>
                  </a:lnTo>
                  <a:lnTo>
                    <a:pt x="2155" y="598"/>
                  </a:lnTo>
                  <a:lnTo>
                    <a:pt x="2155" y="598"/>
                  </a:lnTo>
                  <a:lnTo>
                    <a:pt x="2162" y="601"/>
                  </a:lnTo>
                  <a:lnTo>
                    <a:pt x="2162" y="594"/>
                  </a:lnTo>
                  <a:lnTo>
                    <a:pt x="2162" y="594"/>
                  </a:lnTo>
                  <a:lnTo>
                    <a:pt x="2181" y="582"/>
                  </a:lnTo>
                  <a:lnTo>
                    <a:pt x="2162" y="582"/>
                  </a:lnTo>
                  <a:lnTo>
                    <a:pt x="11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583;p40">
            <a:extLst>
              <a:ext uri="{FF2B5EF4-FFF2-40B4-BE49-F238E27FC236}">
                <a16:creationId xmlns:a16="http://schemas.microsoft.com/office/drawing/2014/main" id="{96246FD1-AA59-7118-4010-9B378700AB97}"/>
              </a:ext>
            </a:extLst>
          </p:cNvPr>
          <p:cNvSpPr txBox="1">
            <a:spLocks noGrp="1"/>
          </p:cNvSpPr>
          <p:nvPr>
            <p:ph type="subTitle" idx="1"/>
          </p:nvPr>
        </p:nvSpPr>
        <p:spPr>
          <a:xfrm>
            <a:off x="3865960" y="1330120"/>
            <a:ext cx="5105400" cy="3065463"/>
          </a:xfrm>
          <a:prstGeom prst="rect">
            <a:avLst/>
          </a:prstGeom>
        </p:spPr>
        <p:txBody>
          <a:bodyPr spcFirstLastPara="1" wrap="square" lIns="91425" tIns="91425" rIns="91425" bIns="91425" anchor="t" anchorCtr="0">
            <a:noAutofit/>
          </a:bodyPr>
          <a:lstStyle/>
          <a:p>
            <a:pPr marL="0" marR="245595" lvl="0" indent="0" algn="just" rtl="0">
              <a:spcBef>
                <a:spcPts val="0"/>
              </a:spcBef>
              <a:spcAft>
                <a:spcPts val="0"/>
              </a:spcAft>
              <a:buClr>
                <a:srgbClr val="5B595B"/>
              </a:buClr>
              <a:buSzPts val="1100"/>
              <a:buFont typeface="Arial"/>
              <a:buNone/>
            </a:pPr>
            <a:r>
              <a:rPr lang="fr-FR" sz="1800" dirty="0">
                <a:effectLst/>
                <a:latin typeface="Calibri" panose="020F0502020204030204" pitchFamily="34" charset="0"/>
                <a:ea typeface="Calibri" panose="020F0502020204030204" pitchFamily="34" charset="0"/>
                <a:cs typeface="Times New Roman" panose="02020603050405020304" pitchFamily="18" charset="0"/>
              </a:rPr>
              <a:t> </a:t>
            </a:r>
            <a:r>
              <a:rPr lang="fr-FR" sz="2000" dirty="0">
                <a:effectLst/>
                <a:latin typeface="Calibri" panose="020F0502020204030204" pitchFamily="34" charset="0"/>
                <a:ea typeface="Calibri" panose="020F0502020204030204" pitchFamily="34" charset="0"/>
                <a:cs typeface="Times New Roman" panose="02020603050405020304" pitchFamily="18" charset="0"/>
              </a:rPr>
              <a:t>Un système de recommandation </a:t>
            </a:r>
            <a:r>
              <a:rPr lang="fr-FR" sz="2000" dirty="0">
                <a:latin typeface="Calibri" panose="020F0502020204030204" pitchFamily="34" charset="0"/>
                <a:ea typeface="Calibri" panose="020F0502020204030204" pitchFamily="34" charset="0"/>
                <a:cs typeface="Times New Roman" panose="02020603050405020304" pitchFamily="18" charset="0"/>
              </a:rPr>
              <a:t>est </a:t>
            </a:r>
            <a:r>
              <a:rPr lang="fr-FR" sz="2000" dirty="0">
                <a:effectLst/>
                <a:latin typeface="Calibri" panose="020F0502020204030204" pitchFamily="34" charset="0"/>
                <a:ea typeface="Calibri" panose="020F0502020204030204" pitchFamily="34" charset="0"/>
                <a:cs typeface="Times New Roman" panose="02020603050405020304" pitchFamily="18" charset="0"/>
              </a:rPr>
              <a:t>une forme de filtrage de l'information visant à présenter les éléments d'information (films, musique, livres, news, images, pages Web, </a:t>
            </a:r>
            <a:r>
              <a:rPr lang="fr-FR" sz="2000" dirty="0" err="1">
                <a:effectLst/>
                <a:latin typeface="Calibri" panose="020F0502020204030204" pitchFamily="34" charset="0"/>
                <a:ea typeface="Calibri" panose="020F0502020204030204" pitchFamily="34" charset="0"/>
                <a:cs typeface="Times New Roman" panose="02020603050405020304" pitchFamily="18" charset="0"/>
              </a:rPr>
              <a:t>etc</a:t>
            </a:r>
            <a:r>
              <a:rPr lang="fr-FR" sz="2000" dirty="0">
                <a:effectLst/>
                <a:latin typeface="Calibri" panose="020F0502020204030204" pitchFamily="34" charset="0"/>
                <a:ea typeface="Calibri" panose="020F0502020204030204" pitchFamily="34" charset="0"/>
                <a:cs typeface="Times New Roman" panose="02020603050405020304" pitchFamily="18" charset="0"/>
              </a:rPr>
              <a:t>) qui sont susceptibles d'intéresser l'utilisateur.</a:t>
            </a:r>
          </a:p>
          <a:p>
            <a:pPr marL="0" marR="245595" lvl="0" indent="0" algn="just" rtl="0">
              <a:spcBef>
                <a:spcPts val="0"/>
              </a:spcBef>
              <a:spcAft>
                <a:spcPts val="0"/>
              </a:spcAft>
              <a:buClr>
                <a:srgbClr val="5B595B"/>
              </a:buClr>
              <a:buSzPts val="1100"/>
              <a:buFont typeface="Arial"/>
              <a:buNone/>
            </a:pPr>
            <a:r>
              <a:rPr lang="fr-FR" sz="2000" dirty="0">
                <a:effectLst/>
                <a:latin typeface="Calibri" panose="020F0502020204030204" pitchFamily="34" charset="0"/>
                <a:ea typeface="Calibri" panose="020F0502020204030204" pitchFamily="34" charset="0"/>
                <a:cs typeface="Times New Roman" panose="02020603050405020304" pitchFamily="18" charset="0"/>
              </a:rPr>
              <a:t>Il permet de comparer le profil d'un utilisateur à certaines caractéristiques de référence.</a:t>
            </a:r>
            <a:endParaRPr lang="fr-FR" sz="200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9"/>
          <p:cNvSpPr/>
          <p:nvPr/>
        </p:nvSpPr>
        <p:spPr>
          <a:xfrm rot="10800000">
            <a:off x="5130975" y="328150"/>
            <a:ext cx="3690900" cy="4476600"/>
          </a:xfrm>
          <a:prstGeom prst="rect">
            <a:avLst/>
          </a:pr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txBox="1">
            <a:spLocks noGrp="1"/>
          </p:cNvSpPr>
          <p:nvPr>
            <p:ph type="title"/>
          </p:nvPr>
        </p:nvSpPr>
        <p:spPr>
          <a:xfrm>
            <a:off x="1828800" y="2725357"/>
            <a:ext cx="2808000" cy="56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Fonctionnement d’un systeme de recommendation</a:t>
            </a:r>
            <a:endParaRPr dirty="0"/>
          </a:p>
        </p:txBody>
      </p:sp>
      <p:pic>
        <p:nvPicPr>
          <p:cNvPr id="576" name="Google Shape;576;p39"/>
          <p:cNvPicPr preferRelativeResize="0"/>
          <p:nvPr/>
        </p:nvPicPr>
        <p:blipFill rotWithShape="1">
          <a:blip r:embed="rId3">
            <a:alphaModFix/>
          </a:blip>
          <a:srcRect r="18039"/>
          <a:stretch/>
        </p:blipFill>
        <p:spPr>
          <a:xfrm rot="5400000" flipH="1">
            <a:off x="4950999" y="919574"/>
            <a:ext cx="4050851" cy="3293751"/>
          </a:xfrm>
          <a:prstGeom prst="rect">
            <a:avLst/>
          </a:prstGeom>
          <a:noFill/>
          <a:ln>
            <a:noFill/>
          </a:ln>
        </p:spPr>
      </p:pic>
      <p:sp>
        <p:nvSpPr>
          <p:cNvPr id="577" name="Google Shape;577;p39"/>
          <p:cNvSpPr txBox="1">
            <a:spLocks noGrp="1"/>
          </p:cNvSpPr>
          <p:nvPr>
            <p:ph type="title" idx="2"/>
          </p:nvPr>
        </p:nvSpPr>
        <p:spPr>
          <a:xfrm>
            <a:off x="720000" y="2927375"/>
            <a:ext cx="1108800" cy="11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Tree>
    <p:extLst>
      <p:ext uri="{BB962C8B-B14F-4D97-AF65-F5344CB8AC3E}">
        <p14:creationId xmlns:p14="http://schemas.microsoft.com/office/powerpoint/2010/main" val="1478721837"/>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1002275" y="497295"/>
            <a:ext cx="7139449"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Principe de base d’un système de recommandation</a:t>
            </a:r>
            <a:endParaRPr dirty="0"/>
          </a:p>
        </p:txBody>
      </p:sp>
      <p:pic>
        <p:nvPicPr>
          <p:cNvPr id="2" name="Image 1">
            <a:extLst>
              <a:ext uri="{FF2B5EF4-FFF2-40B4-BE49-F238E27FC236}">
                <a16:creationId xmlns:a16="http://schemas.microsoft.com/office/drawing/2014/main" id="{F03F2AF0-9449-1D70-6CBF-A649E9421804}"/>
              </a:ext>
            </a:extLst>
          </p:cNvPr>
          <p:cNvPicPr>
            <a:picLocks noChangeAspect="1"/>
          </p:cNvPicPr>
          <p:nvPr/>
        </p:nvPicPr>
        <p:blipFill>
          <a:blip r:embed="rId3"/>
          <a:stretch>
            <a:fillRect/>
          </a:stretch>
        </p:blipFill>
        <p:spPr>
          <a:xfrm>
            <a:off x="372974" y="1485671"/>
            <a:ext cx="8398052" cy="2513306"/>
          </a:xfrm>
          <a:prstGeom prst="rect">
            <a:avLst/>
          </a:prstGeom>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3938974" y="1706390"/>
            <a:ext cx="4750399" cy="120342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Quelques techniques et algorithmes utilisés</a:t>
            </a:r>
            <a:endParaRPr dirty="0"/>
          </a:p>
        </p:txBody>
      </p:sp>
      <p:grpSp>
        <p:nvGrpSpPr>
          <p:cNvPr id="3" name="Google Shape;659;p42">
            <a:extLst>
              <a:ext uri="{FF2B5EF4-FFF2-40B4-BE49-F238E27FC236}">
                <a16:creationId xmlns:a16="http://schemas.microsoft.com/office/drawing/2014/main" id="{5C0A7C00-1844-85CD-59EF-6D13411BA107}"/>
              </a:ext>
            </a:extLst>
          </p:cNvPr>
          <p:cNvGrpSpPr/>
          <p:nvPr/>
        </p:nvGrpSpPr>
        <p:grpSpPr>
          <a:xfrm>
            <a:off x="516190" y="771872"/>
            <a:ext cx="3267208" cy="3112300"/>
            <a:chOff x="720000" y="1504500"/>
            <a:chExt cx="3986151" cy="3112300"/>
          </a:xfrm>
        </p:grpSpPr>
        <p:sp>
          <p:nvSpPr>
            <p:cNvPr id="4" name="Google Shape;660;p42">
              <a:extLst>
                <a:ext uri="{FF2B5EF4-FFF2-40B4-BE49-F238E27FC236}">
                  <a16:creationId xmlns:a16="http://schemas.microsoft.com/office/drawing/2014/main" id="{6CD89CDE-B91A-E5CB-50DF-2559DE91DCC1}"/>
                </a:ext>
              </a:extLst>
            </p:cNvPr>
            <p:cNvSpPr/>
            <p:nvPr/>
          </p:nvSpPr>
          <p:spPr>
            <a:xfrm>
              <a:off x="3614670" y="1504500"/>
              <a:ext cx="1091481" cy="1753602"/>
            </a:xfrm>
            <a:custGeom>
              <a:avLst/>
              <a:gdLst/>
              <a:ahLst/>
              <a:cxnLst/>
              <a:rect l="l" t="t" r="r" b="b"/>
              <a:pathLst>
                <a:path w="6429" h="10329" extrusionOk="0">
                  <a:moveTo>
                    <a:pt x="202" y="0"/>
                  </a:moveTo>
                  <a:cubicBezTo>
                    <a:pt x="101" y="0"/>
                    <a:pt x="0" y="96"/>
                    <a:pt x="0" y="216"/>
                  </a:cubicBezTo>
                  <a:lnTo>
                    <a:pt x="0" y="3939"/>
                  </a:lnTo>
                  <a:lnTo>
                    <a:pt x="1643" y="4881"/>
                  </a:lnTo>
                  <a:cubicBezTo>
                    <a:pt x="1663" y="4900"/>
                    <a:pt x="1682" y="4924"/>
                    <a:pt x="1682" y="4963"/>
                  </a:cubicBezTo>
                  <a:lnTo>
                    <a:pt x="1706" y="4982"/>
                  </a:lnTo>
                  <a:lnTo>
                    <a:pt x="1706" y="7826"/>
                  </a:lnTo>
                  <a:lnTo>
                    <a:pt x="5986" y="10286"/>
                  </a:lnTo>
                  <a:cubicBezTo>
                    <a:pt x="6029" y="10329"/>
                    <a:pt x="6068" y="10329"/>
                    <a:pt x="6125" y="10329"/>
                  </a:cubicBezTo>
                  <a:cubicBezTo>
                    <a:pt x="6289" y="10329"/>
                    <a:pt x="6428" y="10209"/>
                    <a:pt x="6428" y="10045"/>
                  </a:cubicBezTo>
                  <a:lnTo>
                    <a:pt x="6409" y="3680"/>
                  </a:lnTo>
                  <a:lnTo>
                    <a:pt x="6409" y="3622"/>
                  </a:lnTo>
                  <a:cubicBezTo>
                    <a:pt x="6390" y="3579"/>
                    <a:pt x="6346" y="3521"/>
                    <a:pt x="6308" y="3502"/>
                  </a:cubicBezTo>
                  <a:lnTo>
                    <a:pt x="322" y="39"/>
                  </a:lnTo>
                  <a:cubicBezTo>
                    <a:pt x="284" y="19"/>
                    <a:pt x="241" y="0"/>
                    <a:pt x="202" y="0"/>
                  </a:cubicBezTo>
                  <a:close/>
                </a:path>
              </a:pathLst>
            </a:custGeom>
            <a:solidFill>
              <a:srgbClr val="B0A1FB">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661;p42">
              <a:extLst>
                <a:ext uri="{FF2B5EF4-FFF2-40B4-BE49-F238E27FC236}">
                  <a16:creationId xmlns:a16="http://schemas.microsoft.com/office/drawing/2014/main" id="{859DA593-0CA4-A74C-D892-369B4BB5F454}"/>
                </a:ext>
              </a:extLst>
            </p:cNvPr>
            <p:cNvSpPr/>
            <p:nvPr/>
          </p:nvSpPr>
          <p:spPr>
            <a:xfrm>
              <a:off x="3295661" y="2003642"/>
              <a:ext cx="608642" cy="978920"/>
            </a:xfrm>
            <a:custGeom>
              <a:avLst/>
              <a:gdLst/>
              <a:ahLst/>
              <a:cxnLst/>
              <a:rect l="l" t="t" r="r" b="b"/>
              <a:pathLst>
                <a:path w="3585" h="5766" extrusionOk="0">
                  <a:moveTo>
                    <a:pt x="102" y="0"/>
                  </a:moveTo>
                  <a:cubicBezTo>
                    <a:pt x="39" y="0"/>
                    <a:pt x="1" y="39"/>
                    <a:pt x="1" y="101"/>
                  </a:cubicBezTo>
                  <a:lnTo>
                    <a:pt x="1" y="3382"/>
                  </a:lnTo>
                  <a:lnTo>
                    <a:pt x="1" y="3762"/>
                  </a:lnTo>
                  <a:cubicBezTo>
                    <a:pt x="1" y="3805"/>
                    <a:pt x="20" y="3843"/>
                    <a:pt x="39" y="3863"/>
                  </a:cubicBezTo>
                  <a:lnTo>
                    <a:pt x="3321" y="5746"/>
                  </a:lnTo>
                  <a:cubicBezTo>
                    <a:pt x="3364" y="5765"/>
                    <a:pt x="3383" y="5765"/>
                    <a:pt x="3421" y="5765"/>
                  </a:cubicBezTo>
                  <a:cubicBezTo>
                    <a:pt x="3503" y="5765"/>
                    <a:pt x="3585" y="5707"/>
                    <a:pt x="3585" y="5606"/>
                  </a:cubicBezTo>
                  <a:lnTo>
                    <a:pt x="3585" y="4886"/>
                  </a:lnTo>
                  <a:lnTo>
                    <a:pt x="1980" y="3964"/>
                  </a:lnTo>
                  <a:cubicBezTo>
                    <a:pt x="1923" y="3925"/>
                    <a:pt x="1879" y="3863"/>
                    <a:pt x="1879" y="3786"/>
                  </a:cubicBezTo>
                  <a:lnTo>
                    <a:pt x="1879" y="3123"/>
                  </a:lnTo>
                  <a:lnTo>
                    <a:pt x="1879" y="999"/>
                  </a:lnTo>
                  <a:lnTo>
                    <a:pt x="159" y="19"/>
                  </a:lnTo>
                  <a:cubicBezTo>
                    <a:pt x="140" y="0"/>
                    <a:pt x="121" y="0"/>
                    <a:pt x="102" y="0"/>
                  </a:cubicBezTo>
                  <a:close/>
                </a:path>
              </a:pathLst>
            </a:custGeom>
            <a:solidFill>
              <a:srgbClr val="B0A1FB">
                <a:alpha val="491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662;p42">
              <a:extLst>
                <a:ext uri="{FF2B5EF4-FFF2-40B4-BE49-F238E27FC236}">
                  <a16:creationId xmlns:a16="http://schemas.microsoft.com/office/drawing/2014/main" id="{F58828C8-F6FF-13A6-137D-C75F41DF40CE}"/>
                </a:ext>
              </a:extLst>
            </p:cNvPr>
            <p:cNvSpPr/>
            <p:nvPr/>
          </p:nvSpPr>
          <p:spPr>
            <a:xfrm>
              <a:off x="3614670" y="2173248"/>
              <a:ext cx="289635" cy="659914"/>
            </a:xfrm>
            <a:custGeom>
              <a:avLst/>
              <a:gdLst/>
              <a:ahLst/>
              <a:cxnLst/>
              <a:rect l="l" t="t" r="r" b="b"/>
              <a:pathLst>
                <a:path w="1706" h="3887" extrusionOk="0">
                  <a:moveTo>
                    <a:pt x="0" y="0"/>
                  </a:moveTo>
                  <a:lnTo>
                    <a:pt x="0" y="2124"/>
                  </a:lnTo>
                  <a:lnTo>
                    <a:pt x="0" y="2787"/>
                  </a:lnTo>
                  <a:cubicBezTo>
                    <a:pt x="0" y="2864"/>
                    <a:pt x="44" y="2926"/>
                    <a:pt x="101" y="2965"/>
                  </a:cubicBezTo>
                  <a:lnTo>
                    <a:pt x="1706" y="3887"/>
                  </a:lnTo>
                  <a:lnTo>
                    <a:pt x="1706" y="1043"/>
                  </a:lnTo>
                  <a:lnTo>
                    <a:pt x="1682" y="1024"/>
                  </a:lnTo>
                  <a:cubicBezTo>
                    <a:pt x="1682" y="985"/>
                    <a:pt x="1663" y="961"/>
                    <a:pt x="1643" y="942"/>
                  </a:cubicBezTo>
                  <a:lnTo>
                    <a:pt x="0" y="0"/>
                  </a:lnTo>
                  <a:close/>
                </a:path>
              </a:pathLst>
            </a:custGeom>
            <a:solidFill>
              <a:srgbClr val="B0A1FB">
                <a:alpha val="64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663;p42">
              <a:extLst>
                <a:ext uri="{FF2B5EF4-FFF2-40B4-BE49-F238E27FC236}">
                  <a16:creationId xmlns:a16="http://schemas.microsoft.com/office/drawing/2014/main" id="{C4DC30BF-7FB0-2E74-E990-E39BAC5BD1E6}"/>
                </a:ext>
              </a:extLst>
            </p:cNvPr>
            <p:cNvGrpSpPr/>
            <p:nvPr/>
          </p:nvGrpSpPr>
          <p:grpSpPr>
            <a:xfrm>
              <a:off x="720000" y="1915473"/>
              <a:ext cx="1372803" cy="1712856"/>
              <a:chOff x="720000" y="1915473"/>
              <a:chExt cx="1372803" cy="1712856"/>
            </a:xfrm>
          </p:grpSpPr>
          <p:sp>
            <p:nvSpPr>
              <p:cNvPr id="692" name="Google Shape;664;p42">
                <a:extLst>
                  <a:ext uri="{FF2B5EF4-FFF2-40B4-BE49-F238E27FC236}">
                    <a16:creationId xmlns:a16="http://schemas.microsoft.com/office/drawing/2014/main" id="{37DF8B79-AD6B-2D00-BDB5-E5807BBEEEE9}"/>
                  </a:ext>
                </a:extLst>
              </p:cNvPr>
              <p:cNvSpPr/>
              <p:nvPr/>
            </p:nvSpPr>
            <p:spPr>
              <a:xfrm>
                <a:off x="720000" y="1915473"/>
                <a:ext cx="1060412" cy="1712856"/>
              </a:xfrm>
              <a:custGeom>
                <a:avLst/>
                <a:gdLst/>
                <a:ahLst/>
                <a:cxnLst/>
                <a:rect l="l" t="t" r="r" b="b"/>
                <a:pathLst>
                  <a:path w="6246" h="10089" extrusionOk="0">
                    <a:moveTo>
                      <a:pt x="6044" y="0"/>
                    </a:moveTo>
                    <a:cubicBezTo>
                      <a:pt x="6006" y="0"/>
                      <a:pt x="5982" y="20"/>
                      <a:pt x="5943" y="39"/>
                    </a:cubicBezTo>
                    <a:lnTo>
                      <a:pt x="97" y="3421"/>
                    </a:lnTo>
                    <a:cubicBezTo>
                      <a:pt x="78" y="3421"/>
                      <a:pt x="78" y="3440"/>
                      <a:pt x="58" y="3440"/>
                    </a:cubicBezTo>
                    <a:cubicBezTo>
                      <a:pt x="39" y="3483"/>
                      <a:pt x="20" y="3503"/>
                      <a:pt x="1" y="3541"/>
                    </a:cubicBezTo>
                    <a:lnTo>
                      <a:pt x="1" y="3584"/>
                    </a:lnTo>
                    <a:lnTo>
                      <a:pt x="1" y="9786"/>
                    </a:lnTo>
                    <a:cubicBezTo>
                      <a:pt x="1" y="9969"/>
                      <a:pt x="140" y="10089"/>
                      <a:pt x="279" y="10089"/>
                    </a:cubicBezTo>
                    <a:cubicBezTo>
                      <a:pt x="318" y="10089"/>
                      <a:pt x="380" y="10070"/>
                      <a:pt x="419" y="10046"/>
                    </a:cubicBezTo>
                    <a:lnTo>
                      <a:pt x="4180" y="7865"/>
                    </a:lnTo>
                    <a:lnTo>
                      <a:pt x="4180" y="5703"/>
                    </a:lnTo>
                    <a:cubicBezTo>
                      <a:pt x="4180" y="5684"/>
                      <a:pt x="4204" y="5684"/>
                      <a:pt x="4204" y="5664"/>
                    </a:cubicBezTo>
                    <a:cubicBezTo>
                      <a:pt x="4204" y="5645"/>
                      <a:pt x="4223" y="5602"/>
                      <a:pt x="4262" y="5602"/>
                    </a:cubicBezTo>
                    <a:lnTo>
                      <a:pt x="6246" y="4444"/>
                    </a:lnTo>
                    <a:lnTo>
                      <a:pt x="6246" y="197"/>
                    </a:lnTo>
                    <a:cubicBezTo>
                      <a:pt x="6246" y="101"/>
                      <a:pt x="6145" y="0"/>
                      <a:pt x="6044" y="0"/>
                    </a:cubicBezTo>
                    <a:close/>
                  </a:path>
                </a:pathLst>
              </a:cu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65;p42">
                <a:extLst>
                  <a:ext uri="{FF2B5EF4-FFF2-40B4-BE49-F238E27FC236}">
                    <a16:creationId xmlns:a16="http://schemas.microsoft.com/office/drawing/2014/main" id="{B7D6420D-00D5-6098-A3B5-F0B6A7983EB1}"/>
                  </a:ext>
                </a:extLst>
              </p:cNvPr>
              <p:cNvSpPr/>
              <p:nvPr/>
            </p:nvSpPr>
            <p:spPr>
              <a:xfrm>
                <a:off x="1429664" y="2503577"/>
                <a:ext cx="663140" cy="1066863"/>
              </a:xfrm>
              <a:custGeom>
                <a:avLst/>
                <a:gdLst/>
                <a:ahLst/>
                <a:cxnLst/>
                <a:rect l="l" t="t" r="r" b="b"/>
                <a:pathLst>
                  <a:path w="3906" h="6284" extrusionOk="0">
                    <a:moveTo>
                      <a:pt x="3786" y="0"/>
                    </a:moveTo>
                    <a:cubicBezTo>
                      <a:pt x="3767" y="0"/>
                      <a:pt x="3747" y="19"/>
                      <a:pt x="3723" y="19"/>
                    </a:cubicBezTo>
                    <a:lnTo>
                      <a:pt x="2066" y="980"/>
                    </a:lnTo>
                    <a:lnTo>
                      <a:pt x="2066" y="2460"/>
                    </a:lnTo>
                    <a:lnTo>
                      <a:pt x="2066" y="3099"/>
                    </a:lnTo>
                    <a:cubicBezTo>
                      <a:pt x="2066" y="3180"/>
                      <a:pt x="2023" y="3243"/>
                      <a:pt x="1965" y="3281"/>
                    </a:cubicBezTo>
                    <a:lnTo>
                      <a:pt x="0" y="4401"/>
                    </a:lnTo>
                    <a:lnTo>
                      <a:pt x="0" y="6101"/>
                    </a:lnTo>
                    <a:cubicBezTo>
                      <a:pt x="0" y="6202"/>
                      <a:pt x="101" y="6284"/>
                      <a:pt x="183" y="6284"/>
                    </a:cubicBezTo>
                    <a:cubicBezTo>
                      <a:pt x="221" y="6284"/>
                      <a:pt x="240" y="6284"/>
                      <a:pt x="284" y="6265"/>
                    </a:cubicBezTo>
                    <a:lnTo>
                      <a:pt x="3843" y="4204"/>
                    </a:lnTo>
                    <a:cubicBezTo>
                      <a:pt x="3887" y="4180"/>
                      <a:pt x="3906" y="4141"/>
                      <a:pt x="3906" y="4084"/>
                    </a:cubicBezTo>
                    <a:lnTo>
                      <a:pt x="3906" y="3680"/>
                    </a:lnTo>
                    <a:lnTo>
                      <a:pt x="3906" y="140"/>
                    </a:lnTo>
                    <a:cubicBezTo>
                      <a:pt x="3906" y="58"/>
                      <a:pt x="3843" y="0"/>
                      <a:pt x="3786" y="0"/>
                    </a:cubicBezTo>
                    <a:close/>
                  </a:path>
                </a:pathLst>
              </a:custGeom>
              <a:solidFill>
                <a:srgbClr val="FFFFFF">
                  <a:alpha val="54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66;p42">
                <a:extLst>
                  <a:ext uri="{FF2B5EF4-FFF2-40B4-BE49-F238E27FC236}">
                    <a16:creationId xmlns:a16="http://schemas.microsoft.com/office/drawing/2014/main" id="{4F1DE626-30EC-7898-0093-940E464E5085}"/>
                  </a:ext>
                </a:extLst>
              </p:cNvPr>
              <p:cNvSpPr/>
              <p:nvPr/>
            </p:nvSpPr>
            <p:spPr>
              <a:xfrm>
                <a:off x="1429664" y="2669958"/>
                <a:ext cx="350754" cy="580799"/>
              </a:xfrm>
              <a:custGeom>
                <a:avLst/>
                <a:gdLst/>
                <a:ahLst/>
                <a:cxnLst/>
                <a:rect l="l" t="t" r="r" b="b"/>
                <a:pathLst>
                  <a:path w="2066" h="3421" extrusionOk="0">
                    <a:moveTo>
                      <a:pt x="2066" y="0"/>
                    </a:moveTo>
                    <a:lnTo>
                      <a:pt x="82" y="1158"/>
                    </a:lnTo>
                    <a:cubicBezTo>
                      <a:pt x="43" y="1158"/>
                      <a:pt x="24" y="1201"/>
                      <a:pt x="24" y="1220"/>
                    </a:cubicBezTo>
                    <a:cubicBezTo>
                      <a:pt x="24" y="1240"/>
                      <a:pt x="0" y="1240"/>
                      <a:pt x="0" y="1259"/>
                    </a:cubicBezTo>
                    <a:lnTo>
                      <a:pt x="0" y="3421"/>
                    </a:lnTo>
                    <a:lnTo>
                      <a:pt x="1965" y="2301"/>
                    </a:lnTo>
                    <a:cubicBezTo>
                      <a:pt x="2023" y="2263"/>
                      <a:pt x="2066" y="2200"/>
                      <a:pt x="2066" y="2119"/>
                    </a:cubicBezTo>
                    <a:lnTo>
                      <a:pt x="2066" y="1480"/>
                    </a:lnTo>
                    <a:lnTo>
                      <a:pt x="2066" y="0"/>
                    </a:lnTo>
                    <a:close/>
                  </a:path>
                </a:pathLst>
              </a:custGeom>
              <a:solidFill>
                <a:srgbClr val="FFFFFF">
                  <a:alpha val="7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667;p42">
              <a:extLst>
                <a:ext uri="{FF2B5EF4-FFF2-40B4-BE49-F238E27FC236}">
                  <a16:creationId xmlns:a16="http://schemas.microsoft.com/office/drawing/2014/main" id="{2B141B8C-A831-3493-319F-46D524967FD7}"/>
                </a:ext>
              </a:extLst>
            </p:cNvPr>
            <p:cNvSpPr/>
            <p:nvPr/>
          </p:nvSpPr>
          <p:spPr>
            <a:xfrm>
              <a:off x="2789241" y="2717171"/>
              <a:ext cx="23769" cy="71136"/>
            </a:xfrm>
            <a:custGeom>
              <a:avLst/>
              <a:gdLst/>
              <a:ahLst/>
              <a:cxnLst/>
              <a:rect l="l" t="t" r="r" b="b"/>
              <a:pathLst>
                <a:path w="140" h="419" extrusionOk="0">
                  <a:moveTo>
                    <a:pt x="39" y="0"/>
                  </a:moveTo>
                  <a:cubicBezTo>
                    <a:pt x="20" y="0"/>
                    <a:pt x="1" y="19"/>
                    <a:pt x="1" y="39"/>
                  </a:cubicBezTo>
                  <a:lnTo>
                    <a:pt x="63" y="360"/>
                  </a:lnTo>
                  <a:cubicBezTo>
                    <a:pt x="63" y="380"/>
                    <a:pt x="82" y="380"/>
                    <a:pt x="101" y="399"/>
                  </a:cubicBezTo>
                  <a:lnTo>
                    <a:pt x="140" y="418"/>
                  </a:lnTo>
                  <a:lnTo>
                    <a:pt x="101" y="39"/>
                  </a:lnTo>
                  <a:cubicBezTo>
                    <a:pt x="101" y="19"/>
                    <a:pt x="63" y="0"/>
                    <a:pt x="39" y="0"/>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68;p42">
              <a:extLst>
                <a:ext uri="{FF2B5EF4-FFF2-40B4-BE49-F238E27FC236}">
                  <a16:creationId xmlns:a16="http://schemas.microsoft.com/office/drawing/2014/main" id="{D2A56E36-6FBC-0BB7-5B43-E5FB2A90A0E8}"/>
                </a:ext>
              </a:extLst>
            </p:cNvPr>
            <p:cNvSpPr/>
            <p:nvPr/>
          </p:nvSpPr>
          <p:spPr>
            <a:xfrm>
              <a:off x="2806388" y="2726848"/>
              <a:ext cx="17317" cy="71985"/>
            </a:xfrm>
            <a:custGeom>
              <a:avLst/>
              <a:gdLst/>
              <a:ahLst/>
              <a:cxnLst/>
              <a:rect l="l" t="t" r="r" b="b"/>
              <a:pathLst>
                <a:path w="102" h="424" extrusionOk="0">
                  <a:moveTo>
                    <a:pt x="58" y="1"/>
                  </a:moveTo>
                  <a:cubicBezTo>
                    <a:pt x="39" y="1"/>
                    <a:pt x="20" y="25"/>
                    <a:pt x="20" y="44"/>
                  </a:cubicBezTo>
                  <a:lnTo>
                    <a:pt x="0" y="342"/>
                  </a:lnTo>
                  <a:cubicBezTo>
                    <a:pt x="0" y="361"/>
                    <a:pt x="20" y="385"/>
                    <a:pt x="20" y="385"/>
                  </a:cubicBezTo>
                  <a:lnTo>
                    <a:pt x="82" y="424"/>
                  </a:lnTo>
                  <a:lnTo>
                    <a:pt x="101" y="63"/>
                  </a:lnTo>
                  <a:cubicBezTo>
                    <a:pt x="101" y="44"/>
                    <a:pt x="82" y="25"/>
                    <a:pt x="58" y="1"/>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69;p42">
              <a:extLst>
                <a:ext uri="{FF2B5EF4-FFF2-40B4-BE49-F238E27FC236}">
                  <a16:creationId xmlns:a16="http://schemas.microsoft.com/office/drawing/2014/main" id="{2B80E3E5-8FB8-5217-5A50-D1641675A82A}"/>
                </a:ext>
              </a:extLst>
            </p:cNvPr>
            <p:cNvSpPr/>
            <p:nvPr/>
          </p:nvSpPr>
          <p:spPr>
            <a:xfrm>
              <a:off x="1868374" y="4212055"/>
              <a:ext cx="489631" cy="249569"/>
            </a:xfrm>
            <a:custGeom>
              <a:avLst/>
              <a:gdLst/>
              <a:ahLst/>
              <a:cxnLst/>
              <a:rect l="l" t="t" r="r" b="b"/>
              <a:pathLst>
                <a:path w="2884" h="1470" extrusionOk="0">
                  <a:moveTo>
                    <a:pt x="1682" y="1"/>
                  </a:moveTo>
                  <a:cubicBezTo>
                    <a:pt x="1283" y="1"/>
                    <a:pt x="822" y="102"/>
                    <a:pt x="443" y="260"/>
                  </a:cubicBezTo>
                  <a:cubicBezTo>
                    <a:pt x="400" y="284"/>
                    <a:pt x="361" y="323"/>
                    <a:pt x="323" y="342"/>
                  </a:cubicBezTo>
                  <a:cubicBezTo>
                    <a:pt x="159" y="462"/>
                    <a:pt x="1" y="645"/>
                    <a:pt x="20" y="842"/>
                  </a:cubicBezTo>
                  <a:cubicBezTo>
                    <a:pt x="39" y="1043"/>
                    <a:pt x="222" y="1202"/>
                    <a:pt x="419" y="1303"/>
                  </a:cubicBezTo>
                  <a:cubicBezTo>
                    <a:pt x="697" y="1414"/>
                    <a:pt x="1010" y="1470"/>
                    <a:pt x="1323" y="1470"/>
                  </a:cubicBezTo>
                  <a:cubicBezTo>
                    <a:pt x="1687" y="1470"/>
                    <a:pt x="2052" y="1395"/>
                    <a:pt x="2364" y="1245"/>
                  </a:cubicBezTo>
                  <a:cubicBezTo>
                    <a:pt x="2662" y="1125"/>
                    <a:pt x="2883" y="861"/>
                    <a:pt x="2821" y="544"/>
                  </a:cubicBezTo>
                  <a:cubicBezTo>
                    <a:pt x="2744" y="83"/>
                    <a:pt x="2124" y="1"/>
                    <a:pt x="1682" y="1"/>
                  </a:cubicBez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70;p42">
              <a:extLst>
                <a:ext uri="{FF2B5EF4-FFF2-40B4-BE49-F238E27FC236}">
                  <a16:creationId xmlns:a16="http://schemas.microsoft.com/office/drawing/2014/main" id="{3A742439-CC3D-66B6-7F59-B5E5B3F1E827}"/>
                </a:ext>
              </a:extLst>
            </p:cNvPr>
            <p:cNvSpPr/>
            <p:nvPr/>
          </p:nvSpPr>
          <p:spPr>
            <a:xfrm>
              <a:off x="2051902" y="3856033"/>
              <a:ext cx="105430" cy="473502"/>
            </a:xfrm>
            <a:custGeom>
              <a:avLst/>
              <a:gdLst/>
              <a:ahLst/>
              <a:cxnLst/>
              <a:rect l="l" t="t" r="r" b="b"/>
              <a:pathLst>
                <a:path w="621" h="2789" extrusionOk="0">
                  <a:moveTo>
                    <a:pt x="302" y="1"/>
                  </a:moveTo>
                  <a:cubicBezTo>
                    <a:pt x="229" y="1"/>
                    <a:pt x="159" y="47"/>
                    <a:pt x="140" y="138"/>
                  </a:cubicBezTo>
                  <a:cubicBezTo>
                    <a:pt x="1" y="537"/>
                    <a:pt x="58" y="2521"/>
                    <a:pt x="159" y="2698"/>
                  </a:cubicBezTo>
                  <a:cubicBezTo>
                    <a:pt x="190" y="2758"/>
                    <a:pt x="246" y="2789"/>
                    <a:pt x="303" y="2789"/>
                  </a:cubicBezTo>
                  <a:cubicBezTo>
                    <a:pt x="361" y="2789"/>
                    <a:pt x="421" y="2758"/>
                    <a:pt x="462" y="2698"/>
                  </a:cubicBezTo>
                  <a:cubicBezTo>
                    <a:pt x="563" y="2521"/>
                    <a:pt x="620" y="537"/>
                    <a:pt x="481" y="138"/>
                  </a:cubicBezTo>
                  <a:cubicBezTo>
                    <a:pt x="450" y="47"/>
                    <a:pt x="374" y="1"/>
                    <a:pt x="302" y="1"/>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71;p42">
              <a:extLst>
                <a:ext uri="{FF2B5EF4-FFF2-40B4-BE49-F238E27FC236}">
                  <a16:creationId xmlns:a16="http://schemas.microsoft.com/office/drawing/2014/main" id="{5B245B1C-BA19-A0BB-3EEE-107271EC7EBE}"/>
                </a:ext>
              </a:extLst>
            </p:cNvPr>
            <p:cNvSpPr/>
            <p:nvPr/>
          </p:nvSpPr>
          <p:spPr>
            <a:xfrm>
              <a:off x="1769734" y="3637530"/>
              <a:ext cx="686910" cy="331910"/>
            </a:xfrm>
            <a:custGeom>
              <a:avLst/>
              <a:gdLst/>
              <a:ahLst/>
              <a:cxnLst/>
              <a:rect l="l" t="t" r="r" b="b"/>
              <a:pathLst>
                <a:path w="4046" h="1955" extrusionOk="0">
                  <a:moveTo>
                    <a:pt x="2741" y="0"/>
                  </a:moveTo>
                  <a:cubicBezTo>
                    <a:pt x="2622" y="0"/>
                    <a:pt x="2507" y="3"/>
                    <a:pt x="2403" y="3"/>
                  </a:cubicBezTo>
                  <a:cubicBezTo>
                    <a:pt x="1903" y="3"/>
                    <a:pt x="1480" y="85"/>
                    <a:pt x="1024" y="185"/>
                  </a:cubicBezTo>
                  <a:lnTo>
                    <a:pt x="563" y="344"/>
                  </a:lnTo>
                  <a:cubicBezTo>
                    <a:pt x="279" y="382"/>
                    <a:pt x="1" y="743"/>
                    <a:pt x="1" y="1026"/>
                  </a:cubicBezTo>
                  <a:cubicBezTo>
                    <a:pt x="20" y="1406"/>
                    <a:pt x="399" y="1583"/>
                    <a:pt x="721" y="1723"/>
                  </a:cubicBezTo>
                  <a:cubicBezTo>
                    <a:pt x="1077" y="1878"/>
                    <a:pt x="1503" y="1954"/>
                    <a:pt x="1932" y="1954"/>
                  </a:cubicBezTo>
                  <a:cubicBezTo>
                    <a:pt x="2447" y="1954"/>
                    <a:pt x="2969" y="1844"/>
                    <a:pt x="3383" y="1627"/>
                  </a:cubicBezTo>
                  <a:cubicBezTo>
                    <a:pt x="3762" y="1425"/>
                    <a:pt x="4046" y="1122"/>
                    <a:pt x="3983" y="666"/>
                  </a:cubicBezTo>
                  <a:cubicBezTo>
                    <a:pt x="3900" y="55"/>
                    <a:pt x="3281" y="0"/>
                    <a:pt x="2741" y="0"/>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72;p42">
              <a:extLst>
                <a:ext uri="{FF2B5EF4-FFF2-40B4-BE49-F238E27FC236}">
                  <a16:creationId xmlns:a16="http://schemas.microsoft.com/office/drawing/2014/main" id="{99A7A7F8-818E-DB56-EE59-9577268039D6}"/>
                </a:ext>
              </a:extLst>
            </p:cNvPr>
            <p:cNvSpPr/>
            <p:nvPr/>
          </p:nvSpPr>
          <p:spPr>
            <a:xfrm>
              <a:off x="1681620" y="3081002"/>
              <a:ext cx="486236" cy="379787"/>
            </a:xfrm>
            <a:custGeom>
              <a:avLst/>
              <a:gdLst/>
              <a:ahLst/>
              <a:cxnLst/>
              <a:rect l="l" t="t" r="r" b="b"/>
              <a:pathLst>
                <a:path w="2864" h="2237" extrusionOk="0">
                  <a:moveTo>
                    <a:pt x="1663" y="0"/>
                  </a:moveTo>
                  <a:cubicBezTo>
                    <a:pt x="1529" y="0"/>
                    <a:pt x="1393" y="20"/>
                    <a:pt x="1259" y="57"/>
                  </a:cubicBezTo>
                  <a:cubicBezTo>
                    <a:pt x="841" y="177"/>
                    <a:pt x="419" y="461"/>
                    <a:pt x="198" y="840"/>
                  </a:cubicBezTo>
                  <a:cubicBezTo>
                    <a:pt x="20" y="1157"/>
                    <a:pt x="1" y="1561"/>
                    <a:pt x="198" y="1840"/>
                  </a:cubicBezTo>
                  <a:cubicBezTo>
                    <a:pt x="397" y="2116"/>
                    <a:pt x="784" y="2236"/>
                    <a:pt x="1196" y="2236"/>
                  </a:cubicBezTo>
                  <a:cubicBezTo>
                    <a:pt x="1736" y="2236"/>
                    <a:pt x="2319" y="2030"/>
                    <a:pt x="2580" y="1700"/>
                  </a:cubicBezTo>
                  <a:cubicBezTo>
                    <a:pt x="2864" y="1359"/>
                    <a:pt x="2821" y="898"/>
                    <a:pt x="2600" y="519"/>
                  </a:cubicBezTo>
                  <a:cubicBezTo>
                    <a:pt x="2381" y="152"/>
                    <a:pt x="2031" y="0"/>
                    <a:pt x="1663" y="0"/>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73;p42">
              <a:extLst>
                <a:ext uri="{FF2B5EF4-FFF2-40B4-BE49-F238E27FC236}">
                  <a16:creationId xmlns:a16="http://schemas.microsoft.com/office/drawing/2014/main" id="{0A86A1DA-F19D-E303-C482-2F1E1BDDBE72}"/>
                </a:ext>
              </a:extLst>
            </p:cNvPr>
            <p:cNvSpPr/>
            <p:nvPr/>
          </p:nvSpPr>
          <p:spPr>
            <a:xfrm>
              <a:off x="2041376" y="2759955"/>
              <a:ext cx="730881" cy="393029"/>
            </a:xfrm>
            <a:custGeom>
              <a:avLst/>
              <a:gdLst/>
              <a:ahLst/>
              <a:cxnLst/>
              <a:rect l="l" t="t" r="r" b="b"/>
              <a:pathLst>
                <a:path w="4305" h="2315" extrusionOk="0">
                  <a:moveTo>
                    <a:pt x="499" y="0"/>
                  </a:moveTo>
                  <a:cubicBezTo>
                    <a:pt x="330" y="0"/>
                    <a:pt x="221" y="128"/>
                    <a:pt x="221" y="128"/>
                  </a:cubicBezTo>
                  <a:cubicBezTo>
                    <a:pt x="0" y="329"/>
                    <a:pt x="24" y="670"/>
                    <a:pt x="284" y="829"/>
                  </a:cubicBezTo>
                  <a:lnTo>
                    <a:pt x="2604" y="2289"/>
                  </a:lnTo>
                  <a:cubicBezTo>
                    <a:pt x="2646" y="2305"/>
                    <a:pt x="2691" y="2315"/>
                    <a:pt x="2735" y="2315"/>
                  </a:cubicBezTo>
                  <a:cubicBezTo>
                    <a:pt x="2798" y="2315"/>
                    <a:pt x="2859" y="2296"/>
                    <a:pt x="2907" y="2251"/>
                  </a:cubicBezTo>
                  <a:lnTo>
                    <a:pt x="4305" y="728"/>
                  </a:lnTo>
                  <a:lnTo>
                    <a:pt x="3868" y="349"/>
                  </a:lnTo>
                  <a:lnTo>
                    <a:pt x="2825" y="1209"/>
                  </a:lnTo>
                  <a:cubicBezTo>
                    <a:pt x="2778" y="1244"/>
                    <a:pt x="2725" y="1266"/>
                    <a:pt x="2673" y="1266"/>
                  </a:cubicBezTo>
                  <a:cubicBezTo>
                    <a:pt x="2635" y="1266"/>
                    <a:pt x="2598" y="1254"/>
                    <a:pt x="2566" y="1228"/>
                  </a:cubicBezTo>
                  <a:lnTo>
                    <a:pt x="745" y="89"/>
                  </a:lnTo>
                  <a:cubicBezTo>
                    <a:pt x="654" y="23"/>
                    <a:pt x="571" y="0"/>
                    <a:pt x="499" y="0"/>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74;p42">
              <a:extLst>
                <a:ext uri="{FF2B5EF4-FFF2-40B4-BE49-F238E27FC236}">
                  <a16:creationId xmlns:a16="http://schemas.microsoft.com/office/drawing/2014/main" id="{BF1C619A-DDCC-6688-A70F-0B2C7B2F4CD2}"/>
                </a:ext>
              </a:extLst>
            </p:cNvPr>
            <p:cNvSpPr/>
            <p:nvPr/>
          </p:nvSpPr>
          <p:spPr>
            <a:xfrm>
              <a:off x="2697901" y="2703249"/>
              <a:ext cx="108656" cy="133104"/>
            </a:xfrm>
            <a:custGeom>
              <a:avLst/>
              <a:gdLst/>
              <a:ahLst/>
              <a:cxnLst/>
              <a:rect l="l" t="t" r="r" b="b"/>
              <a:pathLst>
                <a:path w="640" h="784" extrusionOk="0">
                  <a:moveTo>
                    <a:pt x="418" y="0"/>
                  </a:moveTo>
                  <a:lnTo>
                    <a:pt x="318" y="82"/>
                  </a:lnTo>
                  <a:lnTo>
                    <a:pt x="1" y="683"/>
                  </a:lnTo>
                  <a:lnTo>
                    <a:pt x="97" y="784"/>
                  </a:lnTo>
                  <a:lnTo>
                    <a:pt x="380" y="342"/>
                  </a:lnTo>
                  <a:lnTo>
                    <a:pt x="337" y="784"/>
                  </a:lnTo>
                  <a:lnTo>
                    <a:pt x="519" y="644"/>
                  </a:lnTo>
                  <a:lnTo>
                    <a:pt x="639" y="342"/>
                  </a:lnTo>
                  <a:lnTo>
                    <a:pt x="620" y="260"/>
                  </a:lnTo>
                  <a:lnTo>
                    <a:pt x="620" y="241"/>
                  </a:lnTo>
                  <a:lnTo>
                    <a:pt x="558" y="164"/>
                  </a:lnTo>
                  <a:lnTo>
                    <a:pt x="558" y="140"/>
                  </a:lnTo>
                  <a:lnTo>
                    <a:pt x="500" y="63"/>
                  </a:lnTo>
                  <a:lnTo>
                    <a:pt x="519" y="44"/>
                  </a:lnTo>
                  <a:lnTo>
                    <a:pt x="418" y="0"/>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75;p42">
              <a:extLst>
                <a:ext uri="{FF2B5EF4-FFF2-40B4-BE49-F238E27FC236}">
                  <a16:creationId xmlns:a16="http://schemas.microsoft.com/office/drawing/2014/main" id="{66F865EC-4D7E-C409-D665-78CA603D1D67}"/>
                </a:ext>
              </a:extLst>
            </p:cNvPr>
            <p:cNvSpPr/>
            <p:nvPr/>
          </p:nvSpPr>
          <p:spPr>
            <a:xfrm>
              <a:off x="2714200" y="2761143"/>
              <a:ext cx="48386" cy="92358"/>
            </a:xfrm>
            <a:custGeom>
              <a:avLst/>
              <a:gdLst/>
              <a:ahLst/>
              <a:cxnLst/>
              <a:rect l="l" t="t" r="r" b="b"/>
              <a:pathLst>
                <a:path w="285" h="544" extrusionOk="0">
                  <a:moveTo>
                    <a:pt x="284" y="1"/>
                  </a:moveTo>
                  <a:lnTo>
                    <a:pt x="1" y="443"/>
                  </a:lnTo>
                  <a:lnTo>
                    <a:pt x="121" y="543"/>
                  </a:lnTo>
                  <a:lnTo>
                    <a:pt x="241" y="443"/>
                  </a:lnTo>
                  <a:lnTo>
                    <a:pt x="284" y="1"/>
                  </a:lnTo>
                  <a:close/>
                </a:path>
              </a:pathLst>
            </a:custGeom>
            <a:solidFill>
              <a:srgbClr val="FFAB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76;p42">
              <a:extLst>
                <a:ext uri="{FF2B5EF4-FFF2-40B4-BE49-F238E27FC236}">
                  <a16:creationId xmlns:a16="http://schemas.microsoft.com/office/drawing/2014/main" id="{6D019F99-A23E-498A-05D0-8EC69E938707}"/>
                </a:ext>
              </a:extLst>
            </p:cNvPr>
            <p:cNvSpPr/>
            <p:nvPr/>
          </p:nvSpPr>
          <p:spPr>
            <a:xfrm>
              <a:off x="2555119" y="4296943"/>
              <a:ext cx="339550" cy="214596"/>
            </a:xfrm>
            <a:custGeom>
              <a:avLst/>
              <a:gdLst/>
              <a:ahLst/>
              <a:cxnLst/>
              <a:rect l="l" t="t" r="r" b="b"/>
              <a:pathLst>
                <a:path w="2000" h="1264" extrusionOk="0">
                  <a:moveTo>
                    <a:pt x="1" y="1"/>
                  </a:moveTo>
                  <a:lnTo>
                    <a:pt x="1" y="683"/>
                  </a:lnTo>
                  <a:cubicBezTo>
                    <a:pt x="1" y="683"/>
                    <a:pt x="140" y="822"/>
                    <a:pt x="500" y="865"/>
                  </a:cubicBezTo>
                  <a:cubicBezTo>
                    <a:pt x="865" y="1165"/>
                    <a:pt x="1076" y="1264"/>
                    <a:pt x="1357" y="1264"/>
                  </a:cubicBezTo>
                  <a:cubicBezTo>
                    <a:pt x="1432" y="1264"/>
                    <a:pt x="1512" y="1257"/>
                    <a:pt x="1601" y="1245"/>
                  </a:cubicBezTo>
                  <a:cubicBezTo>
                    <a:pt x="1999" y="1182"/>
                    <a:pt x="1740" y="1125"/>
                    <a:pt x="1538" y="942"/>
                  </a:cubicBezTo>
                  <a:cubicBezTo>
                    <a:pt x="1322" y="745"/>
                    <a:pt x="697" y="183"/>
                    <a:pt x="697" y="183"/>
                  </a:cubicBezTo>
                  <a:lnTo>
                    <a:pt x="640" y="63"/>
                  </a:lnTo>
                  <a:lnTo>
                    <a:pt x="1" y="1"/>
                  </a:ln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77;p42">
              <a:extLst>
                <a:ext uri="{FF2B5EF4-FFF2-40B4-BE49-F238E27FC236}">
                  <a16:creationId xmlns:a16="http://schemas.microsoft.com/office/drawing/2014/main" id="{D5FBBA90-CD79-E50F-6DE7-D7AC4387C33D}"/>
                </a:ext>
              </a:extLst>
            </p:cNvPr>
            <p:cNvSpPr/>
            <p:nvPr/>
          </p:nvSpPr>
          <p:spPr>
            <a:xfrm>
              <a:off x="1967184" y="3488636"/>
              <a:ext cx="716960" cy="853629"/>
            </a:xfrm>
            <a:custGeom>
              <a:avLst/>
              <a:gdLst/>
              <a:ahLst/>
              <a:cxnLst/>
              <a:rect l="l" t="t" r="r" b="b"/>
              <a:pathLst>
                <a:path w="4223" h="5028" extrusionOk="0">
                  <a:moveTo>
                    <a:pt x="1499" y="1"/>
                  </a:moveTo>
                  <a:lnTo>
                    <a:pt x="0" y="78"/>
                  </a:lnTo>
                  <a:lnTo>
                    <a:pt x="101" y="981"/>
                  </a:lnTo>
                  <a:cubicBezTo>
                    <a:pt x="120" y="1221"/>
                    <a:pt x="260" y="1423"/>
                    <a:pt x="480" y="1543"/>
                  </a:cubicBezTo>
                  <a:lnTo>
                    <a:pt x="3161" y="2023"/>
                  </a:lnTo>
                  <a:cubicBezTo>
                    <a:pt x="3344" y="2042"/>
                    <a:pt x="3320" y="2119"/>
                    <a:pt x="3344" y="2302"/>
                  </a:cubicBezTo>
                  <a:lnTo>
                    <a:pt x="3344" y="2340"/>
                  </a:lnTo>
                  <a:lnTo>
                    <a:pt x="3440" y="4665"/>
                  </a:lnTo>
                  <a:cubicBezTo>
                    <a:pt x="3463" y="4870"/>
                    <a:pt x="3623" y="5027"/>
                    <a:pt x="3827" y="5027"/>
                  </a:cubicBezTo>
                  <a:cubicBezTo>
                    <a:pt x="3839" y="5027"/>
                    <a:pt x="3851" y="5027"/>
                    <a:pt x="3863" y="5026"/>
                  </a:cubicBezTo>
                  <a:lnTo>
                    <a:pt x="3920" y="5026"/>
                  </a:lnTo>
                  <a:cubicBezTo>
                    <a:pt x="4103" y="5002"/>
                    <a:pt x="4141" y="4843"/>
                    <a:pt x="4141" y="4665"/>
                  </a:cubicBezTo>
                  <a:lnTo>
                    <a:pt x="4223" y="1922"/>
                  </a:lnTo>
                  <a:cubicBezTo>
                    <a:pt x="4223" y="1783"/>
                    <a:pt x="4160" y="1663"/>
                    <a:pt x="4064" y="1562"/>
                  </a:cubicBezTo>
                  <a:lnTo>
                    <a:pt x="1561" y="481"/>
                  </a:lnTo>
                  <a:lnTo>
                    <a:pt x="1499" y="1"/>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78;p42">
              <a:extLst>
                <a:ext uri="{FF2B5EF4-FFF2-40B4-BE49-F238E27FC236}">
                  <a16:creationId xmlns:a16="http://schemas.microsoft.com/office/drawing/2014/main" id="{CCC7D214-C886-1D2A-F717-2F08606FC875}"/>
                </a:ext>
              </a:extLst>
            </p:cNvPr>
            <p:cNvSpPr/>
            <p:nvPr/>
          </p:nvSpPr>
          <p:spPr>
            <a:xfrm>
              <a:off x="2306397" y="4395583"/>
              <a:ext cx="357376" cy="221217"/>
            </a:xfrm>
            <a:custGeom>
              <a:avLst/>
              <a:gdLst/>
              <a:ahLst/>
              <a:cxnLst/>
              <a:rect l="l" t="t" r="r" b="b"/>
              <a:pathLst>
                <a:path w="2105" h="1303" extrusionOk="0">
                  <a:moveTo>
                    <a:pt x="1" y="1"/>
                  </a:moveTo>
                  <a:lnTo>
                    <a:pt x="1" y="702"/>
                  </a:lnTo>
                  <a:cubicBezTo>
                    <a:pt x="1" y="702"/>
                    <a:pt x="145" y="842"/>
                    <a:pt x="543" y="885"/>
                  </a:cubicBezTo>
                  <a:cubicBezTo>
                    <a:pt x="909" y="1201"/>
                    <a:pt x="1123" y="1302"/>
                    <a:pt x="1414" y="1302"/>
                  </a:cubicBezTo>
                  <a:cubicBezTo>
                    <a:pt x="1490" y="1302"/>
                    <a:pt x="1572" y="1295"/>
                    <a:pt x="1663" y="1284"/>
                  </a:cubicBezTo>
                  <a:cubicBezTo>
                    <a:pt x="2105" y="1221"/>
                    <a:pt x="1826" y="1163"/>
                    <a:pt x="1605" y="962"/>
                  </a:cubicBezTo>
                  <a:cubicBezTo>
                    <a:pt x="1384" y="765"/>
                    <a:pt x="721" y="164"/>
                    <a:pt x="721" y="164"/>
                  </a:cubicBezTo>
                  <a:lnTo>
                    <a:pt x="683" y="44"/>
                  </a:lnTo>
                  <a:lnTo>
                    <a:pt x="1" y="1"/>
                  </a:ln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79;p42">
              <a:extLst>
                <a:ext uri="{FF2B5EF4-FFF2-40B4-BE49-F238E27FC236}">
                  <a16:creationId xmlns:a16="http://schemas.microsoft.com/office/drawing/2014/main" id="{02BC66EE-6B50-FADC-7393-5ADE42B7C766}"/>
                </a:ext>
              </a:extLst>
            </p:cNvPr>
            <p:cNvSpPr/>
            <p:nvPr/>
          </p:nvSpPr>
          <p:spPr>
            <a:xfrm>
              <a:off x="1865148" y="3542455"/>
              <a:ext cx="580970" cy="905071"/>
            </a:xfrm>
            <a:custGeom>
              <a:avLst/>
              <a:gdLst/>
              <a:ahLst/>
              <a:cxnLst/>
              <a:rect l="l" t="t" r="r" b="b"/>
              <a:pathLst>
                <a:path w="3422" h="5331" extrusionOk="0">
                  <a:moveTo>
                    <a:pt x="1499" y="1"/>
                  </a:moveTo>
                  <a:lnTo>
                    <a:pt x="1" y="82"/>
                  </a:lnTo>
                  <a:lnTo>
                    <a:pt x="101" y="962"/>
                  </a:lnTo>
                  <a:cubicBezTo>
                    <a:pt x="121" y="1202"/>
                    <a:pt x="279" y="1423"/>
                    <a:pt x="481" y="1543"/>
                  </a:cubicBezTo>
                  <a:lnTo>
                    <a:pt x="2220" y="2264"/>
                  </a:lnTo>
                  <a:cubicBezTo>
                    <a:pt x="2359" y="2345"/>
                    <a:pt x="2460" y="2484"/>
                    <a:pt x="2460" y="2643"/>
                  </a:cubicBezTo>
                  <a:lnTo>
                    <a:pt x="2561" y="4968"/>
                  </a:lnTo>
                  <a:cubicBezTo>
                    <a:pt x="2561" y="5177"/>
                    <a:pt x="2741" y="5330"/>
                    <a:pt x="2927" y="5330"/>
                  </a:cubicBezTo>
                  <a:cubicBezTo>
                    <a:pt x="2938" y="5330"/>
                    <a:pt x="2949" y="5330"/>
                    <a:pt x="2960" y="5328"/>
                  </a:cubicBezTo>
                  <a:lnTo>
                    <a:pt x="3022" y="5328"/>
                  </a:lnTo>
                  <a:cubicBezTo>
                    <a:pt x="3200" y="5309"/>
                    <a:pt x="3344" y="5146"/>
                    <a:pt x="3363" y="4968"/>
                  </a:cubicBezTo>
                  <a:lnTo>
                    <a:pt x="3421" y="2225"/>
                  </a:lnTo>
                  <a:cubicBezTo>
                    <a:pt x="3421" y="2086"/>
                    <a:pt x="3363" y="1966"/>
                    <a:pt x="3263" y="1865"/>
                  </a:cubicBezTo>
                  <a:lnTo>
                    <a:pt x="1562" y="462"/>
                  </a:lnTo>
                  <a:lnTo>
                    <a:pt x="1499" y="1"/>
                  </a:lnTo>
                  <a:close/>
                </a:path>
              </a:pathLst>
            </a:custGeom>
            <a:solidFill>
              <a:srgbClr val="5B39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80;p42">
              <a:extLst>
                <a:ext uri="{FF2B5EF4-FFF2-40B4-BE49-F238E27FC236}">
                  <a16:creationId xmlns:a16="http://schemas.microsoft.com/office/drawing/2014/main" id="{D80D2581-0F33-19D3-EF12-21AEF5CFBEA0}"/>
                </a:ext>
              </a:extLst>
            </p:cNvPr>
            <p:cNvSpPr/>
            <p:nvPr/>
          </p:nvSpPr>
          <p:spPr>
            <a:xfrm>
              <a:off x="1923042" y="2730923"/>
              <a:ext cx="336154" cy="842763"/>
            </a:xfrm>
            <a:custGeom>
              <a:avLst/>
              <a:gdLst/>
              <a:ahLst/>
              <a:cxnLst/>
              <a:rect l="l" t="t" r="r" b="b"/>
              <a:pathLst>
                <a:path w="1980" h="4964" extrusionOk="0">
                  <a:moveTo>
                    <a:pt x="279" y="1"/>
                  </a:moveTo>
                  <a:lnTo>
                    <a:pt x="1" y="179"/>
                  </a:lnTo>
                  <a:cubicBezTo>
                    <a:pt x="1082" y="1538"/>
                    <a:pt x="817" y="3282"/>
                    <a:pt x="861" y="4963"/>
                  </a:cubicBezTo>
                  <a:cubicBezTo>
                    <a:pt x="1082" y="4944"/>
                    <a:pt x="1600" y="4805"/>
                    <a:pt x="1802" y="4685"/>
                  </a:cubicBezTo>
                  <a:cubicBezTo>
                    <a:pt x="1980" y="3042"/>
                    <a:pt x="1802" y="1461"/>
                    <a:pt x="1000" y="39"/>
                  </a:cubicBezTo>
                  <a:lnTo>
                    <a:pt x="937" y="1"/>
                  </a:ln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81;p42">
              <a:extLst>
                <a:ext uri="{FF2B5EF4-FFF2-40B4-BE49-F238E27FC236}">
                  <a16:creationId xmlns:a16="http://schemas.microsoft.com/office/drawing/2014/main" id="{4625DFDA-A050-87F9-0DB6-C5753CF426A7}"/>
                </a:ext>
              </a:extLst>
            </p:cNvPr>
            <p:cNvSpPr/>
            <p:nvPr/>
          </p:nvSpPr>
          <p:spPr>
            <a:xfrm>
              <a:off x="1800803" y="2761143"/>
              <a:ext cx="268414" cy="867211"/>
            </a:xfrm>
            <a:custGeom>
              <a:avLst/>
              <a:gdLst/>
              <a:ahLst/>
              <a:cxnLst/>
              <a:rect l="l" t="t" r="r" b="b"/>
              <a:pathLst>
                <a:path w="1581" h="5108" extrusionOk="0">
                  <a:moveTo>
                    <a:pt x="721" y="1"/>
                  </a:moveTo>
                  <a:lnTo>
                    <a:pt x="336" y="222"/>
                  </a:lnTo>
                  <a:cubicBezTo>
                    <a:pt x="120" y="361"/>
                    <a:pt x="0" y="601"/>
                    <a:pt x="0" y="841"/>
                  </a:cubicBezTo>
                  <a:lnTo>
                    <a:pt x="0" y="904"/>
                  </a:lnTo>
                  <a:lnTo>
                    <a:pt x="159" y="4766"/>
                  </a:lnTo>
                  <a:cubicBezTo>
                    <a:pt x="279" y="4824"/>
                    <a:pt x="399" y="4886"/>
                    <a:pt x="538" y="4925"/>
                  </a:cubicBezTo>
                  <a:cubicBezTo>
                    <a:pt x="746" y="5000"/>
                    <a:pt x="1055" y="5107"/>
                    <a:pt x="1316" y="5107"/>
                  </a:cubicBezTo>
                  <a:cubicBezTo>
                    <a:pt x="1406" y="5107"/>
                    <a:pt x="1489" y="5095"/>
                    <a:pt x="1561" y="5064"/>
                  </a:cubicBezTo>
                  <a:cubicBezTo>
                    <a:pt x="1581" y="3964"/>
                    <a:pt x="1581" y="2763"/>
                    <a:pt x="1537" y="2282"/>
                  </a:cubicBezTo>
                  <a:cubicBezTo>
                    <a:pt x="1460" y="1461"/>
                    <a:pt x="1259" y="683"/>
                    <a:pt x="721" y="1"/>
                  </a:cubicBez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82;p42">
              <a:extLst>
                <a:ext uri="{FF2B5EF4-FFF2-40B4-BE49-F238E27FC236}">
                  <a16:creationId xmlns:a16="http://schemas.microsoft.com/office/drawing/2014/main" id="{382D61DB-A1DE-FC46-6291-4FADA2CD01C2}"/>
                </a:ext>
              </a:extLst>
            </p:cNvPr>
            <p:cNvSpPr/>
            <p:nvPr/>
          </p:nvSpPr>
          <p:spPr>
            <a:xfrm>
              <a:off x="2092649" y="2737544"/>
              <a:ext cx="193544" cy="829521"/>
            </a:xfrm>
            <a:custGeom>
              <a:avLst/>
              <a:gdLst/>
              <a:ahLst/>
              <a:cxnLst/>
              <a:rect l="l" t="t" r="r" b="b"/>
              <a:pathLst>
                <a:path w="1140" h="4886" extrusionOk="0">
                  <a:moveTo>
                    <a:pt x="1" y="0"/>
                  </a:moveTo>
                  <a:lnTo>
                    <a:pt x="1" y="0"/>
                  </a:lnTo>
                  <a:cubicBezTo>
                    <a:pt x="400" y="721"/>
                    <a:pt x="539" y="1499"/>
                    <a:pt x="582" y="2301"/>
                  </a:cubicBezTo>
                  <a:cubicBezTo>
                    <a:pt x="601" y="3104"/>
                    <a:pt x="702" y="4002"/>
                    <a:pt x="822" y="4886"/>
                  </a:cubicBezTo>
                  <a:cubicBezTo>
                    <a:pt x="899" y="4886"/>
                    <a:pt x="1000" y="4862"/>
                    <a:pt x="1082" y="4823"/>
                  </a:cubicBezTo>
                  <a:cubicBezTo>
                    <a:pt x="1139" y="4045"/>
                    <a:pt x="923" y="2162"/>
                    <a:pt x="899" y="1619"/>
                  </a:cubicBezTo>
                  <a:cubicBezTo>
                    <a:pt x="899" y="1403"/>
                    <a:pt x="880" y="1220"/>
                    <a:pt x="861" y="1120"/>
                  </a:cubicBezTo>
                  <a:cubicBezTo>
                    <a:pt x="779" y="658"/>
                    <a:pt x="380" y="101"/>
                    <a:pt x="380" y="101"/>
                  </a:cubicBezTo>
                  <a:lnTo>
                    <a:pt x="1" y="0"/>
                  </a:lnTo>
                  <a:close/>
                </a:path>
              </a:pathLst>
            </a:custGeom>
            <a:solidFill>
              <a:srgbClr val="1801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83;p42">
              <a:extLst>
                <a:ext uri="{FF2B5EF4-FFF2-40B4-BE49-F238E27FC236}">
                  <a16:creationId xmlns:a16="http://schemas.microsoft.com/office/drawing/2014/main" id="{08E11F54-93AF-E38E-223F-7AE199626B02}"/>
                </a:ext>
              </a:extLst>
            </p:cNvPr>
            <p:cNvSpPr/>
            <p:nvPr/>
          </p:nvSpPr>
          <p:spPr>
            <a:xfrm>
              <a:off x="1973635" y="2638734"/>
              <a:ext cx="119182" cy="93376"/>
            </a:xfrm>
            <a:custGeom>
              <a:avLst/>
              <a:gdLst/>
              <a:ahLst/>
              <a:cxnLst/>
              <a:rect l="l" t="t" r="r" b="b"/>
              <a:pathLst>
                <a:path w="702" h="550" extrusionOk="0">
                  <a:moveTo>
                    <a:pt x="20" y="1"/>
                  </a:moveTo>
                  <a:lnTo>
                    <a:pt x="1" y="222"/>
                  </a:lnTo>
                  <a:cubicBezTo>
                    <a:pt x="165" y="403"/>
                    <a:pt x="391" y="550"/>
                    <a:pt x="623" y="550"/>
                  </a:cubicBezTo>
                  <a:cubicBezTo>
                    <a:pt x="649" y="550"/>
                    <a:pt x="676" y="548"/>
                    <a:pt x="702" y="544"/>
                  </a:cubicBezTo>
                  <a:lnTo>
                    <a:pt x="683" y="260"/>
                  </a:lnTo>
                  <a:lnTo>
                    <a:pt x="20" y="1"/>
                  </a:lnTo>
                  <a:close/>
                </a:path>
              </a:pathLst>
            </a:custGeom>
            <a:solidFill>
              <a:srgbClr val="FFAB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84;p42">
              <a:extLst>
                <a:ext uri="{FF2B5EF4-FFF2-40B4-BE49-F238E27FC236}">
                  <a16:creationId xmlns:a16="http://schemas.microsoft.com/office/drawing/2014/main" id="{DB073C78-309C-6AB8-FD8F-78A7A8ECCAAB}"/>
                </a:ext>
              </a:extLst>
            </p:cNvPr>
            <p:cNvSpPr/>
            <p:nvPr/>
          </p:nvSpPr>
          <p:spPr>
            <a:xfrm>
              <a:off x="1970410" y="2676255"/>
              <a:ext cx="125803" cy="119352"/>
            </a:xfrm>
            <a:custGeom>
              <a:avLst/>
              <a:gdLst/>
              <a:ahLst/>
              <a:cxnLst/>
              <a:rect l="l" t="t" r="r" b="b"/>
              <a:pathLst>
                <a:path w="741" h="703" extrusionOk="0">
                  <a:moveTo>
                    <a:pt x="20" y="1"/>
                  </a:moveTo>
                  <a:lnTo>
                    <a:pt x="0" y="323"/>
                  </a:lnTo>
                  <a:lnTo>
                    <a:pt x="442" y="683"/>
                  </a:lnTo>
                  <a:cubicBezTo>
                    <a:pt x="481" y="702"/>
                    <a:pt x="519" y="702"/>
                    <a:pt x="562" y="702"/>
                  </a:cubicBezTo>
                  <a:cubicBezTo>
                    <a:pt x="601" y="683"/>
                    <a:pt x="620" y="659"/>
                    <a:pt x="639" y="640"/>
                  </a:cubicBezTo>
                  <a:lnTo>
                    <a:pt x="721" y="539"/>
                  </a:lnTo>
                  <a:cubicBezTo>
                    <a:pt x="721" y="520"/>
                    <a:pt x="740" y="501"/>
                    <a:pt x="740" y="481"/>
                  </a:cubicBezTo>
                  <a:lnTo>
                    <a:pt x="721" y="323"/>
                  </a:lnTo>
                  <a:cubicBezTo>
                    <a:pt x="695" y="327"/>
                    <a:pt x="668" y="329"/>
                    <a:pt x="642" y="329"/>
                  </a:cubicBezTo>
                  <a:cubicBezTo>
                    <a:pt x="410" y="329"/>
                    <a:pt x="184" y="182"/>
                    <a:pt x="20" y="1"/>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85;p42">
              <a:extLst>
                <a:ext uri="{FF2B5EF4-FFF2-40B4-BE49-F238E27FC236}">
                  <a16:creationId xmlns:a16="http://schemas.microsoft.com/office/drawing/2014/main" id="{F295946C-9325-933E-AC92-30BEB33ED8EC}"/>
                </a:ext>
              </a:extLst>
            </p:cNvPr>
            <p:cNvSpPr/>
            <p:nvPr/>
          </p:nvSpPr>
          <p:spPr>
            <a:xfrm>
              <a:off x="1898594" y="2381522"/>
              <a:ext cx="272659" cy="278431"/>
            </a:xfrm>
            <a:custGeom>
              <a:avLst/>
              <a:gdLst/>
              <a:ahLst/>
              <a:cxnLst/>
              <a:rect l="l" t="t" r="r" b="b"/>
              <a:pathLst>
                <a:path w="1606" h="1640" extrusionOk="0">
                  <a:moveTo>
                    <a:pt x="1319" y="0"/>
                  </a:moveTo>
                  <a:cubicBezTo>
                    <a:pt x="1289" y="0"/>
                    <a:pt x="1257" y="6"/>
                    <a:pt x="1226" y="17"/>
                  </a:cubicBezTo>
                  <a:cubicBezTo>
                    <a:pt x="1200" y="40"/>
                    <a:pt x="1163" y="49"/>
                    <a:pt x="1125" y="49"/>
                  </a:cubicBezTo>
                  <a:cubicBezTo>
                    <a:pt x="1097" y="49"/>
                    <a:pt x="1069" y="44"/>
                    <a:pt x="1043" y="36"/>
                  </a:cubicBezTo>
                  <a:cubicBezTo>
                    <a:pt x="1012" y="34"/>
                    <a:pt x="981" y="33"/>
                    <a:pt x="950" y="33"/>
                  </a:cubicBezTo>
                  <a:cubicBezTo>
                    <a:pt x="737" y="33"/>
                    <a:pt x="517" y="88"/>
                    <a:pt x="342" y="176"/>
                  </a:cubicBezTo>
                  <a:cubicBezTo>
                    <a:pt x="145" y="276"/>
                    <a:pt x="25" y="536"/>
                    <a:pt x="1" y="757"/>
                  </a:cubicBezTo>
                  <a:cubicBezTo>
                    <a:pt x="1" y="935"/>
                    <a:pt x="44" y="1175"/>
                    <a:pt x="121" y="1357"/>
                  </a:cubicBezTo>
                  <a:cubicBezTo>
                    <a:pt x="183" y="1434"/>
                    <a:pt x="222" y="1477"/>
                    <a:pt x="303" y="1535"/>
                  </a:cubicBezTo>
                  <a:cubicBezTo>
                    <a:pt x="337" y="1574"/>
                    <a:pt x="391" y="1639"/>
                    <a:pt x="443" y="1639"/>
                  </a:cubicBezTo>
                  <a:cubicBezTo>
                    <a:pt x="449" y="1639"/>
                    <a:pt x="456" y="1638"/>
                    <a:pt x="462" y="1636"/>
                  </a:cubicBezTo>
                  <a:cubicBezTo>
                    <a:pt x="481" y="1578"/>
                    <a:pt x="601" y="1497"/>
                    <a:pt x="664" y="1458"/>
                  </a:cubicBezTo>
                  <a:cubicBezTo>
                    <a:pt x="745" y="1377"/>
                    <a:pt x="822" y="1295"/>
                    <a:pt x="904" y="1218"/>
                  </a:cubicBezTo>
                  <a:cubicBezTo>
                    <a:pt x="961" y="1156"/>
                    <a:pt x="1062" y="1036"/>
                    <a:pt x="1144" y="1016"/>
                  </a:cubicBezTo>
                  <a:cubicBezTo>
                    <a:pt x="1182" y="978"/>
                    <a:pt x="1226" y="954"/>
                    <a:pt x="1264" y="935"/>
                  </a:cubicBezTo>
                  <a:cubicBezTo>
                    <a:pt x="1346" y="915"/>
                    <a:pt x="1423" y="858"/>
                    <a:pt x="1485" y="815"/>
                  </a:cubicBezTo>
                  <a:cubicBezTo>
                    <a:pt x="1562" y="757"/>
                    <a:pt x="1605" y="656"/>
                    <a:pt x="1605" y="555"/>
                  </a:cubicBezTo>
                  <a:cubicBezTo>
                    <a:pt x="1605" y="416"/>
                    <a:pt x="1586" y="276"/>
                    <a:pt x="1523" y="137"/>
                  </a:cubicBezTo>
                  <a:lnTo>
                    <a:pt x="1523" y="113"/>
                  </a:lnTo>
                  <a:cubicBezTo>
                    <a:pt x="1481" y="42"/>
                    <a:pt x="1405" y="0"/>
                    <a:pt x="1319" y="0"/>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86;p42">
              <a:extLst>
                <a:ext uri="{FF2B5EF4-FFF2-40B4-BE49-F238E27FC236}">
                  <a16:creationId xmlns:a16="http://schemas.microsoft.com/office/drawing/2014/main" id="{CD9126B7-271C-1F26-F997-1A4A4C29326A}"/>
                </a:ext>
              </a:extLst>
            </p:cNvPr>
            <p:cNvSpPr/>
            <p:nvPr/>
          </p:nvSpPr>
          <p:spPr>
            <a:xfrm>
              <a:off x="1931701" y="2478974"/>
              <a:ext cx="219010" cy="234969"/>
            </a:xfrm>
            <a:custGeom>
              <a:avLst/>
              <a:gdLst/>
              <a:ahLst/>
              <a:cxnLst/>
              <a:rect l="l" t="t" r="r" b="b"/>
              <a:pathLst>
                <a:path w="1290" h="1384" extrusionOk="0">
                  <a:moveTo>
                    <a:pt x="430" y="0"/>
                  </a:moveTo>
                  <a:lnTo>
                    <a:pt x="387" y="284"/>
                  </a:lnTo>
                  <a:lnTo>
                    <a:pt x="329" y="380"/>
                  </a:lnTo>
                  <a:lnTo>
                    <a:pt x="329" y="663"/>
                  </a:lnTo>
                  <a:lnTo>
                    <a:pt x="248" y="644"/>
                  </a:lnTo>
                  <a:cubicBezTo>
                    <a:pt x="228" y="601"/>
                    <a:pt x="228" y="462"/>
                    <a:pt x="190" y="442"/>
                  </a:cubicBezTo>
                  <a:cubicBezTo>
                    <a:pt x="177" y="440"/>
                    <a:pt x="165" y="439"/>
                    <a:pt x="155" y="439"/>
                  </a:cubicBezTo>
                  <a:cubicBezTo>
                    <a:pt x="1" y="439"/>
                    <a:pt x="90" y="685"/>
                    <a:pt x="108" y="721"/>
                  </a:cubicBezTo>
                  <a:cubicBezTo>
                    <a:pt x="108" y="768"/>
                    <a:pt x="155" y="791"/>
                    <a:pt x="194" y="791"/>
                  </a:cubicBezTo>
                  <a:cubicBezTo>
                    <a:pt x="207" y="791"/>
                    <a:pt x="219" y="788"/>
                    <a:pt x="228" y="783"/>
                  </a:cubicBezTo>
                  <a:lnTo>
                    <a:pt x="228" y="1081"/>
                  </a:lnTo>
                  <a:cubicBezTo>
                    <a:pt x="228" y="1081"/>
                    <a:pt x="488" y="1384"/>
                    <a:pt x="829" y="1384"/>
                  </a:cubicBezTo>
                  <a:cubicBezTo>
                    <a:pt x="1050" y="1384"/>
                    <a:pt x="1247" y="1201"/>
                    <a:pt x="1247" y="980"/>
                  </a:cubicBezTo>
                  <a:lnTo>
                    <a:pt x="1290" y="341"/>
                  </a:lnTo>
                  <a:lnTo>
                    <a:pt x="1271" y="0"/>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87;p42">
              <a:extLst>
                <a:ext uri="{FF2B5EF4-FFF2-40B4-BE49-F238E27FC236}">
                  <a16:creationId xmlns:a16="http://schemas.microsoft.com/office/drawing/2014/main" id="{B179DD52-D419-FEA2-2E8A-EE8AEC6AA3DC}"/>
                </a:ext>
              </a:extLst>
            </p:cNvPr>
            <p:cNvSpPr/>
            <p:nvPr/>
          </p:nvSpPr>
          <p:spPr>
            <a:xfrm>
              <a:off x="2874129" y="2754691"/>
              <a:ext cx="7470" cy="170"/>
            </a:xfrm>
            <a:custGeom>
              <a:avLst/>
              <a:gdLst/>
              <a:ahLst/>
              <a:cxnLst/>
              <a:rect l="l" t="t" r="r" b="b"/>
              <a:pathLst>
                <a:path w="44" h="1" extrusionOk="0">
                  <a:moveTo>
                    <a:pt x="0" y="0"/>
                  </a:moveTo>
                  <a:lnTo>
                    <a:pt x="0" y="0"/>
                  </a:lnTo>
                  <a:lnTo>
                    <a:pt x="43" y="0"/>
                  </a:lnTo>
                  <a:close/>
                </a:path>
              </a:pathLst>
            </a:custGeom>
            <a:solidFill>
              <a:srgbClr val="2121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88;p42">
              <a:extLst>
                <a:ext uri="{FF2B5EF4-FFF2-40B4-BE49-F238E27FC236}">
                  <a16:creationId xmlns:a16="http://schemas.microsoft.com/office/drawing/2014/main" id="{CDE124D3-F620-0FAA-C3FC-D299635CD376}"/>
                </a:ext>
              </a:extLst>
            </p:cNvPr>
            <p:cNvSpPr/>
            <p:nvPr/>
          </p:nvSpPr>
          <p:spPr>
            <a:xfrm>
              <a:off x="2704353" y="2751296"/>
              <a:ext cx="173171" cy="8149"/>
            </a:xfrm>
            <a:custGeom>
              <a:avLst/>
              <a:gdLst/>
              <a:ahLst/>
              <a:cxnLst/>
              <a:rect l="l" t="t" r="r" b="b"/>
              <a:pathLst>
                <a:path w="1020" h="48" extrusionOk="0">
                  <a:moveTo>
                    <a:pt x="39" y="1"/>
                  </a:moveTo>
                  <a:cubicBezTo>
                    <a:pt x="20" y="1"/>
                    <a:pt x="1" y="1"/>
                    <a:pt x="1" y="20"/>
                  </a:cubicBezTo>
                  <a:cubicBezTo>
                    <a:pt x="1" y="39"/>
                    <a:pt x="20" y="39"/>
                    <a:pt x="39" y="39"/>
                  </a:cubicBezTo>
                  <a:cubicBezTo>
                    <a:pt x="39" y="39"/>
                    <a:pt x="379" y="48"/>
                    <a:pt x="669" y="48"/>
                  </a:cubicBezTo>
                  <a:cubicBezTo>
                    <a:pt x="814" y="48"/>
                    <a:pt x="947" y="46"/>
                    <a:pt x="1019" y="39"/>
                  </a:cubicBezTo>
                  <a:lnTo>
                    <a:pt x="1019" y="20"/>
                  </a:lnTo>
                  <a:cubicBezTo>
                    <a:pt x="803" y="1"/>
                    <a:pt x="39" y="1"/>
                    <a:pt x="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89;p42">
              <a:extLst>
                <a:ext uri="{FF2B5EF4-FFF2-40B4-BE49-F238E27FC236}">
                  <a16:creationId xmlns:a16="http://schemas.microsoft.com/office/drawing/2014/main" id="{C98457AC-9F32-C2FD-BD8B-6DCA06A32CDE}"/>
                </a:ext>
              </a:extLst>
            </p:cNvPr>
            <p:cNvSpPr/>
            <p:nvPr/>
          </p:nvSpPr>
          <p:spPr>
            <a:xfrm>
              <a:off x="2697901" y="2734318"/>
              <a:ext cx="85057" cy="102035"/>
            </a:xfrm>
            <a:custGeom>
              <a:avLst/>
              <a:gdLst/>
              <a:ahLst/>
              <a:cxnLst/>
              <a:rect l="l" t="t" r="r" b="b"/>
              <a:pathLst>
                <a:path w="501" h="601" extrusionOk="0">
                  <a:moveTo>
                    <a:pt x="500" y="0"/>
                  </a:moveTo>
                  <a:lnTo>
                    <a:pt x="140" y="259"/>
                  </a:lnTo>
                  <a:lnTo>
                    <a:pt x="1" y="500"/>
                  </a:lnTo>
                  <a:lnTo>
                    <a:pt x="97" y="601"/>
                  </a:lnTo>
                  <a:lnTo>
                    <a:pt x="279" y="480"/>
                  </a:lnTo>
                  <a:lnTo>
                    <a:pt x="298" y="317"/>
                  </a:lnTo>
                  <a:lnTo>
                    <a:pt x="481" y="101"/>
                  </a:lnTo>
                  <a:lnTo>
                    <a:pt x="500" y="0"/>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690;p42">
              <a:extLst>
                <a:ext uri="{FF2B5EF4-FFF2-40B4-BE49-F238E27FC236}">
                  <a16:creationId xmlns:a16="http://schemas.microsoft.com/office/drawing/2014/main" id="{11CB6AF1-B8DB-AE9D-D7F4-99A21AED7D51}"/>
                </a:ext>
              </a:extLst>
            </p:cNvPr>
            <p:cNvSpPr/>
            <p:nvPr/>
          </p:nvSpPr>
          <p:spPr>
            <a:xfrm>
              <a:off x="2768868" y="2701891"/>
              <a:ext cx="40916" cy="65873"/>
            </a:xfrm>
            <a:custGeom>
              <a:avLst/>
              <a:gdLst/>
              <a:ahLst/>
              <a:cxnLst/>
              <a:rect l="l" t="t" r="r" b="b"/>
              <a:pathLst>
                <a:path w="241" h="388" extrusionOk="0">
                  <a:moveTo>
                    <a:pt x="71" y="0"/>
                  </a:moveTo>
                  <a:cubicBezTo>
                    <a:pt x="62" y="0"/>
                    <a:pt x="52" y="3"/>
                    <a:pt x="39" y="8"/>
                  </a:cubicBezTo>
                  <a:lnTo>
                    <a:pt x="0" y="8"/>
                  </a:lnTo>
                  <a:lnTo>
                    <a:pt x="159" y="350"/>
                  </a:lnTo>
                  <a:cubicBezTo>
                    <a:pt x="159" y="369"/>
                    <a:pt x="159" y="369"/>
                    <a:pt x="183" y="369"/>
                  </a:cubicBezTo>
                  <a:lnTo>
                    <a:pt x="241" y="388"/>
                  </a:lnTo>
                  <a:lnTo>
                    <a:pt x="121" y="28"/>
                  </a:lnTo>
                  <a:cubicBezTo>
                    <a:pt x="107" y="14"/>
                    <a:pt x="93" y="0"/>
                    <a:pt x="71" y="0"/>
                  </a:cubicBez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8" name="Google Shape;691;p42">
              <a:extLst>
                <a:ext uri="{FF2B5EF4-FFF2-40B4-BE49-F238E27FC236}">
                  <a16:creationId xmlns:a16="http://schemas.microsoft.com/office/drawing/2014/main" id="{E3E33191-BC1C-8A4B-DD90-545E651282DA}"/>
                </a:ext>
              </a:extLst>
            </p:cNvPr>
            <p:cNvGrpSpPr/>
            <p:nvPr/>
          </p:nvGrpSpPr>
          <p:grpSpPr>
            <a:xfrm>
              <a:off x="2577081" y="3294558"/>
              <a:ext cx="1733243" cy="965856"/>
              <a:chOff x="2951632" y="3945364"/>
              <a:chExt cx="880176" cy="490481"/>
            </a:xfrm>
          </p:grpSpPr>
          <p:sp>
            <p:nvSpPr>
              <p:cNvPr id="676" name="Google Shape;692;p42">
                <a:extLst>
                  <a:ext uri="{FF2B5EF4-FFF2-40B4-BE49-F238E27FC236}">
                    <a16:creationId xmlns:a16="http://schemas.microsoft.com/office/drawing/2014/main" id="{045ACFB1-7301-E92E-3677-463CA28B0217}"/>
                  </a:ext>
                </a:extLst>
              </p:cNvPr>
              <p:cNvSpPr/>
              <p:nvPr/>
            </p:nvSpPr>
            <p:spPr>
              <a:xfrm>
                <a:off x="3188121" y="4045546"/>
                <a:ext cx="34486" cy="93285"/>
              </a:xfrm>
              <a:custGeom>
                <a:avLst/>
                <a:gdLst/>
                <a:ahLst/>
                <a:cxnLst/>
                <a:rect l="l" t="t" r="r" b="b"/>
                <a:pathLst>
                  <a:path w="400" h="1082" extrusionOk="0">
                    <a:moveTo>
                      <a:pt x="399" y="1"/>
                    </a:moveTo>
                    <a:lnTo>
                      <a:pt x="0" y="899"/>
                    </a:lnTo>
                    <a:lnTo>
                      <a:pt x="0" y="1082"/>
                    </a:lnTo>
                    <a:lnTo>
                      <a:pt x="399" y="159"/>
                    </a:lnTo>
                    <a:lnTo>
                      <a:pt x="399" y="1"/>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93;p42">
                <a:extLst>
                  <a:ext uri="{FF2B5EF4-FFF2-40B4-BE49-F238E27FC236}">
                    <a16:creationId xmlns:a16="http://schemas.microsoft.com/office/drawing/2014/main" id="{7AA754DC-E75C-E90C-2712-F31DA5638755}"/>
                  </a:ext>
                </a:extLst>
              </p:cNvPr>
              <p:cNvSpPr/>
              <p:nvPr/>
            </p:nvSpPr>
            <p:spPr>
              <a:xfrm>
                <a:off x="3051814" y="4123054"/>
                <a:ext cx="136392" cy="36555"/>
              </a:xfrm>
              <a:custGeom>
                <a:avLst/>
                <a:gdLst/>
                <a:ahLst/>
                <a:cxnLst/>
                <a:rect l="l" t="t" r="r" b="b"/>
                <a:pathLst>
                  <a:path w="1582" h="424" extrusionOk="0">
                    <a:moveTo>
                      <a:pt x="1581" y="0"/>
                    </a:moveTo>
                    <a:lnTo>
                      <a:pt x="1" y="241"/>
                    </a:lnTo>
                    <a:lnTo>
                      <a:pt x="1" y="423"/>
                    </a:lnTo>
                    <a:lnTo>
                      <a:pt x="1581" y="183"/>
                    </a:lnTo>
                    <a:lnTo>
                      <a:pt x="1581" y="0"/>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94;p42">
                <a:extLst>
                  <a:ext uri="{FF2B5EF4-FFF2-40B4-BE49-F238E27FC236}">
                    <a16:creationId xmlns:a16="http://schemas.microsoft.com/office/drawing/2014/main" id="{82939D08-1823-0D2C-2CB3-886A730806C1}"/>
                  </a:ext>
                </a:extLst>
              </p:cNvPr>
              <p:cNvSpPr/>
              <p:nvPr/>
            </p:nvSpPr>
            <p:spPr>
              <a:xfrm>
                <a:off x="2951632" y="4087016"/>
                <a:ext cx="100268" cy="72593"/>
              </a:xfrm>
              <a:custGeom>
                <a:avLst/>
                <a:gdLst/>
                <a:ahLst/>
                <a:cxnLst/>
                <a:rect l="l" t="t" r="r" b="b"/>
                <a:pathLst>
                  <a:path w="1163" h="842" extrusionOk="0">
                    <a:moveTo>
                      <a:pt x="0" y="0"/>
                    </a:moveTo>
                    <a:lnTo>
                      <a:pt x="0" y="159"/>
                    </a:lnTo>
                    <a:lnTo>
                      <a:pt x="1163" y="841"/>
                    </a:lnTo>
                    <a:lnTo>
                      <a:pt x="1163" y="659"/>
                    </a:lnTo>
                    <a:lnTo>
                      <a:pt x="0"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95;p42">
                <a:extLst>
                  <a:ext uri="{FF2B5EF4-FFF2-40B4-BE49-F238E27FC236}">
                    <a16:creationId xmlns:a16="http://schemas.microsoft.com/office/drawing/2014/main" id="{97307518-8944-4AD2-F71F-4A63E33DB381}"/>
                  </a:ext>
                </a:extLst>
              </p:cNvPr>
              <p:cNvSpPr/>
              <p:nvPr/>
            </p:nvSpPr>
            <p:spPr>
              <a:xfrm>
                <a:off x="2951632" y="3986747"/>
                <a:ext cx="270974" cy="157084"/>
              </a:xfrm>
              <a:custGeom>
                <a:avLst/>
                <a:gdLst/>
                <a:ahLst/>
                <a:cxnLst/>
                <a:rect l="l" t="t" r="r" b="b"/>
                <a:pathLst>
                  <a:path w="3143" h="1822" extrusionOk="0">
                    <a:moveTo>
                      <a:pt x="2004" y="1"/>
                    </a:moveTo>
                    <a:lnTo>
                      <a:pt x="418" y="241"/>
                    </a:lnTo>
                    <a:lnTo>
                      <a:pt x="0" y="1163"/>
                    </a:lnTo>
                    <a:lnTo>
                      <a:pt x="1163" y="1822"/>
                    </a:lnTo>
                    <a:lnTo>
                      <a:pt x="2743" y="1581"/>
                    </a:lnTo>
                    <a:lnTo>
                      <a:pt x="3142" y="683"/>
                    </a:lnTo>
                    <a:lnTo>
                      <a:pt x="2004" y="1"/>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96;p42">
                <a:extLst>
                  <a:ext uri="{FF2B5EF4-FFF2-40B4-BE49-F238E27FC236}">
                    <a16:creationId xmlns:a16="http://schemas.microsoft.com/office/drawing/2014/main" id="{8A7CC6A7-A5E2-0224-47FD-EA44231482D2}"/>
                  </a:ext>
                </a:extLst>
              </p:cNvPr>
              <p:cNvSpPr/>
              <p:nvPr/>
            </p:nvSpPr>
            <p:spPr>
              <a:xfrm>
                <a:off x="3256835" y="4214616"/>
                <a:ext cx="36555" cy="93198"/>
              </a:xfrm>
              <a:custGeom>
                <a:avLst/>
                <a:gdLst/>
                <a:ahLst/>
                <a:cxnLst/>
                <a:rect l="l" t="t" r="r" b="b"/>
                <a:pathLst>
                  <a:path w="424" h="1081" extrusionOk="0">
                    <a:moveTo>
                      <a:pt x="424" y="0"/>
                    </a:moveTo>
                    <a:lnTo>
                      <a:pt x="1" y="922"/>
                    </a:lnTo>
                    <a:lnTo>
                      <a:pt x="1" y="1081"/>
                    </a:lnTo>
                    <a:lnTo>
                      <a:pt x="424" y="163"/>
                    </a:lnTo>
                    <a:lnTo>
                      <a:pt x="424" y="0"/>
                    </a:lnTo>
                    <a:close/>
                  </a:path>
                </a:pathLst>
              </a:custGeom>
              <a:solidFill>
                <a:srgbClr val="8F7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97;p42">
                <a:extLst>
                  <a:ext uri="{FF2B5EF4-FFF2-40B4-BE49-F238E27FC236}">
                    <a16:creationId xmlns:a16="http://schemas.microsoft.com/office/drawing/2014/main" id="{EBDB4C97-3E20-41D7-C7A2-0244885C763A}"/>
                  </a:ext>
                </a:extLst>
              </p:cNvPr>
              <p:cNvSpPr/>
              <p:nvPr/>
            </p:nvSpPr>
            <p:spPr>
              <a:xfrm>
                <a:off x="3120614" y="4294107"/>
                <a:ext cx="136306" cy="34486"/>
              </a:xfrm>
              <a:custGeom>
                <a:avLst/>
                <a:gdLst/>
                <a:ahLst/>
                <a:cxnLst/>
                <a:rect l="l" t="t" r="r" b="b"/>
                <a:pathLst>
                  <a:path w="1581" h="400" extrusionOk="0">
                    <a:moveTo>
                      <a:pt x="1581" y="0"/>
                    </a:moveTo>
                    <a:lnTo>
                      <a:pt x="0" y="241"/>
                    </a:lnTo>
                    <a:lnTo>
                      <a:pt x="0" y="399"/>
                    </a:lnTo>
                    <a:lnTo>
                      <a:pt x="1581" y="159"/>
                    </a:lnTo>
                    <a:lnTo>
                      <a:pt x="1581" y="0"/>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98;p42">
                <a:extLst>
                  <a:ext uri="{FF2B5EF4-FFF2-40B4-BE49-F238E27FC236}">
                    <a16:creationId xmlns:a16="http://schemas.microsoft.com/office/drawing/2014/main" id="{46AD6A43-5F3C-29B6-830D-6482CC80FA40}"/>
                  </a:ext>
                </a:extLst>
              </p:cNvPr>
              <p:cNvSpPr/>
              <p:nvPr/>
            </p:nvSpPr>
            <p:spPr>
              <a:xfrm>
                <a:off x="3020777" y="4255999"/>
                <a:ext cx="99923" cy="72593"/>
              </a:xfrm>
              <a:custGeom>
                <a:avLst/>
                <a:gdLst/>
                <a:ahLst/>
                <a:cxnLst/>
                <a:rect l="l" t="t" r="r" b="b"/>
                <a:pathLst>
                  <a:path w="1159" h="842" extrusionOk="0">
                    <a:moveTo>
                      <a:pt x="1" y="0"/>
                    </a:moveTo>
                    <a:lnTo>
                      <a:pt x="1" y="183"/>
                    </a:lnTo>
                    <a:lnTo>
                      <a:pt x="1158" y="841"/>
                    </a:lnTo>
                    <a:lnTo>
                      <a:pt x="1158" y="683"/>
                    </a:lnTo>
                    <a:lnTo>
                      <a:pt x="1"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99;p42">
                <a:extLst>
                  <a:ext uri="{FF2B5EF4-FFF2-40B4-BE49-F238E27FC236}">
                    <a16:creationId xmlns:a16="http://schemas.microsoft.com/office/drawing/2014/main" id="{E982F955-E9BA-CBFF-67EA-5CDD6F4FE5CF}"/>
                  </a:ext>
                </a:extLst>
              </p:cNvPr>
              <p:cNvSpPr/>
              <p:nvPr/>
            </p:nvSpPr>
            <p:spPr>
              <a:xfrm>
                <a:off x="3020777" y="4157799"/>
                <a:ext cx="272612" cy="157084"/>
              </a:xfrm>
              <a:custGeom>
                <a:avLst/>
                <a:gdLst/>
                <a:ahLst/>
                <a:cxnLst/>
                <a:rect l="l" t="t" r="r" b="b"/>
                <a:pathLst>
                  <a:path w="3162" h="1822" extrusionOk="0">
                    <a:moveTo>
                      <a:pt x="1999" y="1"/>
                    </a:moveTo>
                    <a:lnTo>
                      <a:pt x="418" y="241"/>
                    </a:lnTo>
                    <a:lnTo>
                      <a:pt x="1" y="1139"/>
                    </a:lnTo>
                    <a:lnTo>
                      <a:pt x="1158" y="1822"/>
                    </a:lnTo>
                    <a:lnTo>
                      <a:pt x="2739" y="1581"/>
                    </a:lnTo>
                    <a:lnTo>
                      <a:pt x="3162" y="659"/>
                    </a:lnTo>
                    <a:lnTo>
                      <a:pt x="1999" y="1"/>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700;p42">
                <a:extLst>
                  <a:ext uri="{FF2B5EF4-FFF2-40B4-BE49-F238E27FC236}">
                    <a16:creationId xmlns:a16="http://schemas.microsoft.com/office/drawing/2014/main" id="{564A2001-5374-6242-B64C-A3155A933152}"/>
                  </a:ext>
                </a:extLst>
              </p:cNvPr>
              <p:cNvSpPr/>
              <p:nvPr/>
            </p:nvSpPr>
            <p:spPr>
              <a:xfrm>
                <a:off x="3797408" y="4321868"/>
                <a:ext cx="34400" cy="93285"/>
              </a:xfrm>
              <a:custGeom>
                <a:avLst/>
                <a:gdLst/>
                <a:ahLst/>
                <a:cxnLst/>
                <a:rect l="l" t="t" r="r" b="b"/>
                <a:pathLst>
                  <a:path w="399" h="1082" extrusionOk="0">
                    <a:moveTo>
                      <a:pt x="399" y="0"/>
                    </a:moveTo>
                    <a:lnTo>
                      <a:pt x="0" y="918"/>
                    </a:lnTo>
                    <a:lnTo>
                      <a:pt x="0" y="1081"/>
                    </a:lnTo>
                    <a:lnTo>
                      <a:pt x="399" y="178"/>
                    </a:lnTo>
                    <a:lnTo>
                      <a:pt x="399"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701;p42">
                <a:extLst>
                  <a:ext uri="{FF2B5EF4-FFF2-40B4-BE49-F238E27FC236}">
                    <a16:creationId xmlns:a16="http://schemas.microsoft.com/office/drawing/2014/main" id="{0E1CF987-52F6-530B-0247-BC7C99AA95A8}"/>
                  </a:ext>
                </a:extLst>
              </p:cNvPr>
              <p:cNvSpPr/>
              <p:nvPr/>
            </p:nvSpPr>
            <p:spPr>
              <a:xfrm>
                <a:off x="3660670" y="4400928"/>
                <a:ext cx="136823" cy="34917"/>
              </a:xfrm>
              <a:custGeom>
                <a:avLst/>
                <a:gdLst/>
                <a:ahLst/>
                <a:cxnLst/>
                <a:rect l="l" t="t" r="r" b="b"/>
                <a:pathLst>
                  <a:path w="1587" h="405" extrusionOk="0">
                    <a:moveTo>
                      <a:pt x="1586" y="1"/>
                    </a:moveTo>
                    <a:lnTo>
                      <a:pt x="1" y="241"/>
                    </a:lnTo>
                    <a:lnTo>
                      <a:pt x="1" y="404"/>
                    </a:lnTo>
                    <a:lnTo>
                      <a:pt x="1586" y="164"/>
                    </a:lnTo>
                    <a:lnTo>
                      <a:pt x="1586" y="1"/>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702;p42">
                <a:extLst>
                  <a:ext uri="{FF2B5EF4-FFF2-40B4-BE49-F238E27FC236}">
                    <a16:creationId xmlns:a16="http://schemas.microsoft.com/office/drawing/2014/main" id="{BCC6C501-763F-E66E-A57A-22D91B93A673}"/>
                  </a:ext>
                </a:extLst>
              </p:cNvPr>
              <p:cNvSpPr/>
              <p:nvPr/>
            </p:nvSpPr>
            <p:spPr>
              <a:xfrm>
                <a:off x="3560832" y="4364890"/>
                <a:ext cx="99923" cy="70955"/>
              </a:xfrm>
              <a:custGeom>
                <a:avLst/>
                <a:gdLst/>
                <a:ahLst/>
                <a:cxnLst/>
                <a:rect l="l" t="t" r="r" b="b"/>
                <a:pathLst>
                  <a:path w="1159" h="823" extrusionOk="0">
                    <a:moveTo>
                      <a:pt x="1" y="1"/>
                    </a:moveTo>
                    <a:lnTo>
                      <a:pt x="1" y="159"/>
                    </a:lnTo>
                    <a:lnTo>
                      <a:pt x="1159" y="822"/>
                    </a:lnTo>
                    <a:lnTo>
                      <a:pt x="1159" y="659"/>
                    </a:lnTo>
                    <a:lnTo>
                      <a:pt x="1" y="1"/>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703;p42">
                <a:extLst>
                  <a:ext uri="{FF2B5EF4-FFF2-40B4-BE49-F238E27FC236}">
                    <a16:creationId xmlns:a16="http://schemas.microsoft.com/office/drawing/2014/main" id="{3062AFEF-4F30-1DA5-9892-15865136EE0C}"/>
                  </a:ext>
                </a:extLst>
              </p:cNvPr>
              <p:cNvSpPr/>
              <p:nvPr/>
            </p:nvSpPr>
            <p:spPr>
              <a:xfrm>
                <a:off x="3560832" y="4264707"/>
                <a:ext cx="270974" cy="157084"/>
              </a:xfrm>
              <a:custGeom>
                <a:avLst/>
                <a:gdLst/>
                <a:ahLst/>
                <a:cxnLst/>
                <a:rect l="l" t="t" r="r" b="b"/>
                <a:pathLst>
                  <a:path w="3143" h="1822" extrusionOk="0">
                    <a:moveTo>
                      <a:pt x="1999" y="0"/>
                    </a:moveTo>
                    <a:lnTo>
                      <a:pt x="419" y="240"/>
                    </a:lnTo>
                    <a:lnTo>
                      <a:pt x="1" y="1163"/>
                    </a:lnTo>
                    <a:lnTo>
                      <a:pt x="1159" y="1821"/>
                    </a:lnTo>
                    <a:lnTo>
                      <a:pt x="2744" y="1581"/>
                    </a:lnTo>
                    <a:lnTo>
                      <a:pt x="3143" y="663"/>
                    </a:lnTo>
                    <a:lnTo>
                      <a:pt x="1999" y="0"/>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704;p42">
                <a:extLst>
                  <a:ext uri="{FF2B5EF4-FFF2-40B4-BE49-F238E27FC236}">
                    <a16:creationId xmlns:a16="http://schemas.microsoft.com/office/drawing/2014/main" id="{6E15C4DC-7061-606A-3B96-4EDBAF16297F}"/>
                  </a:ext>
                </a:extLst>
              </p:cNvPr>
              <p:cNvSpPr/>
              <p:nvPr/>
            </p:nvSpPr>
            <p:spPr>
              <a:xfrm>
                <a:off x="3709123" y="4059255"/>
                <a:ext cx="72593" cy="183121"/>
              </a:xfrm>
              <a:custGeom>
                <a:avLst/>
                <a:gdLst/>
                <a:ahLst/>
                <a:cxnLst/>
                <a:rect l="l" t="t" r="r" b="b"/>
                <a:pathLst>
                  <a:path w="842" h="2124" extrusionOk="0">
                    <a:moveTo>
                      <a:pt x="842" y="0"/>
                    </a:moveTo>
                    <a:lnTo>
                      <a:pt x="20" y="1802"/>
                    </a:lnTo>
                    <a:lnTo>
                      <a:pt x="1" y="2124"/>
                    </a:lnTo>
                    <a:lnTo>
                      <a:pt x="842" y="322"/>
                    </a:lnTo>
                    <a:lnTo>
                      <a:pt x="842"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705;p42">
                <a:extLst>
                  <a:ext uri="{FF2B5EF4-FFF2-40B4-BE49-F238E27FC236}">
                    <a16:creationId xmlns:a16="http://schemas.microsoft.com/office/drawing/2014/main" id="{5CA1A6B4-73DA-F680-D192-68B47FD9D236}"/>
                  </a:ext>
                </a:extLst>
              </p:cNvPr>
              <p:cNvSpPr/>
              <p:nvPr/>
            </p:nvSpPr>
            <p:spPr>
              <a:xfrm>
                <a:off x="3441596" y="4214616"/>
                <a:ext cx="269336" cy="70869"/>
              </a:xfrm>
              <a:custGeom>
                <a:avLst/>
                <a:gdLst/>
                <a:ahLst/>
                <a:cxnLst/>
                <a:rect l="l" t="t" r="r" b="b"/>
                <a:pathLst>
                  <a:path w="3124" h="822" extrusionOk="0">
                    <a:moveTo>
                      <a:pt x="3123" y="0"/>
                    </a:moveTo>
                    <a:lnTo>
                      <a:pt x="0" y="480"/>
                    </a:lnTo>
                    <a:lnTo>
                      <a:pt x="0" y="821"/>
                    </a:lnTo>
                    <a:lnTo>
                      <a:pt x="3104" y="322"/>
                    </a:lnTo>
                    <a:lnTo>
                      <a:pt x="3123" y="0"/>
                    </a:lnTo>
                    <a:close/>
                  </a:path>
                </a:pathLst>
              </a:custGeom>
              <a:solidFill>
                <a:srgbClr val="AD95E6">
                  <a:alpha val="633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706;p42">
                <a:extLst>
                  <a:ext uri="{FF2B5EF4-FFF2-40B4-BE49-F238E27FC236}">
                    <a16:creationId xmlns:a16="http://schemas.microsoft.com/office/drawing/2014/main" id="{85D7D2B6-F162-75AB-3CFC-D9A543E830EA}"/>
                  </a:ext>
                </a:extLst>
              </p:cNvPr>
              <p:cNvSpPr/>
              <p:nvPr/>
            </p:nvSpPr>
            <p:spPr>
              <a:xfrm>
                <a:off x="3244851" y="4142108"/>
                <a:ext cx="196829" cy="143376"/>
              </a:xfrm>
              <a:custGeom>
                <a:avLst/>
                <a:gdLst/>
                <a:ahLst/>
                <a:cxnLst/>
                <a:rect l="l" t="t" r="r" b="b"/>
                <a:pathLst>
                  <a:path w="2283" h="1663" extrusionOk="0">
                    <a:moveTo>
                      <a:pt x="1" y="0"/>
                    </a:moveTo>
                    <a:lnTo>
                      <a:pt x="1" y="341"/>
                    </a:lnTo>
                    <a:lnTo>
                      <a:pt x="2282" y="1662"/>
                    </a:lnTo>
                    <a:lnTo>
                      <a:pt x="2282" y="1321"/>
                    </a:lnTo>
                    <a:lnTo>
                      <a:pt x="1" y="0"/>
                    </a:lnTo>
                    <a:close/>
                  </a:path>
                </a:pathLst>
              </a:custGeom>
              <a:solidFill>
                <a:srgbClr val="8F79F9">
                  <a:alpha val="656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707;p42">
                <a:extLst>
                  <a:ext uri="{FF2B5EF4-FFF2-40B4-BE49-F238E27FC236}">
                    <a16:creationId xmlns:a16="http://schemas.microsoft.com/office/drawing/2014/main" id="{749A16FC-8D77-55C7-9665-15402BA24008}"/>
                  </a:ext>
                </a:extLst>
              </p:cNvPr>
              <p:cNvSpPr/>
              <p:nvPr/>
            </p:nvSpPr>
            <p:spPr>
              <a:xfrm>
                <a:off x="3244851" y="3945364"/>
                <a:ext cx="536861" cy="310719"/>
              </a:xfrm>
              <a:custGeom>
                <a:avLst/>
                <a:gdLst/>
                <a:ahLst/>
                <a:cxnLst/>
                <a:rect l="l" t="t" r="r" b="b"/>
                <a:pathLst>
                  <a:path w="6227" h="3604" extrusionOk="0">
                    <a:moveTo>
                      <a:pt x="3925" y="0"/>
                    </a:moveTo>
                    <a:lnTo>
                      <a:pt x="822" y="481"/>
                    </a:lnTo>
                    <a:lnTo>
                      <a:pt x="1" y="2282"/>
                    </a:lnTo>
                    <a:lnTo>
                      <a:pt x="2282" y="3603"/>
                    </a:lnTo>
                    <a:lnTo>
                      <a:pt x="5405" y="3123"/>
                    </a:lnTo>
                    <a:lnTo>
                      <a:pt x="6227" y="1321"/>
                    </a:lnTo>
                    <a:lnTo>
                      <a:pt x="3925" y="0"/>
                    </a:lnTo>
                    <a:close/>
                  </a:path>
                </a:pathLst>
              </a:custGeom>
              <a:solidFill>
                <a:srgbClr val="F8F8F8">
                  <a:alpha val="55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9" name="Google Shape;708;p42">
              <a:extLst>
                <a:ext uri="{FF2B5EF4-FFF2-40B4-BE49-F238E27FC236}">
                  <a16:creationId xmlns:a16="http://schemas.microsoft.com/office/drawing/2014/main" id="{F17F327B-19FC-A0BF-E413-E25814CD224B}"/>
                </a:ext>
              </a:extLst>
            </p:cNvPr>
            <p:cNvSpPr/>
            <p:nvPr/>
          </p:nvSpPr>
          <p:spPr>
            <a:xfrm>
              <a:off x="1769734" y="2824639"/>
              <a:ext cx="390822" cy="664160"/>
            </a:xfrm>
            <a:custGeom>
              <a:avLst/>
              <a:gdLst/>
              <a:ahLst/>
              <a:cxnLst/>
              <a:rect l="l" t="t" r="r" b="b"/>
              <a:pathLst>
                <a:path w="2302" h="3912" extrusionOk="0">
                  <a:moveTo>
                    <a:pt x="622" y="1"/>
                  </a:moveTo>
                  <a:cubicBezTo>
                    <a:pt x="405" y="1"/>
                    <a:pt x="199" y="176"/>
                    <a:pt x="183" y="410"/>
                  </a:cubicBezTo>
                  <a:lnTo>
                    <a:pt x="1" y="3148"/>
                  </a:lnTo>
                  <a:cubicBezTo>
                    <a:pt x="1" y="3268"/>
                    <a:pt x="82" y="3369"/>
                    <a:pt x="183" y="3388"/>
                  </a:cubicBezTo>
                  <a:lnTo>
                    <a:pt x="2182" y="3912"/>
                  </a:lnTo>
                  <a:lnTo>
                    <a:pt x="2302" y="3350"/>
                  </a:lnTo>
                  <a:lnTo>
                    <a:pt x="1062" y="2850"/>
                  </a:lnTo>
                  <a:cubicBezTo>
                    <a:pt x="961" y="2812"/>
                    <a:pt x="904" y="2711"/>
                    <a:pt x="904" y="2610"/>
                  </a:cubicBezTo>
                  <a:lnTo>
                    <a:pt x="1062" y="486"/>
                  </a:lnTo>
                  <a:cubicBezTo>
                    <a:pt x="1101" y="107"/>
                    <a:pt x="760" y="25"/>
                    <a:pt x="760" y="25"/>
                  </a:cubicBezTo>
                  <a:cubicBezTo>
                    <a:pt x="714" y="8"/>
                    <a:pt x="668" y="1"/>
                    <a:pt x="622" y="1"/>
                  </a:cubicBezTo>
                  <a:close/>
                </a:path>
              </a:pathLst>
            </a:custGeom>
            <a:solidFill>
              <a:srgbClr val="1716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709;p42">
              <a:extLst>
                <a:ext uri="{FF2B5EF4-FFF2-40B4-BE49-F238E27FC236}">
                  <a16:creationId xmlns:a16="http://schemas.microsoft.com/office/drawing/2014/main" id="{96B00FEA-27EA-8CAF-7852-FD0E17C65343}"/>
                </a:ext>
              </a:extLst>
            </p:cNvPr>
            <p:cNvSpPr/>
            <p:nvPr/>
          </p:nvSpPr>
          <p:spPr>
            <a:xfrm>
              <a:off x="2150712" y="3393222"/>
              <a:ext cx="213747" cy="105430"/>
            </a:xfrm>
            <a:custGeom>
              <a:avLst/>
              <a:gdLst/>
              <a:ahLst/>
              <a:cxnLst/>
              <a:rect l="l" t="t" r="r" b="b"/>
              <a:pathLst>
                <a:path w="1259" h="621" extrusionOk="0">
                  <a:moveTo>
                    <a:pt x="58" y="1"/>
                  </a:moveTo>
                  <a:lnTo>
                    <a:pt x="0" y="279"/>
                  </a:lnTo>
                  <a:lnTo>
                    <a:pt x="341" y="423"/>
                  </a:lnTo>
                  <a:lnTo>
                    <a:pt x="658" y="399"/>
                  </a:lnTo>
                  <a:lnTo>
                    <a:pt x="841" y="601"/>
                  </a:lnTo>
                  <a:cubicBezTo>
                    <a:pt x="841" y="620"/>
                    <a:pt x="860" y="620"/>
                    <a:pt x="879" y="620"/>
                  </a:cubicBezTo>
                  <a:lnTo>
                    <a:pt x="942" y="620"/>
                  </a:lnTo>
                  <a:lnTo>
                    <a:pt x="740" y="361"/>
                  </a:lnTo>
                  <a:lnTo>
                    <a:pt x="740" y="342"/>
                  </a:lnTo>
                  <a:lnTo>
                    <a:pt x="961" y="544"/>
                  </a:lnTo>
                  <a:cubicBezTo>
                    <a:pt x="980" y="563"/>
                    <a:pt x="999" y="563"/>
                    <a:pt x="999" y="563"/>
                  </a:cubicBezTo>
                  <a:lnTo>
                    <a:pt x="1062" y="544"/>
                  </a:lnTo>
                  <a:lnTo>
                    <a:pt x="778" y="241"/>
                  </a:lnTo>
                  <a:lnTo>
                    <a:pt x="797" y="241"/>
                  </a:lnTo>
                  <a:lnTo>
                    <a:pt x="1139" y="443"/>
                  </a:lnTo>
                  <a:lnTo>
                    <a:pt x="1201" y="443"/>
                  </a:lnTo>
                  <a:lnTo>
                    <a:pt x="1239" y="399"/>
                  </a:lnTo>
                  <a:lnTo>
                    <a:pt x="841" y="140"/>
                  </a:lnTo>
                  <a:lnTo>
                    <a:pt x="1158" y="260"/>
                  </a:lnTo>
                  <a:cubicBezTo>
                    <a:pt x="1182" y="260"/>
                    <a:pt x="1182" y="260"/>
                    <a:pt x="1201" y="241"/>
                  </a:cubicBezTo>
                  <a:lnTo>
                    <a:pt x="1259" y="222"/>
                  </a:lnTo>
                  <a:lnTo>
                    <a:pt x="740" y="1"/>
                  </a:lnTo>
                  <a:close/>
                </a:path>
              </a:pathLst>
            </a:custGeom>
            <a:solidFill>
              <a:srgbClr val="FFCC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710;p42">
              <a:extLst>
                <a:ext uri="{FF2B5EF4-FFF2-40B4-BE49-F238E27FC236}">
                  <a16:creationId xmlns:a16="http://schemas.microsoft.com/office/drawing/2014/main" id="{53160664-EBA4-1623-8DB4-87077316778F}"/>
                </a:ext>
              </a:extLst>
            </p:cNvPr>
            <p:cNvSpPr/>
            <p:nvPr/>
          </p:nvSpPr>
          <p:spPr>
            <a:xfrm>
              <a:off x="3736443" y="2400707"/>
              <a:ext cx="257888" cy="1149377"/>
            </a:xfrm>
            <a:custGeom>
              <a:avLst/>
              <a:gdLst/>
              <a:ahLst/>
              <a:cxnLst/>
              <a:rect l="l" t="t" r="r" b="b"/>
              <a:pathLst>
                <a:path w="1519" h="6770" extrusionOk="0">
                  <a:moveTo>
                    <a:pt x="39" y="43"/>
                  </a:moveTo>
                  <a:lnTo>
                    <a:pt x="1499" y="892"/>
                  </a:lnTo>
                  <a:lnTo>
                    <a:pt x="1499" y="892"/>
                  </a:lnTo>
                  <a:lnTo>
                    <a:pt x="1499" y="6726"/>
                  </a:lnTo>
                  <a:lnTo>
                    <a:pt x="19" y="5866"/>
                  </a:lnTo>
                  <a:lnTo>
                    <a:pt x="39" y="43"/>
                  </a:lnTo>
                  <a:close/>
                  <a:moveTo>
                    <a:pt x="19" y="0"/>
                  </a:moveTo>
                  <a:lnTo>
                    <a:pt x="0" y="5885"/>
                  </a:lnTo>
                  <a:lnTo>
                    <a:pt x="1518" y="6769"/>
                  </a:lnTo>
                  <a:lnTo>
                    <a:pt x="1518" y="884"/>
                  </a:lnTo>
                  <a:lnTo>
                    <a:pt x="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711;p42">
              <a:extLst>
                <a:ext uri="{FF2B5EF4-FFF2-40B4-BE49-F238E27FC236}">
                  <a16:creationId xmlns:a16="http://schemas.microsoft.com/office/drawing/2014/main" id="{2D64EEEC-0FBE-F57D-A797-7C3258C8C719}"/>
                </a:ext>
              </a:extLst>
            </p:cNvPr>
            <p:cNvSpPr/>
            <p:nvPr/>
          </p:nvSpPr>
          <p:spPr>
            <a:xfrm>
              <a:off x="3736443" y="2400707"/>
              <a:ext cx="257888" cy="1149377"/>
            </a:xfrm>
            <a:custGeom>
              <a:avLst/>
              <a:gdLst/>
              <a:ahLst/>
              <a:cxnLst/>
              <a:rect l="l" t="t" r="r" b="b"/>
              <a:pathLst>
                <a:path w="1519" h="6770" extrusionOk="0">
                  <a:moveTo>
                    <a:pt x="39" y="43"/>
                  </a:moveTo>
                  <a:lnTo>
                    <a:pt x="1499" y="892"/>
                  </a:lnTo>
                  <a:lnTo>
                    <a:pt x="1499" y="892"/>
                  </a:lnTo>
                  <a:lnTo>
                    <a:pt x="1499" y="6726"/>
                  </a:lnTo>
                  <a:lnTo>
                    <a:pt x="19" y="5866"/>
                  </a:lnTo>
                  <a:lnTo>
                    <a:pt x="39" y="43"/>
                  </a:lnTo>
                  <a:close/>
                  <a:moveTo>
                    <a:pt x="19" y="0"/>
                  </a:moveTo>
                  <a:lnTo>
                    <a:pt x="0" y="5885"/>
                  </a:lnTo>
                  <a:lnTo>
                    <a:pt x="1518" y="6769"/>
                  </a:lnTo>
                  <a:lnTo>
                    <a:pt x="1518" y="884"/>
                  </a:lnTo>
                  <a:lnTo>
                    <a:pt x="1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712;p42">
              <a:extLst>
                <a:ext uri="{FF2B5EF4-FFF2-40B4-BE49-F238E27FC236}">
                  <a16:creationId xmlns:a16="http://schemas.microsoft.com/office/drawing/2014/main" id="{0CCC17E8-EE40-B89D-B37D-31181ABF26D0}"/>
                </a:ext>
              </a:extLst>
            </p:cNvPr>
            <p:cNvSpPr/>
            <p:nvPr/>
          </p:nvSpPr>
          <p:spPr>
            <a:xfrm>
              <a:off x="3443579" y="2571163"/>
              <a:ext cx="261963" cy="1148528"/>
            </a:xfrm>
            <a:custGeom>
              <a:avLst/>
              <a:gdLst/>
              <a:ahLst/>
              <a:cxnLst/>
              <a:rect l="l" t="t" r="r" b="b"/>
              <a:pathLst>
                <a:path w="1543" h="6765" extrusionOk="0">
                  <a:moveTo>
                    <a:pt x="44" y="39"/>
                  </a:moveTo>
                  <a:lnTo>
                    <a:pt x="1523" y="899"/>
                  </a:lnTo>
                  <a:lnTo>
                    <a:pt x="1523" y="899"/>
                  </a:lnTo>
                  <a:lnTo>
                    <a:pt x="1504" y="6726"/>
                  </a:lnTo>
                  <a:lnTo>
                    <a:pt x="24" y="5866"/>
                  </a:lnTo>
                  <a:lnTo>
                    <a:pt x="44" y="39"/>
                  </a:lnTo>
                  <a:close/>
                  <a:moveTo>
                    <a:pt x="24" y="0"/>
                  </a:moveTo>
                  <a:lnTo>
                    <a:pt x="0" y="5885"/>
                  </a:lnTo>
                  <a:lnTo>
                    <a:pt x="1523" y="6764"/>
                  </a:lnTo>
                  <a:lnTo>
                    <a:pt x="1543" y="879"/>
                  </a:lnTo>
                  <a:lnTo>
                    <a:pt x="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713;p42">
              <a:extLst>
                <a:ext uri="{FF2B5EF4-FFF2-40B4-BE49-F238E27FC236}">
                  <a16:creationId xmlns:a16="http://schemas.microsoft.com/office/drawing/2014/main" id="{F3951BBD-F6C6-F838-57C5-43A580EB7F19}"/>
                </a:ext>
              </a:extLst>
            </p:cNvPr>
            <p:cNvSpPr/>
            <p:nvPr/>
          </p:nvSpPr>
          <p:spPr>
            <a:xfrm>
              <a:off x="3443579" y="2571163"/>
              <a:ext cx="261963" cy="1148528"/>
            </a:xfrm>
            <a:custGeom>
              <a:avLst/>
              <a:gdLst/>
              <a:ahLst/>
              <a:cxnLst/>
              <a:rect l="l" t="t" r="r" b="b"/>
              <a:pathLst>
                <a:path w="1543" h="6765" extrusionOk="0">
                  <a:moveTo>
                    <a:pt x="44" y="39"/>
                  </a:moveTo>
                  <a:lnTo>
                    <a:pt x="1523" y="899"/>
                  </a:lnTo>
                  <a:lnTo>
                    <a:pt x="1523" y="899"/>
                  </a:lnTo>
                  <a:lnTo>
                    <a:pt x="1504" y="6726"/>
                  </a:lnTo>
                  <a:lnTo>
                    <a:pt x="24" y="5866"/>
                  </a:lnTo>
                  <a:lnTo>
                    <a:pt x="44" y="39"/>
                  </a:lnTo>
                  <a:close/>
                  <a:moveTo>
                    <a:pt x="24" y="0"/>
                  </a:moveTo>
                  <a:lnTo>
                    <a:pt x="0" y="5885"/>
                  </a:lnTo>
                  <a:lnTo>
                    <a:pt x="1523" y="6764"/>
                  </a:lnTo>
                  <a:lnTo>
                    <a:pt x="1543" y="879"/>
                  </a:lnTo>
                  <a:lnTo>
                    <a:pt x="2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714;p42">
              <a:extLst>
                <a:ext uri="{FF2B5EF4-FFF2-40B4-BE49-F238E27FC236}">
                  <a16:creationId xmlns:a16="http://schemas.microsoft.com/office/drawing/2014/main" id="{4220CBDE-3A93-FBA1-0EB5-5E4E0029ED36}"/>
                </a:ext>
              </a:extLst>
            </p:cNvPr>
            <p:cNvSpPr/>
            <p:nvPr/>
          </p:nvSpPr>
          <p:spPr>
            <a:xfrm>
              <a:off x="3698923" y="2547394"/>
              <a:ext cx="295408" cy="1172296"/>
            </a:xfrm>
            <a:custGeom>
              <a:avLst/>
              <a:gdLst/>
              <a:ahLst/>
              <a:cxnLst/>
              <a:rect l="l" t="t" r="r" b="b"/>
              <a:pathLst>
                <a:path w="1740" h="6905" extrusionOk="0">
                  <a:moveTo>
                    <a:pt x="1720" y="39"/>
                  </a:moveTo>
                  <a:lnTo>
                    <a:pt x="1720" y="5886"/>
                  </a:lnTo>
                  <a:lnTo>
                    <a:pt x="19" y="6866"/>
                  </a:lnTo>
                  <a:lnTo>
                    <a:pt x="38" y="1038"/>
                  </a:lnTo>
                  <a:lnTo>
                    <a:pt x="38" y="1038"/>
                  </a:lnTo>
                  <a:lnTo>
                    <a:pt x="39" y="1039"/>
                  </a:lnTo>
                  <a:lnTo>
                    <a:pt x="1720" y="39"/>
                  </a:lnTo>
                  <a:close/>
                  <a:moveTo>
                    <a:pt x="1739" y="1"/>
                  </a:moveTo>
                  <a:lnTo>
                    <a:pt x="19" y="1019"/>
                  </a:lnTo>
                  <a:lnTo>
                    <a:pt x="0" y="6904"/>
                  </a:lnTo>
                  <a:lnTo>
                    <a:pt x="1739" y="5886"/>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715;p42">
              <a:extLst>
                <a:ext uri="{FF2B5EF4-FFF2-40B4-BE49-F238E27FC236}">
                  <a16:creationId xmlns:a16="http://schemas.microsoft.com/office/drawing/2014/main" id="{445FB970-298C-CFFB-6963-558EDCCC9F5C}"/>
                </a:ext>
              </a:extLst>
            </p:cNvPr>
            <p:cNvSpPr/>
            <p:nvPr/>
          </p:nvSpPr>
          <p:spPr>
            <a:xfrm>
              <a:off x="3698923" y="2547394"/>
              <a:ext cx="295408" cy="1172296"/>
            </a:xfrm>
            <a:custGeom>
              <a:avLst/>
              <a:gdLst/>
              <a:ahLst/>
              <a:cxnLst/>
              <a:rect l="l" t="t" r="r" b="b"/>
              <a:pathLst>
                <a:path w="1740" h="6905" extrusionOk="0">
                  <a:moveTo>
                    <a:pt x="1720" y="39"/>
                  </a:moveTo>
                  <a:lnTo>
                    <a:pt x="1720" y="5886"/>
                  </a:lnTo>
                  <a:lnTo>
                    <a:pt x="19" y="6866"/>
                  </a:lnTo>
                  <a:lnTo>
                    <a:pt x="38" y="1038"/>
                  </a:lnTo>
                  <a:lnTo>
                    <a:pt x="38" y="1038"/>
                  </a:lnTo>
                  <a:lnTo>
                    <a:pt x="39" y="1039"/>
                  </a:lnTo>
                  <a:lnTo>
                    <a:pt x="1720" y="39"/>
                  </a:lnTo>
                  <a:close/>
                  <a:moveTo>
                    <a:pt x="1739" y="1"/>
                  </a:moveTo>
                  <a:lnTo>
                    <a:pt x="19" y="1019"/>
                  </a:lnTo>
                  <a:lnTo>
                    <a:pt x="0" y="6904"/>
                  </a:lnTo>
                  <a:lnTo>
                    <a:pt x="1739" y="5886"/>
                  </a:lnTo>
                  <a:lnTo>
                    <a:pt x="17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716;p42">
              <a:extLst>
                <a:ext uri="{FF2B5EF4-FFF2-40B4-BE49-F238E27FC236}">
                  <a16:creationId xmlns:a16="http://schemas.microsoft.com/office/drawing/2014/main" id="{9610F9AD-8530-C95C-E825-69A26827891D}"/>
                </a:ext>
              </a:extLst>
            </p:cNvPr>
            <p:cNvSpPr/>
            <p:nvPr/>
          </p:nvSpPr>
          <p:spPr>
            <a:xfrm>
              <a:off x="3440354" y="3396447"/>
              <a:ext cx="553976" cy="320026"/>
            </a:xfrm>
            <a:custGeom>
              <a:avLst/>
              <a:gdLst/>
              <a:ahLst/>
              <a:cxnLst/>
              <a:rect l="l" t="t" r="r" b="b"/>
              <a:pathLst>
                <a:path w="3263" h="1885" extrusionOk="0">
                  <a:moveTo>
                    <a:pt x="1744" y="20"/>
                  </a:moveTo>
                  <a:lnTo>
                    <a:pt x="3224" y="885"/>
                  </a:lnTo>
                  <a:lnTo>
                    <a:pt x="1533" y="1859"/>
                  </a:lnTo>
                  <a:lnTo>
                    <a:pt x="1533" y="1859"/>
                  </a:lnTo>
                  <a:lnTo>
                    <a:pt x="43" y="1024"/>
                  </a:lnTo>
                  <a:lnTo>
                    <a:pt x="1744" y="20"/>
                  </a:lnTo>
                  <a:close/>
                  <a:moveTo>
                    <a:pt x="1744" y="1"/>
                  </a:moveTo>
                  <a:lnTo>
                    <a:pt x="0" y="1024"/>
                  </a:lnTo>
                  <a:lnTo>
                    <a:pt x="1523" y="1884"/>
                  </a:lnTo>
                  <a:lnTo>
                    <a:pt x="1542" y="1884"/>
                  </a:lnTo>
                  <a:lnTo>
                    <a:pt x="3262" y="885"/>
                  </a:lnTo>
                  <a:lnTo>
                    <a:pt x="17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717;p42">
              <a:extLst>
                <a:ext uri="{FF2B5EF4-FFF2-40B4-BE49-F238E27FC236}">
                  <a16:creationId xmlns:a16="http://schemas.microsoft.com/office/drawing/2014/main" id="{F2039D09-718E-8F3E-9288-B7583A1E5799}"/>
                </a:ext>
              </a:extLst>
            </p:cNvPr>
            <p:cNvSpPr/>
            <p:nvPr/>
          </p:nvSpPr>
          <p:spPr>
            <a:xfrm>
              <a:off x="3440354" y="3396447"/>
              <a:ext cx="553976" cy="320026"/>
            </a:xfrm>
            <a:custGeom>
              <a:avLst/>
              <a:gdLst/>
              <a:ahLst/>
              <a:cxnLst/>
              <a:rect l="l" t="t" r="r" b="b"/>
              <a:pathLst>
                <a:path w="3263" h="1885" extrusionOk="0">
                  <a:moveTo>
                    <a:pt x="1744" y="20"/>
                  </a:moveTo>
                  <a:lnTo>
                    <a:pt x="3224" y="885"/>
                  </a:lnTo>
                  <a:lnTo>
                    <a:pt x="1533" y="1859"/>
                  </a:lnTo>
                  <a:lnTo>
                    <a:pt x="1533" y="1859"/>
                  </a:lnTo>
                  <a:lnTo>
                    <a:pt x="43" y="1024"/>
                  </a:lnTo>
                  <a:lnTo>
                    <a:pt x="1744" y="20"/>
                  </a:lnTo>
                  <a:close/>
                  <a:moveTo>
                    <a:pt x="1744" y="1"/>
                  </a:moveTo>
                  <a:lnTo>
                    <a:pt x="0" y="1024"/>
                  </a:lnTo>
                  <a:lnTo>
                    <a:pt x="1523" y="1884"/>
                  </a:lnTo>
                  <a:lnTo>
                    <a:pt x="1542" y="1884"/>
                  </a:lnTo>
                  <a:lnTo>
                    <a:pt x="3262" y="885"/>
                  </a:lnTo>
                  <a:lnTo>
                    <a:pt x="17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718;p42">
              <a:extLst>
                <a:ext uri="{FF2B5EF4-FFF2-40B4-BE49-F238E27FC236}">
                  <a16:creationId xmlns:a16="http://schemas.microsoft.com/office/drawing/2014/main" id="{B4AC3380-4F5F-3214-5C18-3173F212B184}"/>
                </a:ext>
              </a:extLst>
            </p:cNvPr>
            <p:cNvSpPr/>
            <p:nvPr/>
          </p:nvSpPr>
          <p:spPr>
            <a:xfrm>
              <a:off x="3443579" y="2400707"/>
              <a:ext cx="299483" cy="1169750"/>
            </a:xfrm>
            <a:custGeom>
              <a:avLst/>
              <a:gdLst/>
              <a:ahLst/>
              <a:cxnLst/>
              <a:rect l="l" t="t" r="r" b="b"/>
              <a:pathLst>
                <a:path w="1764" h="6890" extrusionOk="0">
                  <a:moveTo>
                    <a:pt x="1744" y="43"/>
                  </a:moveTo>
                  <a:lnTo>
                    <a:pt x="1725" y="5866"/>
                  </a:lnTo>
                  <a:lnTo>
                    <a:pt x="25" y="6856"/>
                  </a:lnTo>
                  <a:lnTo>
                    <a:pt x="25" y="6856"/>
                  </a:lnTo>
                  <a:lnTo>
                    <a:pt x="44" y="1023"/>
                  </a:lnTo>
                  <a:lnTo>
                    <a:pt x="1744" y="43"/>
                  </a:lnTo>
                  <a:close/>
                  <a:moveTo>
                    <a:pt x="1764" y="0"/>
                  </a:moveTo>
                  <a:lnTo>
                    <a:pt x="24" y="1023"/>
                  </a:lnTo>
                  <a:lnTo>
                    <a:pt x="1" y="6870"/>
                  </a:lnTo>
                  <a:lnTo>
                    <a:pt x="1" y="6870"/>
                  </a:lnTo>
                  <a:lnTo>
                    <a:pt x="0" y="6870"/>
                  </a:lnTo>
                  <a:lnTo>
                    <a:pt x="0" y="6889"/>
                  </a:lnTo>
                  <a:lnTo>
                    <a:pt x="24" y="6889"/>
                  </a:lnTo>
                  <a:lnTo>
                    <a:pt x="1744" y="5885"/>
                  </a:lnTo>
                  <a:lnTo>
                    <a:pt x="17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719;p42">
              <a:extLst>
                <a:ext uri="{FF2B5EF4-FFF2-40B4-BE49-F238E27FC236}">
                  <a16:creationId xmlns:a16="http://schemas.microsoft.com/office/drawing/2014/main" id="{D647CF30-072F-EE74-1749-97F920DB4175}"/>
                </a:ext>
              </a:extLst>
            </p:cNvPr>
            <p:cNvSpPr/>
            <p:nvPr/>
          </p:nvSpPr>
          <p:spPr>
            <a:xfrm>
              <a:off x="3443579" y="2400707"/>
              <a:ext cx="299483" cy="1169750"/>
            </a:xfrm>
            <a:custGeom>
              <a:avLst/>
              <a:gdLst/>
              <a:ahLst/>
              <a:cxnLst/>
              <a:rect l="l" t="t" r="r" b="b"/>
              <a:pathLst>
                <a:path w="1764" h="6890" extrusionOk="0">
                  <a:moveTo>
                    <a:pt x="1744" y="43"/>
                  </a:moveTo>
                  <a:lnTo>
                    <a:pt x="1725" y="5866"/>
                  </a:lnTo>
                  <a:lnTo>
                    <a:pt x="25" y="6856"/>
                  </a:lnTo>
                  <a:lnTo>
                    <a:pt x="25" y="6856"/>
                  </a:lnTo>
                  <a:lnTo>
                    <a:pt x="44" y="1023"/>
                  </a:lnTo>
                  <a:lnTo>
                    <a:pt x="1744" y="43"/>
                  </a:lnTo>
                  <a:close/>
                  <a:moveTo>
                    <a:pt x="1764" y="0"/>
                  </a:moveTo>
                  <a:lnTo>
                    <a:pt x="24" y="1023"/>
                  </a:lnTo>
                  <a:lnTo>
                    <a:pt x="1" y="6870"/>
                  </a:lnTo>
                  <a:lnTo>
                    <a:pt x="1" y="6870"/>
                  </a:lnTo>
                  <a:lnTo>
                    <a:pt x="0" y="6870"/>
                  </a:lnTo>
                  <a:lnTo>
                    <a:pt x="0" y="6889"/>
                  </a:lnTo>
                  <a:lnTo>
                    <a:pt x="24" y="6889"/>
                  </a:lnTo>
                  <a:lnTo>
                    <a:pt x="1744" y="5885"/>
                  </a:lnTo>
                  <a:lnTo>
                    <a:pt x="176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720;p42">
              <a:extLst>
                <a:ext uri="{FF2B5EF4-FFF2-40B4-BE49-F238E27FC236}">
                  <a16:creationId xmlns:a16="http://schemas.microsoft.com/office/drawing/2014/main" id="{ECD0160E-166A-7DCD-187B-E44A601C6AB6}"/>
                </a:ext>
              </a:extLst>
            </p:cNvPr>
            <p:cNvSpPr/>
            <p:nvPr/>
          </p:nvSpPr>
          <p:spPr>
            <a:xfrm>
              <a:off x="3443579" y="2400707"/>
              <a:ext cx="554825" cy="323082"/>
            </a:xfrm>
            <a:custGeom>
              <a:avLst/>
              <a:gdLst/>
              <a:ahLst/>
              <a:cxnLst/>
              <a:rect l="l" t="t" r="r" b="b"/>
              <a:pathLst>
                <a:path w="3268" h="1903" extrusionOk="0">
                  <a:moveTo>
                    <a:pt x="1744" y="43"/>
                  </a:moveTo>
                  <a:lnTo>
                    <a:pt x="3224" y="884"/>
                  </a:lnTo>
                  <a:lnTo>
                    <a:pt x="1523" y="1883"/>
                  </a:lnTo>
                  <a:lnTo>
                    <a:pt x="60" y="1014"/>
                  </a:lnTo>
                  <a:lnTo>
                    <a:pt x="60" y="1014"/>
                  </a:lnTo>
                  <a:lnTo>
                    <a:pt x="1744" y="43"/>
                  </a:lnTo>
                  <a:close/>
                  <a:moveTo>
                    <a:pt x="1744" y="0"/>
                  </a:moveTo>
                  <a:lnTo>
                    <a:pt x="0" y="1023"/>
                  </a:lnTo>
                  <a:lnTo>
                    <a:pt x="24" y="1023"/>
                  </a:lnTo>
                  <a:lnTo>
                    <a:pt x="1523" y="1903"/>
                  </a:lnTo>
                  <a:lnTo>
                    <a:pt x="3267" y="884"/>
                  </a:lnTo>
                  <a:lnTo>
                    <a:pt x="17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721;p42">
              <a:extLst>
                <a:ext uri="{FF2B5EF4-FFF2-40B4-BE49-F238E27FC236}">
                  <a16:creationId xmlns:a16="http://schemas.microsoft.com/office/drawing/2014/main" id="{6C53A805-D548-08E0-4E4F-ED583AE2A340}"/>
                </a:ext>
              </a:extLst>
            </p:cNvPr>
            <p:cNvSpPr/>
            <p:nvPr/>
          </p:nvSpPr>
          <p:spPr>
            <a:xfrm>
              <a:off x="3443579" y="2400707"/>
              <a:ext cx="554825" cy="323082"/>
            </a:xfrm>
            <a:custGeom>
              <a:avLst/>
              <a:gdLst/>
              <a:ahLst/>
              <a:cxnLst/>
              <a:rect l="l" t="t" r="r" b="b"/>
              <a:pathLst>
                <a:path w="3268" h="1903" extrusionOk="0">
                  <a:moveTo>
                    <a:pt x="1744" y="43"/>
                  </a:moveTo>
                  <a:lnTo>
                    <a:pt x="3224" y="884"/>
                  </a:lnTo>
                  <a:lnTo>
                    <a:pt x="1523" y="1883"/>
                  </a:lnTo>
                  <a:lnTo>
                    <a:pt x="60" y="1014"/>
                  </a:lnTo>
                  <a:lnTo>
                    <a:pt x="60" y="1014"/>
                  </a:lnTo>
                  <a:lnTo>
                    <a:pt x="1744" y="43"/>
                  </a:lnTo>
                  <a:close/>
                  <a:moveTo>
                    <a:pt x="1744" y="0"/>
                  </a:moveTo>
                  <a:lnTo>
                    <a:pt x="0" y="1023"/>
                  </a:lnTo>
                  <a:lnTo>
                    <a:pt x="24" y="1023"/>
                  </a:lnTo>
                  <a:lnTo>
                    <a:pt x="1523" y="1903"/>
                  </a:lnTo>
                  <a:lnTo>
                    <a:pt x="3267" y="884"/>
                  </a:lnTo>
                  <a:lnTo>
                    <a:pt x="17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722;p42">
              <a:extLst>
                <a:ext uri="{FF2B5EF4-FFF2-40B4-BE49-F238E27FC236}">
                  <a16:creationId xmlns:a16="http://schemas.microsoft.com/office/drawing/2014/main" id="{0C25E1CE-286B-F3A7-2532-3DCFEE4430C5}"/>
                </a:ext>
              </a:extLst>
            </p:cNvPr>
            <p:cNvSpPr/>
            <p:nvPr/>
          </p:nvSpPr>
          <p:spPr>
            <a:xfrm>
              <a:off x="3447654" y="2903925"/>
              <a:ext cx="173001" cy="768402"/>
            </a:xfrm>
            <a:custGeom>
              <a:avLst/>
              <a:gdLst/>
              <a:ahLst/>
              <a:cxnLst/>
              <a:rect l="l" t="t" r="r" b="b"/>
              <a:pathLst>
                <a:path w="1019" h="4526" extrusionOk="0">
                  <a:moveTo>
                    <a:pt x="20" y="19"/>
                  </a:moveTo>
                  <a:lnTo>
                    <a:pt x="1000" y="590"/>
                  </a:lnTo>
                  <a:lnTo>
                    <a:pt x="1000" y="4482"/>
                  </a:lnTo>
                  <a:lnTo>
                    <a:pt x="20" y="3925"/>
                  </a:lnTo>
                  <a:lnTo>
                    <a:pt x="20" y="19"/>
                  </a:lnTo>
                  <a:close/>
                  <a:moveTo>
                    <a:pt x="0" y="0"/>
                  </a:moveTo>
                  <a:lnTo>
                    <a:pt x="0" y="3925"/>
                  </a:lnTo>
                  <a:lnTo>
                    <a:pt x="1019" y="4526"/>
                  </a:lnTo>
                  <a:lnTo>
                    <a:pt x="1019" y="58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723;p42">
              <a:extLst>
                <a:ext uri="{FF2B5EF4-FFF2-40B4-BE49-F238E27FC236}">
                  <a16:creationId xmlns:a16="http://schemas.microsoft.com/office/drawing/2014/main" id="{76F2385D-14D0-AA58-CBE0-5F2A34A12232}"/>
                </a:ext>
              </a:extLst>
            </p:cNvPr>
            <p:cNvSpPr/>
            <p:nvPr/>
          </p:nvSpPr>
          <p:spPr>
            <a:xfrm>
              <a:off x="3447654" y="2903925"/>
              <a:ext cx="173001" cy="768402"/>
            </a:xfrm>
            <a:custGeom>
              <a:avLst/>
              <a:gdLst/>
              <a:ahLst/>
              <a:cxnLst/>
              <a:rect l="l" t="t" r="r" b="b"/>
              <a:pathLst>
                <a:path w="1019" h="4526" extrusionOk="0">
                  <a:moveTo>
                    <a:pt x="20" y="19"/>
                  </a:moveTo>
                  <a:lnTo>
                    <a:pt x="1000" y="590"/>
                  </a:lnTo>
                  <a:lnTo>
                    <a:pt x="1000" y="4482"/>
                  </a:lnTo>
                  <a:lnTo>
                    <a:pt x="20" y="3925"/>
                  </a:lnTo>
                  <a:lnTo>
                    <a:pt x="20" y="19"/>
                  </a:lnTo>
                  <a:close/>
                  <a:moveTo>
                    <a:pt x="0" y="0"/>
                  </a:moveTo>
                  <a:lnTo>
                    <a:pt x="0" y="3925"/>
                  </a:lnTo>
                  <a:lnTo>
                    <a:pt x="1019" y="4526"/>
                  </a:lnTo>
                  <a:lnTo>
                    <a:pt x="1019" y="582"/>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724;p42">
              <a:extLst>
                <a:ext uri="{FF2B5EF4-FFF2-40B4-BE49-F238E27FC236}">
                  <a16:creationId xmlns:a16="http://schemas.microsoft.com/office/drawing/2014/main" id="{9C8503AD-A4FB-8968-1BE5-066A71E094A1}"/>
                </a:ext>
              </a:extLst>
            </p:cNvPr>
            <p:cNvSpPr/>
            <p:nvPr/>
          </p:nvSpPr>
          <p:spPr>
            <a:xfrm>
              <a:off x="3250204" y="3016487"/>
              <a:ext cx="177245" cy="767553"/>
            </a:xfrm>
            <a:custGeom>
              <a:avLst/>
              <a:gdLst/>
              <a:ahLst/>
              <a:cxnLst/>
              <a:rect l="l" t="t" r="r" b="b"/>
              <a:pathLst>
                <a:path w="1044" h="4521" extrusionOk="0">
                  <a:moveTo>
                    <a:pt x="39" y="39"/>
                  </a:moveTo>
                  <a:lnTo>
                    <a:pt x="1019" y="601"/>
                  </a:lnTo>
                  <a:lnTo>
                    <a:pt x="1019" y="4482"/>
                  </a:lnTo>
                  <a:lnTo>
                    <a:pt x="20" y="3920"/>
                  </a:lnTo>
                  <a:lnTo>
                    <a:pt x="39" y="39"/>
                  </a:lnTo>
                  <a:close/>
                  <a:moveTo>
                    <a:pt x="20" y="0"/>
                  </a:moveTo>
                  <a:lnTo>
                    <a:pt x="1" y="3940"/>
                  </a:lnTo>
                  <a:lnTo>
                    <a:pt x="1043" y="4521"/>
                  </a:lnTo>
                  <a:lnTo>
                    <a:pt x="1043" y="577"/>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725;p42">
              <a:extLst>
                <a:ext uri="{FF2B5EF4-FFF2-40B4-BE49-F238E27FC236}">
                  <a16:creationId xmlns:a16="http://schemas.microsoft.com/office/drawing/2014/main" id="{5A8DB938-E479-8CE9-CB24-9FB854489587}"/>
                </a:ext>
              </a:extLst>
            </p:cNvPr>
            <p:cNvSpPr/>
            <p:nvPr/>
          </p:nvSpPr>
          <p:spPr>
            <a:xfrm>
              <a:off x="3250204" y="3016487"/>
              <a:ext cx="177245" cy="767553"/>
            </a:xfrm>
            <a:custGeom>
              <a:avLst/>
              <a:gdLst/>
              <a:ahLst/>
              <a:cxnLst/>
              <a:rect l="l" t="t" r="r" b="b"/>
              <a:pathLst>
                <a:path w="1044" h="4521" extrusionOk="0">
                  <a:moveTo>
                    <a:pt x="39" y="39"/>
                  </a:moveTo>
                  <a:lnTo>
                    <a:pt x="1019" y="601"/>
                  </a:lnTo>
                  <a:lnTo>
                    <a:pt x="1019" y="4482"/>
                  </a:lnTo>
                  <a:lnTo>
                    <a:pt x="20" y="3920"/>
                  </a:lnTo>
                  <a:lnTo>
                    <a:pt x="39" y="39"/>
                  </a:lnTo>
                  <a:close/>
                  <a:moveTo>
                    <a:pt x="20" y="0"/>
                  </a:moveTo>
                  <a:lnTo>
                    <a:pt x="1" y="3940"/>
                  </a:lnTo>
                  <a:lnTo>
                    <a:pt x="1043" y="4521"/>
                  </a:lnTo>
                  <a:lnTo>
                    <a:pt x="1043" y="577"/>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726;p42">
              <a:extLst>
                <a:ext uri="{FF2B5EF4-FFF2-40B4-BE49-F238E27FC236}">
                  <a16:creationId xmlns:a16="http://schemas.microsoft.com/office/drawing/2014/main" id="{E585116E-B221-A5C4-3CDE-575CC5832361}"/>
                </a:ext>
              </a:extLst>
            </p:cNvPr>
            <p:cNvSpPr/>
            <p:nvPr/>
          </p:nvSpPr>
          <p:spPr>
            <a:xfrm>
              <a:off x="3423206" y="3002565"/>
              <a:ext cx="197448" cy="781474"/>
            </a:xfrm>
            <a:custGeom>
              <a:avLst/>
              <a:gdLst/>
              <a:ahLst/>
              <a:cxnLst/>
              <a:rect l="l" t="t" r="r" b="b"/>
              <a:pathLst>
                <a:path w="1163" h="4603" extrusionOk="0">
                  <a:moveTo>
                    <a:pt x="1144" y="20"/>
                  </a:moveTo>
                  <a:lnTo>
                    <a:pt x="1144" y="3925"/>
                  </a:lnTo>
                  <a:lnTo>
                    <a:pt x="24" y="4564"/>
                  </a:lnTo>
                  <a:lnTo>
                    <a:pt x="24" y="683"/>
                  </a:lnTo>
                  <a:lnTo>
                    <a:pt x="1144" y="20"/>
                  </a:lnTo>
                  <a:close/>
                  <a:moveTo>
                    <a:pt x="1163" y="1"/>
                  </a:moveTo>
                  <a:lnTo>
                    <a:pt x="0" y="659"/>
                  </a:lnTo>
                  <a:lnTo>
                    <a:pt x="0" y="683"/>
                  </a:lnTo>
                  <a:lnTo>
                    <a:pt x="0" y="4603"/>
                  </a:lnTo>
                  <a:lnTo>
                    <a:pt x="1163" y="3925"/>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727;p42">
              <a:extLst>
                <a:ext uri="{FF2B5EF4-FFF2-40B4-BE49-F238E27FC236}">
                  <a16:creationId xmlns:a16="http://schemas.microsoft.com/office/drawing/2014/main" id="{936A91FE-342C-E01E-7D71-973F170A66A4}"/>
                </a:ext>
              </a:extLst>
            </p:cNvPr>
            <p:cNvSpPr/>
            <p:nvPr/>
          </p:nvSpPr>
          <p:spPr>
            <a:xfrm>
              <a:off x="3423206" y="3002565"/>
              <a:ext cx="197448" cy="781474"/>
            </a:xfrm>
            <a:custGeom>
              <a:avLst/>
              <a:gdLst/>
              <a:ahLst/>
              <a:cxnLst/>
              <a:rect l="l" t="t" r="r" b="b"/>
              <a:pathLst>
                <a:path w="1163" h="4603" extrusionOk="0">
                  <a:moveTo>
                    <a:pt x="1144" y="20"/>
                  </a:moveTo>
                  <a:lnTo>
                    <a:pt x="1144" y="3925"/>
                  </a:lnTo>
                  <a:lnTo>
                    <a:pt x="24" y="4564"/>
                  </a:lnTo>
                  <a:lnTo>
                    <a:pt x="24" y="683"/>
                  </a:lnTo>
                  <a:lnTo>
                    <a:pt x="1144" y="20"/>
                  </a:lnTo>
                  <a:close/>
                  <a:moveTo>
                    <a:pt x="1163" y="1"/>
                  </a:moveTo>
                  <a:lnTo>
                    <a:pt x="0" y="659"/>
                  </a:lnTo>
                  <a:lnTo>
                    <a:pt x="0" y="683"/>
                  </a:lnTo>
                  <a:lnTo>
                    <a:pt x="0" y="4603"/>
                  </a:lnTo>
                  <a:lnTo>
                    <a:pt x="1163" y="3925"/>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728;p42">
              <a:extLst>
                <a:ext uri="{FF2B5EF4-FFF2-40B4-BE49-F238E27FC236}">
                  <a16:creationId xmlns:a16="http://schemas.microsoft.com/office/drawing/2014/main" id="{BB8CCF0E-0D2D-6DA6-1DBD-6E6AF85C4608}"/>
                </a:ext>
              </a:extLst>
            </p:cNvPr>
            <p:cNvSpPr/>
            <p:nvPr/>
          </p:nvSpPr>
          <p:spPr>
            <a:xfrm>
              <a:off x="3250204" y="3566903"/>
              <a:ext cx="370449" cy="217142"/>
            </a:xfrm>
            <a:custGeom>
              <a:avLst/>
              <a:gdLst/>
              <a:ahLst/>
              <a:cxnLst/>
              <a:rect l="l" t="t" r="r" b="b"/>
              <a:pathLst>
                <a:path w="2182" h="1279" extrusionOk="0">
                  <a:moveTo>
                    <a:pt x="1163" y="39"/>
                  </a:moveTo>
                  <a:lnTo>
                    <a:pt x="2143" y="601"/>
                  </a:lnTo>
                  <a:lnTo>
                    <a:pt x="1019" y="1260"/>
                  </a:lnTo>
                  <a:lnTo>
                    <a:pt x="39" y="678"/>
                  </a:lnTo>
                  <a:lnTo>
                    <a:pt x="1163" y="39"/>
                  </a:lnTo>
                  <a:close/>
                  <a:moveTo>
                    <a:pt x="1163" y="1"/>
                  </a:moveTo>
                  <a:lnTo>
                    <a:pt x="1" y="678"/>
                  </a:lnTo>
                  <a:lnTo>
                    <a:pt x="1019" y="1279"/>
                  </a:lnTo>
                  <a:lnTo>
                    <a:pt x="2182" y="601"/>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729;p42">
              <a:extLst>
                <a:ext uri="{FF2B5EF4-FFF2-40B4-BE49-F238E27FC236}">
                  <a16:creationId xmlns:a16="http://schemas.microsoft.com/office/drawing/2014/main" id="{67E3EDCE-E85D-F60A-EBD1-F1ED5242A842}"/>
                </a:ext>
              </a:extLst>
            </p:cNvPr>
            <p:cNvSpPr/>
            <p:nvPr/>
          </p:nvSpPr>
          <p:spPr>
            <a:xfrm>
              <a:off x="3250204" y="3566903"/>
              <a:ext cx="370449" cy="217142"/>
            </a:xfrm>
            <a:custGeom>
              <a:avLst/>
              <a:gdLst/>
              <a:ahLst/>
              <a:cxnLst/>
              <a:rect l="l" t="t" r="r" b="b"/>
              <a:pathLst>
                <a:path w="2182" h="1279" extrusionOk="0">
                  <a:moveTo>
                    <a:pt x="1163" y="39"/>
                  </a:moveTo>
                  <a:lnTo>
                    <a:pt x="2143" y="601"/>
                  </a:lnTo>
                  <a:lnTo>
                    <a:pt x="1019" y="1260"/>
                  </a:lnTo>
                  <a:lnTo>
                    <a:pt x="39" y="678"/>
                  </a:lnTo>
                  <a:lnTo>
                    <a:pt x="1163" y="39"/>
                  </a:lnTo>
                  <a:close/>
                  <a:moveTo>
                    <a:pt x="1163" y="1"/>
                  </a:moveTo>
                  <a:lnTo>
                    <a:pt x="1" y="678"/>
                  </a:lnTo>
                  <a:lnTo>
                    <a:pt x="1019" y="1279"/>
                  </a:lnTo>
                  <a:lnTo>
                    <a:pt x="2182" y="601"/>
                  </a:lnTo>
                  <a:lnTo>
                    <a:pt x="11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730;p42">
              <a:extLst>
                <a:ext uri="{FF2B5EF4-FFF2-40B4-BE49-F238E27FC236}">
                  <a16:creationId xmlns:a16="http://schemas.microsoft.com/office/drawing/2014/main" id="{2FF511E8-1C01-D072-F938-CAAA472C350C}"/>
                </a:ext>
              </a:extLst>
            </p:cNvPr>
            <p:cNvSpPr/>
            <p:nvPr/>
          </p:nvSpPr>
          <p:spPr>
            <a:xfrm>
              <a:off x="3250204" y="2903925"/>
              <a:ext cx="200844" cy="781474"/>
            </a:xfrm>
            <a:custGeom>
              <a:avLst/>
              <a:gdLst/>
              <a:ahLst/>
              <a:cxnLst/>
              <a:rect l="l" t="t" r="r" b="b"/>
              <a:pathLst>
                <a:path w="1183" h="4603" extrusionOk="0">
                  <a:moveTo>
                    <a:pt x="1163" y="19"/>
                  </a:moveTo>
                  <a:lnTo>
                    <a:pt x="1163" y="3925"/>
                  </a:lnTo>
                  <a:lnTo>
                    <a:pt x="20" y="4583"/>
                  </a:lnTo>
                  <a:lnTo>
                    <a:pt x="39" y="682"/>
                  </a:lnTo>
                  <a:lnTo>
                    <a:pt x="1163" y="19"/>
                  </a:lnTo>
                  <a:close/>
                  <a:moveTo>
                    <a:pt x="1183" y="0"/>
                  </a:moveTo>
                  <a:lnTo>
                    <a:pt x="20" y="682"/>
                  </a:lnTo>
                  <a:lnTo>
                    <a:pt x="1" y="4603"/>
                  </a:lnTo>
                  <a:lnTo>
                    <a:pt x="20" y="4603"/>
                  </a:lnTo>
                  <a:lnTo>
                    <a:pt x="1183" y="3925"/>
                  </a:lnTo>
                  <a:lnTo>
                    <a:pt x="11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731;p42">
              <a:extLst>
                <a:ext uri="{FF2B5EF4-FFF2-40B4-BE49-F238E27FC236}">
                  <a16:creationId xmlns:a16="http://schemas.microsoft.com/office/drawing/2014/main" id="{3254F352-C03C-E765-AB07-BC43BEA1D8FA}"/>
                </a:ext>
              </a:extLst>
            </p:cNvPr>
            <p:cNvSpPr/>
            <p:nvPr/>
          </p:nvSpPr>
          <p:spPr>
            <a:xfrm>
              <a:off x="3250204" y="2903925"/>
              <a:ext cx="200844" cy="781474"/>
            </a:xfrm>
            <a:custGeom>
              <a:avLst/>
              <a:gdLst/>
              <a:ahLst/>
              <a:cxnLst/>
              <a:rect l="l" t="t" r="r" b="b"/>
              <a:pathLst>
                <a:path w="1183" h="4603" extrusionOk="0">
                  <a:moveTo>
                    <a:pt x="1163" y="19"/>
                  </a:moveTo>
                  <a:lnTo>
                    <a:pt x="1163" y="3925"/>
                  </a:lnTo>
                  <a:lnTo>
                    <a:pt x="20" y="4583"/>
                  </a:lnTo>
                  <a:lnTo>
                    <a:pt x="39" y="682"/>
                  </a:lnTo>
                  <a:lnTo>
                    <a:pt x="1163" y="19"/>
                  </a:lnTo>
                  <a:close/>
                  <a:moveTo>
                    <a:pt x="1183" y="0"/>
                  </a:moveTo>
                  <a:lnTo>
                    <a:pt x="20" y="682"/>
                  </a:lnTo>
                  <a:lnTo>
                    <a:pt x="1" y="4603"/>
                  </a:lnTo>
                  <a:lnTo>
                    <a:pt x="20" y="4603"/>
                  </a:lnTo>
                  <a:lnTo>
                    <a:pt x="1183" y="3925"/>
                  </a:lnTo>
                  <a:lnTo>
                    <a:pt x="11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732;p42">
              <a:extLst>
                <a:ext uri="{FF2B5EF4-FFF2-40B4-BE49-F238E27FC236}">
                  <a16:creationId xmlns:a16="http://schemas.microsoft.com/office/drawing/2014/main" id="{82E65549-5AE6-D2AA-0701-EB0295741FCC}"/>
                </a:ext>
              </a:extLst>
            </p:cNvPr>
            <p:cNvSpPr/>
            <p:nvPr/>
          </p:nvSpPr>
          <p:spPr>
            <a:xfrm>
              <a:off x="3253600" y="2903925"/>
              <a:ext cx="370449" cy="214596"/>
            </a:xfrm>
            <a:custGeom>
              <a:avLst/>
              <a:gdLst/>
              <a:ahLst/>
              <a:cxnLst/>
              <a:rect l="l" t="t" r="r" b="b"/>
              <a:pathLst>
                <a:path w="2182" h="1264" extrusionOk="0">
                  <a:moveTo>
                    <a:pt x="1163" y="19"/>
                  </a:moveTo>
                  <a:lnTo>
                    <a:pt x="2143" y="582"/>
                  </a:lnTo>
                  <a:lnTo>
                    <a:pt x="1023" y="1240"/>
                  </a:lnTo>
                  <a:lnTo>
                    <a:pt x="36" y="673"/>
                  </a:lnTo>
                  <a:lnTo>
                    <a:pt x="36" y="673"/>
                  </a:lnTo>
                  <a:lnTo>
                    <a:pt x="1163" y="19"/>
                  </a:lnTo>
                  <a:close/>
                  <a:moveTo>
                    <a:pt x="1163" y="0"/>
                  </a:moveTo>
                  <a:lnTo>
                    <a:pt x="26" y="667"/>
                  </a:lnTo>
                  <a:lnTo>
                    <a:pt x="26" y="667"/>
                  </a:lnTo>
                  <a:lnTo>
                    <a:pt x="19" y="663"/>
                  </a:lnTo>
                  <a:lnTo>
                    <a:pt x="19" y="671"/>
                  </a:lnTo>
                  <a:lnTo>
                    <a:pt x="19" y="671"/>
                  </a:lnTo>
                  <a:lnTo>
                    <a:pt x="0" y="682"/>
                  </a:lnTo>
                  <a:lnTo>
                    <a:pt x="1023" y="1264"/>
                  </a:lnTo>
                  <a:lnTo>
                    <a:pt x="2181" y="582"/>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733;p42">
              <a:extLst>
                <a:ext uri="{FF2B5EF4-FFF2-40B4-BE49-F238E27FC236}">
                  <a16:creationId xmlns:a16="http://schemas.microsoft.com/office/drawing/2014/main" id="{2363C4A1-8B2C-52AE-DD2B-5908D1CF1FFA}"/>
                </a:ext>
              </a:extLst>
            </p:cNvPr>
            <p:cNvSpPr/>
            <p:nvPr/>
          </p:nvSpPr>
          <p:spPr>
            <a:xfrm>
              <a:off x="3253600" y="2903925"/>
              <a:ext cx="370449" cy="214596"/>
            </a:xfrm>
            <a:custGeom>
              <a:avLst/>
              <a:gdLst/>
              <a:ahLst/>
              <a:cxnLst/>
              <a:rect l="l" t="t" r="r" b="b"/>
              <a:pathLst>
                <a:path w="2182" h="1264" extrusionOk="0">
                  <a:moveTo>
                    <a:pt x="1163" y="19"/>
                  </a:moveTo>
                  <a:lnTo>
                    <a:pt x="2143" y="582"/>
                  </a:lnTo>
                  <a:lnTo>
                    <a:pt x="1023" y="1240"/>
                  </a:lnTo>
                  <a:lnTo>
                    <a:pt x="36" y="673"/>
                  </a:lnTo>
                  <a:lnTo>
                    <a:pt x="36" y="673"/>
                  </a:lnTo>
                  <a:lnTo>
                    <a:pt x="1163" y="19"/>
                  </a:lnTo>
                  <a:close/>
                  <a:moveTo>
                    <a:pt x="1163" y="0"/>
                  </a:moveTo>
                  <a:lnTo>
                    <a:pt x="26" y="667"/>
                  </a:lnTo>
                  <a:lnTo>
                    <a:pt x="26" y="667"/>
                  </a:lnTo>
                  <a:lnTo>
                    <a:pt x="19" y="663"/>
                  </a:lnTo>
                  <a:lnTo>
                    <a:pt x="19" y="671"/>
                  </a:lnTo>
                  <a:lnTo>
                    <a:pt x="19" y="671"/>
                  </a:lnTo>
                  <a:lnTo>
                    <a:pt x="0" y="682"/>
                  </a:lnTo>
                  <a:lnTo>
                    <a:pt x="1023" y="1264"/>
                  </a:lnTo>
                  <a:lnTo>
                    <a:pt x="2181" y="582"/>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734;p42">
              <a:extLst>
                <a:ext uri="{FF2B5EF4-FFF2-40B4-BE49-F238E27FC236}">
                  <a16:creationId xmlns:a16="http://schemas.microsoft.com/office/drawing/2014/main" id="{60BDFAAD-19DA-05FE-0DD9-2AAC3B1D22FE}"/>
                </a:ext>
              </a:extLst>
            </p:cNvPr>
            <p:cNvSpPr/>
            <p:nvPr/>
          </p:nvSpPr>
          <p:spPr>
            <a:xfrm>
              <a:off x="3967169" y="2903925"/>
              <a:ext cx="177245" cy="768402"/>
            </a:xfrm>
            <a:custGeom>
              <a:avLst/>
              <a:gdLst/>
              <a:ahLst/>
              <a:cxnLst/>
              <a:rect l="l" t="t" r="r" b="b"/>
              <a:pathLst>
                <a:path w="1044" h="4526" extrusionOk="0">
                  <a:moveTo>
                    <a:pt x="39" y="19"/>
                  </a:moveTo>
                  <a:lnTo>
                    <a:pt x="1024" y="601"/>
                  </a:lnTo>
                  <a:lnTo>
                    <a:pt x="1024" y="601"/>
                  </a:lnTo>
                  <a:lnTo>
                    <a:pt x="1000" y="4482"/>
                  </a:lnTo>
                  <a:lnTo>
                    <a:pt x="20" y="3925"/>
                  </a:lnTo>
                  <a:lnTo>
                    <a:pt x="39" y="19"/>
                  </a:lnTo>
                  <a:close/>
                  <a:moveTo>
                    <a:pt x="20" y="0"/>
                  </a:moveTo>
                  <a:lnTo>
                    <a:pt x="1" y="3925"/>
                  </a:lnTo>
                  <a:lnTo>
                    <a:pt x="1024" y="4526"/>
                  </a:lnTo>
                  <a:lnTo>
                    <a:pt x="1043" y="582"/>
                  </a:lnTo>
                  <a:lnTo>
                    <a:pt x="1024" y="582"/>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735;p42">
              <a:extLst>
                <a:ext uri="{FF2B5EF4-FFF2-40B4-BE49-F238E27FC236}">
                  <a16:creationId xmlns:a16="http://schemas.microsoft.com/office/drawing/2014/main" id="{C626868E-E5E0-6D8A-B1FF-76F3D1FE4E5F}"/>
                </a:ext>
              </a:extLst>
            </p:cNvPr>
            <p:cNvSpPr/>
            <p:nvPr/>
          </p:nvSpPr>
          <p:spPr>
            <a:xfrm>
              <a:off x="3967169" y="2903925"/>
              <a:ext cx="177245" cy="768402"/>
            </a:xfrm>
            <a:custGeom>
              <a:avLst/>
              <a:gdLst/>
              <a:ahLst/>
              <a:cxnLst/>
              <a:rect l="l" t="t" r="r" b="b"/>
              <a:pathLst>
                <a:path w="1044" h="4526" extrusionOk="0">
                  <a:moveTo>
                    <a:pt x="39" y="19"/>
                  </a:moveTo>
                  <a:lnTo>
                    <a:pt x="1024" y="601"/>
                  </a:lnTo>
                  <a:lnTo>
                    <a:pt x="1024" y="601"/>
                  </a:lnTo>
                  <a:lnTo>
                    <a:pt x="1000" y="4482"/>
                  </a:lnTo>
                  <a:lnTo>
                    <a:pt x="20" y="3925"/>
                  </a:lnTo>
                  <a:lnTo>
                    <a:pt x="39" y="19"/>
                  </a:lnTo>
                  <a:close/>
                  <a:moveTo>
                    <a:pt x="20" y="0"/>
                  </a:moveTo>
                  <a:lnTo>
                    <a:pt x="1" y="3925"/>
                  </a:lnTo>
                  <a:lnTo>
                    <a:pt x="1024" y="4526"/>
                  </a:lnTo>
                  <a:lnTo>
                    <a:pt x="1043" y="582"/>
                  </a:lnTo>
                  <a:lnTo>
                    <a:pt x="1024" y="582"/>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736;p42">
              <a:extLst>
                <a:ext uri="{FF2B5EF4-FFF2-40B4-BE49-F238E27FC236}">
                  <a16:creationId xmlns:a16="http://schemas.microsoft.com/office/drawing/2014/main" id="{5B32C0A8-88B3-9BAD-5031-158FEFE20DD1}"/>
                </a:ext>
              </a:extLst>
            </p:cNvPr>
            <p:cNvSpPr/>
            <p:nvPr/>
          </p:nvSpPr>
          <p:spPr>
            <a:xfrm>
              <a:off x="3773964" y="3016487"/>
              <a:ext cx="173001" cy="767553"/>
            </a:xfrm>
            <a:custGeom>
              <a:avLst/>
              <a:gdLst/>
              <a:ahLst/>
              <a:cxnLst/>
              <a:rect l="l" t="t" r="r" b="b"/>
              <a:pathLst>
                <a:path w="1019" h="4521" extrusionOk="0">
                  <a:moveTo>
                    <a:pt x="0" y="0"/>
                  </a:moveTo>
                  <a:lnTo>
                    <a:pt x="0" y="3940"/>
                  </a:lnTo>
                  <a:lnTo>
                    <a:pt x="1019" y="4521"/>
                  </a:lnTo>
                  <a:lnTo>
                    <a:pt x="1019" y="601"/>
                  </a:lnTo>
                  <a:lnTo>
                    <a:pt x="999" y="601"/>
                  </a:lnTo>
                  <a:lnTo>
                    <a:pt x="999" y="4482"/>
                  </a:lnTo>
                  <a:lnTo>
                    <a:pt x="19" y="3920"/>
                  </a:lnTo>
                  <a:lnTo>
                    <a:pt x="19" y="39"/>
                  </a:lnTo>
                  <a:lnTo>
                    <a:pt x="1019" y="601"/>
                  </a:lnTo>
                  <a:lnTo>
                    <a:pt x="1019" y="5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737;p42">
              <a:extLst>
                <a:ext uri="{FF2B5EF4-FFF2-40B4-BE49-F238E27FC236}">
                  <a16:creationId xmlns:a16="http://schemas.microsoft.com/office/drawing/2014/main" id="{442EA584-8EC6-256C-0111-F01183446284}"/>
                </a:ext>
              </a:extLst>
            </p:cNvPr>
            <p:cNvSpPr/>
            <p:nvPr/>
          </p:nvSpPr>
          <p:spPr>
            <a:xfrm>
              <a:off x="3773964" y="3016487"/>
              <a:ext cx="173001" cy="767553"/>
            </a:xfrm>
            <a:custGeom>
              <a:avLst/>
              <a:gdLst/>
              <a:ahLst/>
              <a:cxnLst/>
              <a:rect l="l" t="t" r="r" b="b"/>
              <a:pathLst>
                <a:path w="1019" h="4521" extrusionOk="0">
                  <a:moveTo>
                    <a:pt x="0" y="0"/>
                  </a:moveTo>
                  <a:lnTo>
                    <a:pt x="0" y="3940"/>
                  </a:lnTo>
                  <a:lnTo>
                    <a:pt x="1019" y="4521"/>
                  </a:lnTo>
                  <a:lnTo>
                    <a:pt x="1019" y="601"/>
                  </a:lnTo>
                  <a:lnTo>
                    <a:pt x="999" y="601"/>
                  </a:lnTo>
                  <a:lnTo>
                    <a:pt x="999" y="4482"/>
                  </a:lnTo>
                  <a:lnTo>
                    <a:pt x="19" y="3920"/>
                  </a:lnTo>
                  <a:lnTo>
                    <a:pt x="19" y="39"/>
                  </a:lnTo>
                  <a:lnTo>
                    <a:pt x="1019" y="601"/>
                  </a:lnTo>
                  <a:lnTo>
                    <a:pt x="1019" y="577"/>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738;p42">
              <a:extLst>
                <a:ext uri="{FF2B5EF4-FFF2-40B4-BE49-F238E27FC236}">
                  <a16:creationId xmlns:a16="http://schemas.microsoft.com/office/drawing/2014/main" id="{2380DE10-E35E-7A5E-5239-DE2B355D38F4}"/>
                </a:ext>
              </a:extLst>
            </p:cNvPr>
            <p:cNvSpPr/>
            <p:nvPr/>
          </p:nvSpPr>
          <p:spPr>
            <a:xfrm>
              <a:off x="3943571" y="3002565"/>
              <a:ext cx="200844" cy="781474"/>
            </a:xfrm>
            <a:custGeom>
              <a:avLst/>
              <a:gdLst/>
              <a:ahLst/>
              <a:cxnLst/>
              <a:rect l="l" t="t" r="r" b="b"/>
              <a:pathLst>
                <a:path w="1183" h="4603" extrusionOk="0">
                  <a:moveTo>
                    <a:pt x="1163" y="20"/>
                  </a:moveTo>
                  <a:lnTo>
                    <a:pt x="1139" y="3925"/>
                  </a:lnTo>
                  <a:lnTo>
                    <a:pt x="20" y="4564"/>
                  </a:lnTo>
                  <a:lnTo>
                    <a:pt x="20" y="683"/>
                  </a:lnTo>
                  <a:lnTo>
                    <a:pt x="1163" y="20"/>
                  </a:lnTo>
                  <a:close/>
                  <a:moveTo>
                    <a:pt x="1182" y="1"/>
                  </a:moveTo>
                  <a:lnTo>
                    <a:pt x="0" y="659"/>
                  </a:lnTo>
                  <a:lnTo>
                    <a:pt x="0" y="683"/>
                  </a:lnTo>
                  <a:lnTo>
                    <a:pt x="0" y="4603"/>
                  </a:lnTo>
                  <a:lnTo>
                    <a:pt x="1163" y="3925"/>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739;p42">
              <a:extLst>
                <a:ext uri="{FF2B5EF4-FFF2-40B4-BE49-F238E27FC236}">
                  <a16:creationId xmlns:a16="http://schemas.microsoft.com/office/drawing/2014/main" id="{0727EDBD-3735-49AF-D93B-5817BEFF7E3E}"/>
                </a:ext>
              </a:extLst>
            </p:cNvPr>
            <p:cNvSpPr/>
            <p:nvPr/>
          </p:nvSpPr>
          <p:spPr>
            <a:xfrm>
              <a:off x="3943571" y="3002565"/>
              <a:ext cx="200844" cy="781474"/>
            </a:xfrm>
            <a:custGeom>
              <a:avLst/>
              <a:gdLst/>
              <a:ahLst/>
              <a:cxnLst/>
              <a:rect l="l" t="t" r="r" b="b"/>
              <a:pathLst>
                <a:path w="1183" h="4603" extrusionOk="0">
                  <a:moveTo>
                    <a:pt x="1163" y="20"/>
                  </a:moveTo>
                  <a:lnTo>
                    <a:pt x="1139" y="3925"/>
                  </a:lnTo>
                  <a:lnTo>
                    <a:pt x="20" y="4564"/>
                  </a:lnTo>
                  <a:lnTo>
                    <a:pt x="20" y="683"/>
                  </a:lnTo>
                  <a:lnTo>
                    <a:pt x="1163" y="20"/>
                  </a:lnTo>
                  <a:close/>
                  <a:moveTo>
                    <a:pt x="1182" y="1"/>
                  </a:moveTo>
                  <a:lnTo>
                    <a:pt x="0" y="659"/>
                  </a:lnTo>
                  <a:lnTo>
                    <a:pt x="0" y="683"/>
                  </a:lnTo>
                  <a:lnTo>
                    <a:pt x="0" y="4603"/>
                  </a:lnTo>
                  <a:lnTo>
                    <a:pt x="1163" y="3925"/>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740;p42">
              <a:extLst>
                <a:ext uri="{FF2B5EF4-FFF2-40B4-BE49-F238E27FC236}">
                  <a16:creationId xmlns:a16="http://schemas.microsoft.com/office/drawing/2014/main" id="{86E9A7B7-6098-FD07-09B2-FB288468AC20}"/>
                </a:ext>
              </a:extLst>
            </p:cNvPr>
            <p:cNvSpPr/>
            <p:nvPr/>
          </p:nvSpPr>
          <p:spPr>
            <a:xfrm>
              <a:off x="3769889" y="3566903"/>
              <a:ext cx="374524" cy="217142"/>
            </a:xfrm>
            <a:custGeom>
              <a:avLst/>
              <a:gdLst/>
              <a:ahLst/>
              <a:cxnLst/>
              <a:rect l="l" t="t" r="r" b="b"/>
              <a:pathLst>
                <a:path w="2206" h="1279" extrusionOk="0">
                  <a:moveTo>
                    <a:pt x="1182" y="39"/>
                  </a:moveTo>
                  <a:lnTo>
                    <a:pt x="2162" y="601"/>
                  </a:lnTo>
                  <a:lnTo>
                    <a:pt x="1033" y="1254"/>
                  </a:lnTo>
                  <a:lnTo>
                    <a:pt x="1033" y="1254"/>
                  </a:lnTo>
                  <a:lnTo>
                    <a:pt x="43" y="678"/>
                  </a:lnTo>
                  <a:lnTo>
                    <a:pt x="1182" y="39"/>
                  </a:lnTo>
                  <a:close/>
                  <a:moveTo>
                    <a:pt x="1182" y="1"/>
                  </a:moveTo>
                  <a:lnTo>
                    <a:pt x="0" y="678"/>
                  </a:lnTo>
                  <a:lnTo>
                    <a:pt x="1023" y="1279"/>
                  </a:lnTo>
                  <a:lnTo>
                    <a:pt x="1043" y="1279"/>
                  </a:lnTo>
                  <a:lnTo>
                    <a:pt x="2205" y="601"/>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741;p42">
              <a:extLst>
                <a:ext uri="{FF2B5EF4-FFF2-40B4-BE49-F238E27FC236}">
                  <a16:creationId xmlns:a16="http://schemas.microsoft.com/office/drawing/2014/main" id="{DB592F53-4EC4-4CC6-614C-27497A532EDF}"/>
                </a:ext>
              </a:extLst>
            </p:cNvPr>
            <p:cNvSpPr/>
            <p:nvPr/>
          </p:nvSpPr>
          <p:spPr>
            <a:xfrm>
              <a:off x="3769889" y="3566903"/>
              <a:ext cx="374524" cy="217142"/>
            </a:xfrm>
            <a:custGeom>
              <a:avLst/>
              <a:gdLst/>
              <a:ahLst/>
              <a:cxnLst/>
              <a:rect l="l" t="t" r="r" b="b"/>
              <a:pathLst>
                <a:path w="2206" h="1279" extrusionOk="0">
                  <a:moveTo>
                    <a:pt x="1182" y="39"/>
                  </a:moveTo>
                  <a:lnTo>
                    <a:pt x="2162" y="601"/>
                  </a:lnTo>
                  <a:lnTo>
                    <a:pt x="1033" y="1254"/>
                  </a:lnTo>
                  <a:lnTo>
                    <a:pt x="1033" y="1254"/>
                  </a:lnTo>
                  <a:lnTo>
                    <a:pt x="43" y="678"/>
                  </a:lnTo>
                  <a:lnTo>
                    <a:pt x="1182" y="39"/>
                  </a:lnTo>
                  <a:close/>
                  <a:moveTo>
                    <a:pt x="1182" y="1"/>
                  </a:moveTo>
                  <a:lnTo>
                    <a:pt x="0" y="678"/>
                  </a:lnTo>
                  <a:lnTo>
                    <a:pt x="1023" y="1279"/>
                  </a:lnTo>
                  <a:lnTo>
                    <a:pt x="1043" y="1279"/>
                  </a:lnTo>
                  <a:lnTo>
                    <a:pt x="2205" y="601"/>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742;p42">
              <a:extLst>
                <a:ext uri="{FF2B5EF4-FFF2-40B4-BE49-F238E27FC236}">
                  <a16:creationId xmlns:a16="http://schemas.microsoft.com/office/drawing/2014/main" id="{55E5F94C-28EE-196C-C990-9CE80C3A7767}"/>
                </a:ext>
              </a:extLst>
            </p:cNvPr>
            <p:cNvSpPr/>
            <p:nvPr/>
          </p:nvSpPr>
          <p:spPr>
            <a:xfrm>
              <a:off x="3773964" y="2903925"/>
              <a:ext cx="199995" cy="781474"/>
            </a:xfrm>
            <a:custGeom>
              <a:avLst/>
              <a:gdLst/>
              <a:ahLst/>
              <a:cxnLst/>
              <a:rect l="l" t="t" r="r" b="b"/>
              <a:pathLst>
                <a:path w="1178" h="4603" extrusionOk="0">
                  <a:moveTo>
                    <a:pt x="1158" y="19"/>
                  </a:moveTo>
                  <a:lnTo>
                    <a:pt x="1139" y="3925"/>
                  </a:lnTo>
                  <a:lnTo>
                    <a:pt x="19" y="4572"/>
                  </a:lnTo>
                  <a:lnTo>
                    <a:pt x="19" y="4572"/>
                  </a:lnTo>
                  <a:lnTo>
                    <a:pt x="19" y="682"/>
                  </a:lnTo>
                  <a:lnTo>
                    <a:pt x="1158" y="19"/>
                  </a:lnTo>
                  <a:close/>
                  <a:moveTo>
                    <a:pt x="1177" y="0"/>
                  </a:moveTo>
                  <a:lnTo>
                    <a:pt x="0" y="682"/>
                  </a:lnTo>
                  <a:lnTo>
                    <a:pt x="0" y="4603"/>
                  </a:lnTo>
                  <a:lnTo>
                    <a:pt x="19" y="4603"/>
                  </a:lnTo>
                  <a:lnTo>
                    <a:pt x="1158" y="3925"/>
                  </a:lnTo>
                  <a:lnTo>
                    <a:pt x="11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743;p42">
              <a:extLst>
                <a:ext uri="{FF2B5EF4-FFF2-40B4-BE49-F238E27FC236}">
                  <a16:creationId xmlns:a16="http://schemas.microsoft.com/office/drawing/2014/main" id="{E23CC7FA-D949-254A-3A5A-F0279EAB786C}"/>
                </a:ext>
              </a:extLst>
            </p:cNvPr>
            <p:cNvSpPr/>
            <p:nvPr/>
          </p:nvSpPr>
          <p:spPr>
            <a:xfrm>
              <a:off x="3773964" y="2903925"/>
              <a:ext cx="199995" cy="781474"/>
            </a:xfrm>
            <a:custGeom>
              <a:avLst/>
              <a:gdLst/>
              <a:ahLst/>
              <a:cxnLst/>
              <a:rect l="l" t="t" r="r" b="b"/>
              <a:pathLst>
                <a:path w="1178" h="4603" extrusionOk="0">
                  <a:moveTo>
                    <a:pt x="1158" y="19"/>
                  </a:moveTo>
                  <a:lnTo>
                    <a:pt x="1139" y="3925"/>
                  </a:lnTo>
                  <a:lnTo>
                    <a:pt x="19" y="4572"/>
                  </a:lnTo>
                  <a:lnTo>
                    <a:pt x="19" y="4572"/>
                  </a:lnTo>
                  <a:lnTo>
                    <a:pt x="19" y="682"/>
                  </a:lnTo>
                  <a:lnTo>
                    <a:pt x="1158" y="19"/>
                  </a:lnTo>
                  <a:close/>
                  <a:moveTo>
                    <a:pt x="1177" y="0"/>
                  </a:moveTo>
                  <a:lnTo>
                    <a:pt x="0" y="682"/>
                  </a:lnTo>
                  <a:lnTo>
                    <a:pt x="0" y="4603"/>
                  </a:lnTo>
                  <a:lnTo>
                    <a:pt x="19" y="4603"/>
                  </a:lnTo>
                  <a:lnTo>
                    <a:pt x="1158" y="3925"/>
                  </a:lnTo>
                  <a:lnTo>
                    <a:pt x="117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744;p42">
              <a:extLst>
                <a:ext uri="{FF2B5EF4-FFF2-40B4-BE49-F238E27FC236}">
                  <a16:creationId xmlns:a16="http://schemas.microsoft.com/office/drawing/2014/main" id="{B3457E13-67AA-E19D-FEDD-871096566A25}"/>
                </a:ext>
              </a:extLst>
            </p:cNvPr>
            <p:cNvSpPr/>
            <p:nvPr/>
          </p:nvSpPr>
          <p:spPr>
            <a:xfrm>
              <a:off x="3773964" y="2903925"/>
              <a:ext cx="370449" cy="214596"/>
            </a:xfrm>
            <a:custGeom>
              <a:avLst/>
              <a:gdLst/>
              <a:ahLst/>
              <a:cxnLst/>
              <a:rect l="l" t="t" r="r" b="b"/>
              <a:pathLst>
                <a:path w="2182" h="1264" extrusionOk="0">
                  <a:moveTo>
                    <a:pt x="1158" y="19"/>
                  </a:moveTo>
                  <a:lnTo>
                    <a:pt x="2138" y="582"/>
                  </a:lnTo>
                  <a:lnTo>
                    <a:pt x="1019" y="1240"/>
                  </a:lnTo>
                  <a:lnTo>
                    <a:pt x="36" y="673"/>
                  </a:lnTo>
                  <a:lnTo>
                    <a:pt x="36" y="673"/>
                  </a:lnTo>
                  <a:lnTo>
                    <a:pt x="1158" y="19"/>
                  </a:lnTo>
                  <a:close/>
                  <a:moveTo>
                    <a:pt x="1158" y="0"/>
                  </a:moveTo>
                  <a:lnTo>
                    <a:pt x="26" y="667"/>
                  </a:lnTo>
                  <a:lnTo>
                    <a:pt x="26" y="667"/>
                  </a:lnTo>
                  <a:lnTo>
                    <a:pt x="19" y="663"/>
                  </a:lnTo>
                  <a:lnTo>
                    <a:pt x="19" y="671"/>
                  </a:lnTo>
                  <a:lnTo>
                    <a:pt x="19" y="671"/>
                  </a:lnTo>
                  <a:lnTo>
                    <a:pt x="0" y="682"/>
                  </a:lnTo>
                  <a:lnTo>
                    <a:pt x="19" y="682"/>
                  </a:lnTo>
                  <a:lnTo>
                    <a:pt x="1019" y="1264"/>
                  </a:lnTo>
                  <a:lnTo>
                    <a:pt x="2181" y="582"/>
                  </a:lnTo>
                  <a:lnTo>
                    <a:pt x="11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745;p42">
              <a:extLst>
                <a:ext uri="{FF2B5EF4-FFF2-40B4-BE49-F238E27FC236}">
                  <a16:creationId xmlns:a16="http://schemas.microsoft.com/office/drawing/2014/main" id="{7B740AF7-DF52-4A36-FB27-5851C501FC94}"/>
                </a:ext>
              </a:extLst>
            </p:cNvPr>
            <p:cNvSpPr/>
            <p:nvPr/>
          </p:nvSpPr>
          <p:spPr>
            <a:xfrm>
              <a:off x="3773964" y="2903925"/>
              <a:ext cx="370449" cy="214596"/>
            </a:xfrm>
            <a:custGeom>
              <a:avLst/>
              <a:gdLst/>
              <a:ahLst/>
              <a:cxnLst/>
              <a:rect l="l" t="t" r="r" b="b"/>
              <a:pathLst>
                <a:path w="2182" h="1264" extrusionOk="0">
                  <a:moveTo>
                    <a:pt x="1158" y="19"/>
                  </a:moveTo>
                  <a:lnTo>
                    <a:pt x="2138" y="582"/>
                  </a:lnTo>
                  <a:lnTo>
                    <a:pt x="1019" y="1240"/>
                  </a:lnTo>
                  <a:lnTo>
                    <a:pt x="36" y="673"/>
                  </a:lnTo>
                  <a:lnTo>
                    <a:pt x="36" y="673"/>
                  </a:lnTo>
                  <a:lnTo>
                    <a:pt x="1158" y="19"/>
                  </a:lnTo>
                  <a:close/>
                  <a:moveTo>
                    <a:pt x="1158" y="0"/>
                  </a:moveTo>
                  <a:lnTo>
                    <a:pt x="26" y="667"/>
                  </a:lnTo>
                  <a:lnTo>
                    <a:pt x="26" y="667"/>
                  </a:lnTo>
                  <a:lnTo>
                    <a:pt x="19" y="663"/>
                  </a:lnTo>
                  <a:lnTo>
                    <a:pt x="19" y="671"/>
                  </a:lnTo>
                  <a:lnTo>
                    <a:pt x="19" y="671"/>
                  </a:lnTo>
                  <a:lnTo>
                    <a:pt x="0" y="682"/>
                  </a:lnTo>
                  <a:lnTo>
                    <a:pt x="19" y="682"/>
                  </a:lnTo>
                  <a:lnTo>
                    <a:pt x="1019" y="1264"/>
                  </a:lnTo>
                  <a:lnTo>
                    <a:pt x="2181" y="582"/>
                  </a:lnTo>
                  <a:lnTo>
                    <a:pt x="11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746;p42">
              <a:extLst>
                <a:ext uri="{FF2B5EF4-FFF2-40B4-BE49-F238E27FC236}">
                  <a16:creationId xmlns:a16="http://schemas.microsoft.com/office/drawing/2014/main" id="{C7BA7648-25B9-48C2-2E0C-39B953E279DD}"/>
                </a:ext>
              </a:extLst>
            </p:cNvPr>
            <p:cNvSpPr/>
            <p:nvPr/>
          </p:nvSpPr>
          <p:spPr>
            <a:xfrm>
              <a:off x="3875830" y="3291356"/>
              <a:ext cx="176396" cy="768402"/>
            </a:xfrm>
            <a:custGeom>
              <a:avLst/>
              <a:gdLst/>
              <a:ahLst/>
              <a:cxnLst/>
              <a:rect l="l" t="t" r="r" b="b"/>
              <a:pathLst>
                <a:path w="1039" h="4526" extrusionOk="0">
                  <a:moveTo>
                    <a:pt x="20" y="39"/>
                  </a:moveTo>
                  <a:lnTo>
                    <a:pt x="1019" y="601"/>
                  </a:lnTo>
                  <a:lnTo>
                    <a:pt x="1000" y="4482"/>
                  </a:lnTo>
                  <a:lnTo>
                    <a:pt x="20" y="3925"/>
                  </a:lnTo>
                  <a:lnTo>
                    <a:pt x="20" y="39"/>
                  </a:lnTo>
                  <a:close/>
                  <a:moveTo>
                    <a:pt x="1" y="0"/>
                  </a:moveTo>
                  <a:lnTo>
                    <a:pt x="1" y="3944"/>
                  </a:lnTo>
                  <a:lnTo>
                    <a:pt x="1019" y="4526"/>
                  </a:lnTo>
                  <a:lnTo>
                    <a:pt x="1038" y="601"/>
                  </a:lnTo>
                  <a:lnTo>
                    <a:pt x="1019" y="58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747;p42">
              <a:extLst>
                <a:ext uri="{FF2B5EF4-FFF2-40B4-BE49-F238E27FC236}">
                  <a16:creationId xmlns:a16="http://schemas.microsoft.com/office/drawing/2014/main" id="{4D2B48AB-806E-3A60-B4D5-BB8A28532C8C}"/>
                </a:ext>
              </a:extLst>
            </p:cNvPr>
            <p:cNvSpPr/>
            <p:nvPr/>
          </p:nvSpPr>
          <p:spPr>
            <a:xfrm>
              <a:off x="3875830" y="3291356"/>
              <a:ext cx="176396" cy="768402"/>
            </a:xfrm>
            <a:custGeom>
              <a:avLst/>
              <a:gdLst/>
              <a:ahLst/>
              <a:cxnLst/>
              <a:rect l="l" t="t" r="r" b="b"/>
              <a:pathLst>
                <a:path w="1039" h="4526" extrusionOk="0">
                  <a:moveTo>
                    <a:pt x="20" y="39"/>
                  </a:moveTo>
                  <a:lnTo>
                    <a:pt x="1019" y="601"/>
                  </a:lnTo>
                  <a:lnTo>
                    <a:pt x="1000" y="4482"/>
                  </a:lnTo>
                  <a:lnTo>
                    <a:pt x="20" y="3925"/>
                  </a:lnTo>
                  <a:lnTo>
                    <a:pt x="20" y="39"/>
                  </a:lnTo>
                  <a:close/>
                  <a:moveTo>
                    <a:pt x="1" y="0"/>
                  </a:moveTo>
                  <a:lnTo>
                    <a:pt x="1" y="3944"/>
                  </a:lnTo>
                  <a:lnTo>
                    <a:pt x="1019" y="4526"/>
                  </a:lnTo>
                  <a:lnTo>
                    <a:pt x="1038" y="601"/>
                  </a:lnTo>
                  <a:lnTo>
                    <a:pt x="1019" y="581"/>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748;p42">
              <a:extLst>
                <a:ext uri="{FF2B5EF4-FFF2-40B4-BE49-F238E27FC236}">
                  <a16:creationId xmlns:a16="http://schemas.microsoft.com/office/drawing/2014/main" id="{03B97D29-A323-ABE5-1075-CE92AD9ECEB7}"/>
                </a:ext>
              </a:extLst>
            </p:cNvPr>
            <p:cNvSpPr/>
            <p:nvPr/>
          </p:nvSpPr>
          <p:spPr>
            <a:xfrm>
              <a:off x="3681775" y="3403918"/>
              <a:ext cx="173850" cy="767553"/>
            </a:xfrm>
            <a:custGeom>
              <a:avLst/>
              <a:gdLst/>
              <a:ahLst/>
              <a:cxnLst/>
              <a:rect l="l" t="t" r="r" b="b"/>
              <a:pathLst>
                <a:path w="1024" h="4521" extrusionOk="0">
                  <a:moveTo>
                    <a:pt x="19" y="39"/>
                  </a:moveTo>
                  <a:lnTo>
                    <a:pt x="999" y="606"/>
                  </a:lnTo>
                  <a:lnTo>
                    <a:pt x="999" y="606"/>
                  </a:lnTo>
                  <a:lnTo>
                    <a:pt x="999" y="4502"/>
                  </a:lnTo>
                  <a:lnTo>
                    <a:pt x="19" y="3920"/>
                  </a:lnTo>
                  <a:lnTo>
                    <a:pt x="19" y="39"/>
                  </a:lnTo>
                  <a:close/>
                  <a:moveTo>
                    <a:pt x="0" y="0"/>
                  </a:moveTo>
                  <a:lnTo>
                    <a:pt x="0" y="3939"/>
                  </a:lnTo>
                  <a:lnTo>
                    <a:pt x="1023" y="4521"/>
                  </a:lnTo>
                  <a:lnTo>
                    <a:pt x="1023" y="6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749;p42">
              <a:extLst>
                <a:ext uri="{FF2B5EF4-FFF2-40B4-BE49-F238E27FC236}">
                  <a16:creationId xmlns:a16="http://schemas.microsoft.com/office/drawing/2014/main" id="{B4CEAE92-E3CC-61E4-1814-1F2CA1B1673D}"/>
                </a:ext>
              </a:extLst>
            </p:cNvPr>
            <p:cNvSpPr/>
            <p:nvPr/>
          </p:nvSpPr>
          <p:spPr>
            <a:xfrm>
              <a:off x="3681775" y="3403918"/>
              <a:ext cx="173850" cy="767553"/>
            </a:xfrm>
            <a:custGeom>
              <a:avLst/>
              <a:gdLst/>
              <a:ahLst/>
              <a:cxnLst/>
              <a:rect l="l" t="t" r="r" b="b"/>
              <a:pathLst>
                <a:path w="1024" h="4521" extrusionOk="0">
                  <a:moveTo>
                    <a:pt x="19" y="39"/>
                  </a:moveTo>
                  <a:lnTo>
                    <a:pt x="999" y="606"/>
                  </a:lnTo>
                  <a:lnTo>
                    <a:pt x="999" y="606"/>
                  </a:lnTo>
                  <a:lnTo>
                    <a:pt x="999" y="4502"/>
                  </a:lnTo>
                  <a:lnTo>
                    <a:pt x="19" y="3920"/>
                  </a:lnTo>
                  <a:lnTo>
                    <a:pt x="19" y="39"/>
                  </a:lnTo>
                  <a:close/>
                  <a:moveTo>
                    <a:pt x="0" y="0"/>
                  </a:moveTo>
                  <a:lnTo>
                    <a:pt x="0" y="3939"/>
                  </a:lnTo>
                  <a:lnTo>
                    <a:pt x="1023" y="4521"/>
                  </a:lnTo>
                  <a:lnTo>
                    <a:pt x="1023" y="601"/>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750;p42">
              <a:extLst>
                <a:ext uri="{FF2B5EF4-FFF2-40B4-BE49-F238E27FC236}">
                  <a16:creationId xmlns:a16="http://schemas.microsoft.com/office/drawing/2014/main" id="{0E6E835F-7358-0052-B8BF-49CCCE5214F4}"/>
                </a:ext>
              </a:extLst>
            </p:cNvPr>
            <p:cNvSpPr/>
            <p:nvPr/>
          </p:nvSpPr>
          <p:spPr>
            <a:xfrm>
              <a:off x="3851382" y="3389996"/>
              <a:ext cx="200844" cy="781474"/>
            </a:xfrm>
            <a:custGeom>
              <a:avLst/>
              <a:gdLst/>
              <a:ahLst/>
              <a:cxnLst/>
              <a:rect l="l" t="t" r="r" b="b"/>
              <a:pathLst>
                <a:path w="1183" h="4603" extrusionOk="0">
                  <a:moveTo>
                    <a:pt x="1163" y="39"/>
                  </a:moveTo>
                  <a:lnTo>
                    <a:pt x="1144" y="3925"/>
                  </a:lnTo>
                  <a:lnTo>
                    <a:pt x="24" y="4584"/>
                  </a:lnTo>
                  <a:lnTo>
                    <a:pt x="24" y="702"/>
                  </a:lnTo>
                  <a:lnTo>
                    <a:pt x="1163" y="39"/>
                  </a:lnTo>
                  <a:close/>
                  <a:moveTo>
                    <a:pt x="1182" y="0"/>
                  </a:moveTo>
                  <a:lnTo>
                    <a:pt x="0" y="683"/>
                  </a:lnTo>
                  <a:lnTo>
                    <a:pt x="0" y="4603"/>
                  </a:lnTo>
                  <a:lnTo>
                    <a:pt x="1163" y="3945"/>
                  </a:lnTo>
                  <a:lnTo>
                    <a:pt x="11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751;p42">
              <a:extLst>
                <a:ext uri="{FF2B5EF4-FFF2-40B4-BE49-F238E27FC236}">
                  <a16:creationId xmlns:a16="http://schemas.microsoft.com/office/drawing/2014/main" id="{0F11B91D-3C84-4B6E-F0B7-9E49F6D63537}"/>
                </a:ext>
              </a:extLst>
            </p:cNvPr>
            <p:cNvSpPr/>
            <p:nvPr/>
          </p:nvSpPr>
          <p:spPr>
            <a:xfrm>
              <a:off x="3851382" y="3389996"/>
              <a:ext cx="200844" cy="781474"/>
            </a:xfrm>
            <a:custGeom>
              <a:avLst/>
              <a:gdLst/>
              <a:ahLst/>
              <a:cxnLst/>
              <a:rect l="l" t="t" r="r" b="b"/>
              <a:pathLst>
                <a:path w="1183" h="4603" extrusionOk="0">
                  <a:moveTo>
                    <a:pt x="1163" y="39"/>
                  </a:moveTo>
                  <a:lnTo>
                    <a:pt x="1144" y="3925"/>
                  </a:lnTo>
                  <a:lnTo>
                    <a:pt x="24" y="4584"/>
                  </a:lnTo>
                  <a:lnTo>
                    <a:pt x="24" y="702"/>
                  </a:lnTo>
                  <a:lnTo>
                    <a:pt x="1163" y="39"/>
                  </a:lnTo>
                  <a:close/>
                  <a:moveTo>
                    <a:pt x="1182" y="0"/>
                  </a:moveTo>
                  <a:lnTo>
                    <a:pt x="0" y="683"/>
                  </a:lnTo>
                  <a:lnTo>
                    <a:pt x="0" y="4603"/>
                  </a:lnTo>
                  <a:lnTo>
                    <a:pt x="1163" y="3945"/>
                  </a:lnTo>
                  <a:lnTo>
                    <a:pt x="11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752;p42">
              <a:extLst>
                <a:ext uri="{FF2B5EF4-FFF2-40B4-BE49-F238E27FC236}">
                  <a16:creationId xmlns:a16="http://schemas.microsoft.com/office/drawing/2014/main" id="{99FBADA9-B794-6641-D0B7-9FEC7C4085BF}"/>
                </a:ext>
              </a:extLst>
            </p:cNvPr>
            <p:cNvSpPr/>
            <p:nvPr/>
          </p:nvSpPr>
          <p:spPr>
            <a:xfrm>
              <a:off x="3678380" y="3957729"/>
              <a:ext cx="370619" cy="213747"/>
            </a:xfrm>
            <a:custGeom>
              <a:avLst/>
              <a:gdLst/>
              <a:ahLst/>
              <a:cxnLst/>
              <a:rect l="l" t="t" r="r" b="b"/>
              <a:pathLst>
                <a:path w="2183" h="1259" extrusionOk="0">
                  <a:moveTo>
                    <a:pt x="1164" y="19"/>
                  </a:moveTo>
                  <a:lnTo>
                    <a:pt x="2144" y="581"/>
                  </a:lnTo>
                  <a:lnTo>
                    <a:pt x="1019" y="1240"/>
                  </a:lnTo>
                  <a:lnTo>
                    <a:pt x="39" y="677"/>
                  </a:lnTo>
                  <a:lnTo>
                    <a:pt x="1164" y="19"/>
                  </a:lnTo>
                  <a:close/>
                  <a:moveTo>
                    <a:pt x="1164" y="0"/>
                  </a:moveTo>
                  <a:lnTo>
                    <a:pt x="1" y="677"/>
                  </a:lnTo>
                  <a:lnTo>
                    <a:pt x="1019" y="1259"/>
                  </a:lnTo>
                  <a:lnTo>
                    <a:pt x="2182" y="581"/>
                  </a:lnTo>
                  <a:lnTo>
                    <a:pt x="11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753;p42">
              <a:extLst>
                <a:ext uri="{FF2B5EF4-FFF2-40B4-BE49-F238E27FC236}">
                  <a16:creationId xmlns:a16="http://schemas.microsoft.com/office/drawing/2014/main" id="{B96EAAD4-CABF-9E6B-2023-88DB76DF199E}"/>
                </a:ext>
              </a:extLst>
            </p:cNvPr>
            <p:cNvSpPr/>
            <p:nvPr/>
          </p:nvSpPr>
          <p:spPr>
            <a:xfrm>
              <a:off x="3678380" y="3957729"/>
              <a:ext cx="370619" cy="213747"/>
            </a:xfrm>
            <a:custGeom>
              <a:avLst/>
              <a:gdLst/>
              <a:ahLst/>
              <a:cxnLst/>
              <a:rect l="l" t="t" r="r" b="b"/>
              <a:pathLst>
                <a:path w="2183" h="1259" extrusionOk="0">
                  <a:moveTo>
                    <a:pt x="1164" y="19"/>
                  </a:moveTo>
                  <a:lnTo>
                    <a:pt x="2144" y="581"/>
                  </a:lnTo>
                  <a:lnTo>
                    <a:pt x="1019" y="1240"/>
                  </a:lnTo>
                  <a:lnTo>
                    <a:pt x="39" y="677"/>
                  </a:lnTo>
                  <a:lnTo>
                    <a:pt x="1164" y="19"/>
                  </a:lnTo>
                  <a:close/>
                  <a:moveTo>
                    <a:pt x="1164" y="0"/>
                  </a:moveTo>
                  <a:lnTo>
                    <a:pt x="1" y="677"/>
                  </a:lnTo>
                  <a:lnTo>
                    <a:pt x="1019" y="1259"/>
                  </a:lnTo>
                  <a:lnTo>
                    <a:pt x="2182" y="581"/>
                  </a:lnTo>
                  <a:lnTo>
                    <a:pt x="11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754;p42">
              <a:extLst>
                <a:ext uri="{FF2B5EF4-FFF2-40B4-BE49-F238E27FC236}">
                  <a16:creationId xmlns:a16="http://schemas.microsoft.com/office/drawing/2014/main" id="{3B59AF60-FCCD-0909-AD12-E4C226162A6B}"/>
                </a:ext>
              </a:extLst>
            </p:cNvPr>
            <p:cNvSpPr/>
            <p:nvPr/>
          </p:nvSpPr>
          <p:spPr>
            <a:xfrm>
              <a:off x="3681775" y="3291356"/>
              <a:ext cx="197448" cy="781474"/>
            </a:xfrm>
            <a:custGeom>
              <a:avLst/>
              <a:gdLst/>
              <a:ahLst/>
              <a:cxnLst/>
              <a:rect l="l" t="t" r="r" b="b"/>
              <a:pathLst>
                <a:path w="1163" h="4603" extrusionOk="0">
                  <a:moveTo>
                    <a:pt x="1144" y="39"/>
                  </a:moveTo>
                  <a:lnTo>
                    <a:pt x="1144" y="3925"/>
                  </a:lnTo>
                  <a:lnTo>
                    <a:pt x="19" y="4572"/>
                  </a:lnTo>
                  <a:lnTo>
                    <a:pt x="19" y="4572"/>
                  </a:lnTo>
                  <a:lnTo>
                    <a:pt x="19" y="682"/>
                  </a:lnTo>
                  <a:lnTo>
                    <a:pt x="1144" y="39"/>
                  </a:lnTo>
                  <a:close/>
                  <a:moveTo>
                    <a:pt x="1163" y="0"/>
                  </a:moveTo>
                  <a:lnTo>
                    <a:pt x="0" y="682"/>
                  </a:lnTo>
                  <a:lnTo>
                    <a:pt x="0" y="4602"/>
                  </a:lnTo>
                  <a:lnTo>
                    <a:pt x="19" y="4602"/>
                  </a:lnTo>
                  <a:lnTo>
                    <a:pt x="19" y="4592"/>
                  </a:lnTo>
                  <a:lnTo>
                    <a:pt x="19" y="4592"/>
                  </a:lnTo>
                  <a:lnTo>
                    <a:pt x="1163" y="3944"/>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755;p42">
              <a:extLst>
                <a:ext uri="{FF2B5EF4-FFF2-40B4-BE49-F238E27FC236}">
                  <a16:creationId xmlns:a16="http://schemas.microsoft.com/office/drawing/2014/main" id="{BF5BBF51-F2B1-97BD-AB5F-C2B767123403}"/>
                </a:ext>
              </a:extLst>
            </p:cNvPr>
            <p:cNvSpPr/>
            <p:nvPr/>
          </p:nvSpPr>
          <p:spPr>
            <a:xfrm>
              <a:off x="3681775" y="3291356"/>
              <a:ext cx="197448" cy="781474"/>
            </a:xfrm>
            <a:custGeom>
              <a:avLst/>
              <a:gdLst/>
              <a:ahLst/>
              <a:cxnLst/>
              <a:rect l="l" t="t" r="r" b="b"/>
              <a:pathLst>
                <a:path w="1163" h="4603" extrusionOk="0">
                  <a:moveTo>
                    <a:pt x="1144" y="39"/>
                  </a:moveTo>
                  <a:lnTo>
                    <a:pt x="1144" y="3925"/>
                  </a:lnTo>
                  <a:lnTo>
                    <a:pt x="19" y="4572"/>
                  </a:lnTo>
                  <a:lnTo>
                    <a:pt x="19" y="4572"/>
                  </a:lnTo>
                  <a:lnTo>
                    <a:pt x="19" y="682"/>
                  </a:lnTo>
                  <a:lnTo>
                    <a:pt x="1144" y="39"/>
                  </a:lnTo>
                  <a:close/>
                  <a:moveTo>
                    <a:pt x="1163" y="0"/>
                  </a:moveTo>
                  <a:lnTo>
                    <a:pt x="0" y="682"/>
                  </a:lnTo>
                  <a:lnTo>
                    <a:pt x="0" y="4602"/>
                  </a:lnTo>
                  <a:lnTo>
                    <a:pt x="19" y="4602"/>
                  </a:lnTo>
                  <a:lnTo>
                    <a:pt x="19" y="4592"/>
                  </a:lnTo>
                  <a:lnTo>
                    <a:pt x="19" y="4592"/>
                  </a:lnTo>
                  <a:lnTo>
                    <a:pt x="1163" y="3944"/>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756;p42">
              <a:extLst>
                <a:ext uri="{FF2B5EF4-FFF2-40B4-BE49-F238E27FC236}">
                  <a16:creationId xmlns:a16="http://schemas.microsoft.com/office/drawing/2014/main" id="{733D7F1E-3447-0A25-ECEE-D74B34160C9E}"/>
                </a:ext>
              </a:extLst>
            </p:cNvPr>
            <p:cNvSpPr/>
            <p:nvPr/>
          </p:nvSpPr>
          <p:spPr>
            <a:xfrm>
              <a:off x="3681775" y="3291356"/>
              <a:ext cx="370449" cy="217821"/>
            </a:xfrm>
            <a:custGeom>
              <a:avLst/>
              <a:gdLst/>
              <a:ahLst/>
              <a:cxnLst/>
              <a:rect l="l" t="t" r="r" b="b"/>
              <a:pathLst>
                <a:path w="2182" h="1283" extrusionOk="0">
                  <a:moveTo>
                    <a:pt x="1163" y="19"/>
                  </a:moveTo>
                  <a:lnTo>
                    <a:pt x="2143" y="601"/>
                  </a:lnTo>
                  <a:lnTo>
                    <a:pt x="1023" y="1264"/>
                  </a:lnTo>
                  <a:lnTo>
                    <a:pt x="36" y="692"/>
                  </a:lnTo>
                  <a:lnTo>
                    <a:pt x="36" y="692"/>
                  </a:lnTo>
                  <a:lnTo>
                    <a:pt x="1163" y="19"/>
                  </a:lnTo>
                  <a:close/>
                  <a:moveTo>
                    <a:pt x="1163" y="0"/>
                  </a:moveTo>
                  <a:lnTo>
                    <a:pt x="0" y="682"/>
                  </a:lnTo>
                  <a:lnTo>
                    <a:pt x="0" y="702"/>
                  </a:lnTo>
                  <a:lnTo>
                    <a:pt x="1023" y="1283"/>
                  </a:lnTo>
                  <a:lnTo>
                    <a:pt x="2181" y="601"/>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757;p42">
              <a:extLst>
                <a:ext uri="{FF2B5EF4-FFF2-40B4-BE49-F238E27FC236}">
                  <a16:creationId xmlns:a16="http://schemas.microsoft.com/office/drawing/2014/main" id="{9869AFE4-73EA-3E6C-BB8E-A84DEFD7ECCB}"/>
                </a:ext>
              </a:extLst>
            </p:cNvPr>
            <p:cNvSpPr/>
            <p:nvPr/>
          </p:nvSpPr>
          <p:spPr>
            <a:xfrm>
              <a:off x="3681775" y="3291356"/>
              <a:ext cx="370449" cy="217821"/>
            </a:xfrm>
            <a:custGeom>
              <a:avLst/>
              <a:gdLst/>
              <a:ahLst/>
              <a:cxnLst/>
              <a:rect l="l" t="t" r="r" b="b"/>
              <a:pathLst>
                <a:path w="2182" h="1283" extrusionOk="0">
                  <a:moveTo>
                    <a:pt x="1163" y="19"/>
                  </a:moveTo>
                  <a:lnTo>
                    <a:pt x="2143" y="601"/>
                  </a:lnTo>
                  <a:lnTo>
                    <a:pt x="1023" y="1264"/>
                  </a:lnTo>
                  <a:lnTo>
                    <a:pt x="36" y="692"/>
                  </a:lnTo>
                  <a:lnTo>
                    <a:pt x="36" y="692"/>
                  </a:lnTo>
                  <a:lnTo>
                    <a:pt x="1163" y="19"/>
                  </a:lnTo>
                  <a:close/>
                  <a:moveTo>
                    <a:pt x="1163" y="0"/>
                  </a:moveTo>
                  <a:lnTo>
                    <a:pt x="0" y="682"/>
                  </a:lnTo>
                  <a:lnTo>
                    <a:pt x="0" y="702"/>
                  </a:lnTo>
                  <a:lnTo>
                    <a:pt x="1023" y="1283"/>
                  </a:lnTo>
                  <a:lnTo>
                    <a:pt x="2181" y="601"/>
                  </a:lnTo>
                  <a:lnTo>
                    <a:pt x="116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758;p42">
              <a:extLst>
                <a:ext uri="{FF2B5EF4-FFF2-40B4-BE49-F238E27FC236}">
                  <a16:creationId xmlns:a16="http://schemas.microsoft.com/office/drawing/2014/main" id="{D05DEA1B-3B5E-D471-99EC-59ED10780590}"/>
                </a:ext>
              </a:extLst>
            </p:cNvPr>
            <p:cNvSpPr/>
            <p:nvPr/>
          </p:nvSpPr>
          <p:spPr>
            <a:xfrm>
              <a:off x="3406908" y="2784742"/>
              <a:ext cx="176226" cy="275884"/>
            </a:xfrm>
            <a:custGeom>
              <a:avLst/>
              <a:gdLst/>
              <a:ahLst/>
              <a:cxnLst/>
              <a:rect l="l" t="t" r="r" b="b"/>
              <a:pathLst>
                <a:path w="1038" h="1625" extrusionOk="0">
                  <a:moveTo>
                    <a:pt x="39" y="44"/>
                  </a:moveTo>
                  <a:lnTo>
                    <a:pt x="1019" y="601"/>
                  </a:lnTo>
                  <a:lnTo>
                    <a:pt x="999" y="1581"/>
                  </a:lnTo>
                  <a:lnTo>
                    <a:pt x="20" y="1005"/>
                  </a:lnTo>
                  <a:lnTo>
                    <a:pt x="20" y="1005"/>
                  </a:lnTo>
                  <a:lnTo>
                    <a:pt x="39" y="44"/>
                  </a:lnTo>
                  <a:close/>
                  <a:moveTo>
                    <a:pt x="19" y="1"/>
                  </a:moveTo>
                  <a:lnTo>
                    <a:pt x="0" y="1024"/>
                  </a:lnTo>
                  <a:lnTo>
                    <a:pt x="19" y="1024"/>
                  </a:lnTo>
                  <a:lnTo>
                    <a:pt x="1019" y="1625"/>
                  </a:lnTo>
                  <a:lnTo>
                    <a:pt x="1038" y="601"/>
                  </a:lnTo>
                  <a:lnTo>
                    <a:pt x="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759;p42">
              <a:extLst>
                <a:ext uri="{FF2B5EF4-FFF2-40B4-BE49-F238E27FC236}">
                  <a16:creationId xmlns:a16="http://schemas.microsoft.com/office/drawing/2014/main" id="{BE30FBEC-41D2-1F2E-0EEB-57BDCB6A0536}"/>
                </a:ext>
              </a:extLst>
            </p:cNvPr>
            <p:cNvSpPr/>
            <p:nvPr/>
          </p:nvSpPr>
          <p:spPr>
            <a:xfrm>
              <a:off x="3406908" y="2784742"/>
              <a:ext cx="176226" cy="275884"/>
            </a:xfrm>
            <a:custGeom>
              <a:avLst/>
              <a:gdLst/>
              <a:ahLst/>
              <a:cxnLst/>
              <a:rect l="l" t="t" r="r" b="b"/>
              <a:pathLst>
                <a:path w="1038" h="1625" extrusionOk="0">
                  <a:moveTo>
                    <a:pt x="39" y="44"/>
                  </a:moveTo>
                  <a:lnTo>
                    <a:pt x="1019" y="601"/>
                  </a:lnTo>
                  <a:lnTo>
                    <a:pt x="999" y="1581"/>
                  </a:lnTo>
                  <a:lnTo>
                    <a:pt x="20" y="1005"/>
                  </a:lnTo>
                  <a:lnTo>
                    <a:pt x="20" y="1005"/>
                  </a:lnTo>
                  <a:lnTo>
                    <a:pt x="39" y="44"/>
                  </a:lnTo>
                  <a:close/>
                  <a:moveTo>
                    <a:pt x="19" y="1"/>
                  </a:moveTo>
                  <a:lnTo>
                    <a:pt x="0" y="1024"/>
                  </a:lnTo>
                  <a:lnTo>
                    <a:pt x="19" y="1024"/>
                  </a:lnTo>
                  <a:lnTo>
                    <a:pt x="1019" y="1625"/>
                  </a:lnTo>
                  <a:lnTo>
                    <a:pt x="1038" y="601"/>
                  </a:lnTo>
                  <a:lnTo>
                    <a:pt x="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760;p42">
              <a:extLst>
                <a:ext uri="{FF2B5EF4-FFF2-40B4-BE49-F238E27FC236}">
                  <a16:creationId xmlns:a16="http://schemas.microsoft.com/office/drawing/2014/main" id="{0BB9DE91-927C-90B6-F19E-85A5F3E6A3BD}"/>
                </a:ext>
              </a:extLst>
            </p:cNvPr>
            <p:cNvSpPr/>
            <p:nvPr/>
          </p:nvSpPr>
          <p:spPr>
            <a:xfrm>
              <a:off x="3603509" y="2673029"/>
              <a:ext cx="173850" cy="271810"/>
            </a:xfrm>
            <a:custGeom>
              <a:avLst/>
              <a:gdLst/>
              <a:ahLst/>
              <a:cxnLst/>
              <a:rect l="l" t="t" r="r" b="b"/>
              <a:pathLst>
                <a:path w="1024" h="1601" extrusionOk="0">
                  <a:moveTo>
                    <a:pt x="19" y="39"/>
                  </a:moveTo>
                  <a:lnTo>
                    <a:pt x="1004" y="601"/>
                  </a:lnTo>
                  <a:lnTo>
                    <a:pt x="1004" y="1581"/>
                  </a:lnTo>
                  <a:lnTo>
                    <a:pt x="19" y="1011"/>
                  </a:lnTo>
                  <a:lnTo>
                    <a:pt x="19" y="1011"/>
                  </a:lnTo>
                  <a:lnTo>
                    <a:pt x="19" y="39"/>
                  </a:lnTo>
                  <a:close/>
                  <a:moveTo>
                    <a:pt x="0" y="1"/>
                  </a:moveTo>
                  <a:lnTo>
                    <a:pt x="0" y="1019"/>
                  </a:lnTo>
                  <a:lnTo>
                    <a:pt x="1023" y="1600"/>
                  </a:lnTo>
                  <a:lnTo>
                    <a:pt x="1023" y="6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761;p42">
              <a:extLst>
                <a:ext uri="{FF2B5EF4-FFF2-40B4-BE49-F238E27FC236}">
                  <a16:creationId xmlns:a16="http://schemas.microsoft.com/office/drawing/2014/main" id="{1D45B392-80BD-9430-5E5A-645389BA79A5}"/>
                </a:ext>
              </a:extLst>
            </p:cNvPr>
            <p:cNvSpPr/>
            <p:nvPr/>
          </p:nvSpPr>
          <p:spPr>
            <a:xfrm>
              <a:off x="3603509" y="2673029"/>
              <a:ext cx="173850" cy="271810"/>
            </a:xfrm>
            <a:custGeom>
              <a:avLst/>
              <a:gdLst/>
              <a:ahLst/>
              <a:cxnLst/>
              <a:rect l="l" t="t" r="r" b="b"/>
              <a:pathLst>
                <a:path w="1024" h="1601" extrusionOk="0">
                  <a:moveTo>
                    <a:pt x="19" y="39"/>
                  </a:moveTo>
                  <a:lnTo>
                    <a:pt x="1004" y="601"/>
                  </a:lnTo>
                  <a:lnTo>
                    <a:pt x="1004" y="1581"/>
                  </a:lnTo>
                  <a:lnTo>
                    <a:pt x="19" y="1011"/>
                  </a:lnTo>
                  <a:lnTo>
                    <a:pt x="19" y="1011"/>
                  </a:lnTo>
                  <a:lnTo>
                    <a:pt x="19" y="39"/>
                  </a:lnTo>
                  <a:close/>
                  <a:moveTo>
                    <a:pt x="0" y="1"/>
                  </a:moveTo>
                  <a:lnTo>
                    <a:pt x="0" y="1019"/>
                  </a:lnTo>
                  <a:lnTo>
                    <a:pt x="1023" y="1600"/>
                  </a:lnTo>
                  <a:lnTo>
                    <a:pt x="1023" y="60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762;p42">
              <a:extLst>
                <a:ext uri="{FF2B5EF4-FFF2-40B4-BE49-F238E27FC236}">
                  <a16:creationId xmlns:a16="http://schemas.microsoft.com/office/drawing/2014/main" id="{5D334C4F-20FA-469C-791E-0087BF71316D}"/>
                </a:ext>
              </a:extLst>
            </p:cNvPr>
            <p:cNvSpPr/>
            <p:nvPr/>
          </p:nvSpPr>
          <p:spPr>
            <a:xfrm>
              <a:off x="3406908" y="2673029"/>
              <a:ext cx="199995" cy="288957"/>
            </a:xfrm>
            <a:custGeom>
              <a:avLst/>
              <a:gdLst/>
              <a:ahLst/>
              <a:cxnLst/>
              <a:rect l="l" t="t" r="r" b="b"/>
              <a:pathLst>
                <a:path w="1178" h="1702" extrusionOk="0">
                  <a:moveTo>
                    <a:pt x="1158" y="39"/>
                  </a:moveTo>
                  <a:lnTo>
                    <a:pt x="1158" y="1000"/>
                  </a:lnTo>
                  <a:lnTo>
                    <a:pt x="19" y="1663"/>
                  </a:lnTo>
                  <a:lnTo>
                    <a:pt x="39" y="702"/>
                  </a:lnTo>
                  <a:lnTo>
                    <a:pt x="1158" y="39"/>
                  </a:lnTo>
                  <a:close/>
                  <a:moveTo>
                    <a:pt x="1177" y="1"/>
                  </a:moveTo>
                  <a:lnTo>
                    <a:pt x="19" y="678"/>
                  </a:lnTo>
                  <a:lnTo>
                    <a:pt x="0" y="1701"/>
                  </a:lnTo>
                  <a:lnTo>
                    <a:pt x="1177" y="1019"/>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763;p42">
              <a:extLst>
                <a:ext uri="{FF2B5EF4-FFF2-40B4-BE49-F238E27FC236}">
                  <a16:creationId xmlns:a16="http://schemas.microsoft.com/office/drawing/2014/main" id="{99FE889A-DA2B-3D6B-8611-B85D127E7360}"/>
                </a:ext>
              </a:extLst>
            </p:cNvPr>
            <p:cNvSpPr/>
            <p:nvPr/>
          </p:nvSpPr>
          <p:spPr>
            <a:xfrm>
              <a:off x="3406908" y="2673029"/>
              <a:ext cx="199995" cy="288957"/>
            </a:xfrm>
            <a:custGeom>
              <a:avLst/>
              <a:gdLst/>
              <a:ahLst/>
              <a:cxnLst/>
              <a:rect l="l" t="t" r="r" b="b"/>
              <a:pathLst>
                <a:path w="1178" h="1702" extrusionOk="0">
                  <a:moveTo>
                    <a:pt x="1158" y="39"/>
                  </a:moveTo>
                  <a:lnTo>
                    <a:pt x="1158" y="1000"/>
                  </a:lnTo>
                  <a:lnTo>
                    <a:pt x="19" y="1663"/>
                  </a:lnTo>
                  <a:lnTo>
                    <a:pt x="39" y="702"/>
                  </a:lnTo>
                  <a:lnTo>
                    <a:pt x="1158" y="39"/>
                  </a:lnTo>
                  <a:close/>
                  <a:moveTo>
                    <a:pt x="1177" y="1"/>
                  </a:moveTo>
                  <a:lnTo>
                    <a:pt x="19" y="678"/>
                  </a:lnTo>
                  <a:lnTo>
                    <a:pt x="0" y="1701"/>
                  </a:lnTo>
                  <a:lnTo>
                    <a:pt x="1177" y="1019"/>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764;p42">
              <a:extLst>
                <a:ext uri="{FF2B5EF4-FFF2-40B4-BE49-F238E27FC236}">
                  <a16:creationId xmlns:a16="http://schemas.microsoft.com/office/drawing/2014/main" id="{F438D6BF-6443-A51B-942C-F93C55FBAE47}"/>
                </a:ext>
              </a:extLst>
            </p:cNvPr>
            <p:cNvSpPr/>
            <p:nvPr/>
          </p:nvSpPr>
          <p:spPr>
            <a:xfrm>
              <a:off x="3406908" y="2673029"/>
              <a:ext cx="373675" cy="217142"/>
            </a:xfrm>
            <a:custGeom>
              <a:avLst/>
              <a:gdLst/>
              <a:ahLst/>
              <a:cxnLst/>
              <a:rect l="l" t="t" r="r" b="b"/>
              <a:pathLst>
                <a:path w="2201" h="1279" extrusionOk="0">
                  <a:moveTo>
                    <a:pt x="1168" y="25"/>
                  </a:moveTo>
                  <a:lnTo>
                    <a:pt x="2162" y="601"/>
                  </a:lnTo>
                  <a:lnTo>
                    <a:pt x="1019" y="1259"/>
                  </a:lnTo>
                  <a:lnTo>
                    <a:pt x="39" y="678"/>
                  </a:lnTo>
                  <a:lnTo>
                    <a:pt x="1168" y="25"/>
                  </a:lnTo>
                  <a:close/>
                  <a:moveTo>
                    <a:pt x="1177" y="1"/>
                  </a:moveTo>
                  <a:lnTo>
                    <a:pt x="1158" y="20"/>
                  </a:lnTo>
                  <a:lnTo>
                    <a:pt x="0" y="678"/>
                  </a:lnTo>
                  <a:lnTo>
                    <a:pt x="1019" y="1279"/>
                  </a:lnTo>
                  <a:lnTo>
                    <a:pt x="2201" y="601"/>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765;p42">
              <a:extLst>
                <a:ext uri="{FF2B5EF4-FFF2-40B4-BE49-F238E27FC236}">
                  <a16:creationId xmlns:a16="http://schemas.microsoft.com/office/drawing/2014/main" id="{34C9232B-C74A-95DE-EC9F-DC8A3CA0E482}"/>
                </a:ext>
              </a:extLst>
            </p:cNvPr>
            <p:cNvSpPr/>
            <p:nvPr/>
          </p:nvSpPr>
          <p:spPr>
            <a:xfrm>
              <a:off x="3406908" y="2673029"/>
              <a:ext cx="373675" cy="217142"/>
            </a:xfrm>
            <a:custGeom>
              <a:avLst/>
              <a:gdLst/>
              <a:ahLst/>
              <a:cxnLst/>
              <a:rect l="l" t="t" r="r" b="b"/>
              <a:pathLst>
                <a:path w="2201" h="1279" extrusionOk="0">
                  <a:moveTo>
                    <a:pt x="1168" y="25"/>
                  </a:moveTo>
                  <a:lnTo>
                    <a:pt x="2162" y="601"/>
                  </a:lnTo>
                  <a:lnTo>
                    <a:pt x="1019" y="1259"/>
                  </a:lnTo>
                  <a:lnTo>
                    <a:pt x="39" y="678"/>
                  </a:lnTo>
                  <a:lnTo>
                    <a:pt x="1168" y="25"/>
                  </a:lnTo>
                  <a:close/>
                  <a:moveTo>
                    <a:pt x="1177" y="1"/>
                  </a:moveTo>
                  <a:lnTo>
                    <a:pt x="1158" y="20"/>
                  </a:lnTo>
                  <a:lnTo>
                    <a:pt x="0" y="678"/>
                  </a:lnTo>
                  <a:lnTo>
                    <a:pt x="1019" y="1279"/>
                  </a:lnTo>
                  <a:lnTo>
                    <a:pt x="2201" y="601"/>
                  </a:lnTo>
                  <a:lnTo>
                    <a:pt x="117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766;p42">
              <a:extLst>
                <a:ext uri="{FF2B5EF4-FFF2-40B4-BE49-F238E27FC236}">
                  <a16:creationId xmlns:a16="http://schemas.microsoft.com/office/drawing/2014/main" id="{AA578F43-800E-2255-CAB2-8408C102F75A}"/>
                </a:ext>
              </a:extLst>
            </p:cNvPr>
            <p:cNvSpPr/>
            <p:nvPr/>
          </p:nvSpPr>
          <p:spPr>
            <a:xfrm>
              <a:off x="3576514" y="2771669"/>
              <a:ext cx="200844" cy="288957"/>
            </a:xfrm>
            <a:custGeom>
              <a:avLst/>
              <a:gdLst/>
              <a:ahLst/>
              <a:cxnLst/>
              <a:rect l="l" t="t" r="r" b="b"/>
              <a:pathLst>
                <a:path w="1183" h="1702" extrusionOk="0">
                  <a:moveTo>
                    <a:pt x="1163" y="31"/>
                  </a:moveTo>
                  <a:lnTo>
                    <a:pt x="1163" y="1000"/>
                  </a:lnTo>
                  <a:lnTo>
                    <a:pt x="20" y="1658"/>
                  </a:lnTo>
                  <a:lnTo>
                    <a:pt x="39" y="678"/>
                  </a:lnTo>
                  <a:lnTo>
                    <a:pt x="1163" y="31"/>
                  </a:lnTo>
                  <a:close/>
                  <a:moveTo>
                    <a:pt x="1163" y="1"/>
                  </a:moveTo>
                  <a:lnTo>
                    <a:pt x="20" y="678"/>
                  </a:lnTo>
                  <a:lnTo>
                    <a:pt x="0" y="1702"/>
                  </a:lnTo>
                  <a:lnTo>
                    <a:pt x="1182" y="1019"/>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767;p42">
              <a:extLst>
                <a:ext uri="{FF2B5EF4-FFF2-40B4-BE49-F238E27FC236}">
                  <a16:creationId xmlns:a16="http://schemas.microsoft.com/office/drawing/2014/main" id="{41E76792-EA68-94C8-484A-C343CB9C75B4}"/>
                </a:ext>
              </a:extLst>
            </p:cNvPr>
            <p:cNvSpPr/>
            <p:nvPr/>
          </p:nvSpPr>
          <p:spPr>
            <a:xfrm>
              <a:off x="3576514" y="2771669"/>
              <a:ext cx="200844" cy="288957"/>
            </a:xfrm>
            <a:custGeom>
              <a:avLst/>
              <a:gdLst/>
              <a:ahLst/>
              <a:cxnLst/>
              <a:rect l="l" t="t" r="r" b="b"/>
              <a:pathLst>
                <a:path w="1183" h="1702" extrusionOk="0">
                  <a:moveTo>
                    <a:pt x="1163" y="31"/>
                  </a:moveTo>
                  <a:lnTo>
                    <a:pt x="1163" y="1000"/>
                  </a:lnTo>
                  <a:lnTo>
                    <a:pt x="20" y="1658"/>
                  </a:lnTo>
                  <a:lnTo>
                    <a:pt x="39" y="678"/>
                  </a:lnTo>
                  <a:lnTo>
                    <a:pt x="1163" y="31"/>
                  </a:lnTo>
                  <a:close/>
                  <a:moveTo>
                    <a:pt x="1163" y="1"/>
                  </a:moveTo>
                  <a:lnTo>
                    <a:pt x="20" y="678"/>
                  </a:lnTo>
                  <a:lnTo>
                    <a:pt x="0" y="1702"/>
                  </a:lnTo>
                  <a:lnTo>
                    <a:pt x="1182" y="1019"/>
                  </a:lnTo>
                  <a:lnTo>
                    <a:pt x="11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768;p42">
              <a:extLst>
                <a:ext uri="{FF2B5EF4-FFF2-40B4-BE49-F238E27FC236}">
                  <a16:creationId xmlns:a16="http://schemas.microsoft.com/office/drawing/2014/main" id="{5A633A50-5D4C-B037-3558-BE8DF503DA6D}"/>
                </a:ext>
              </a:extLst>
            </p:cNvPr>
            <p:cNvSpPr/>
            <p:nvPr/>
          </p:nvSpPr>
          <p:spPr>
            <a:xfrm>
              <a:off x="3406908" y="2842636"/>
              <a:ext cx="370449" cy="214765"/>
            </a:xfrm>
            <a:custGeom>
              <a:avLst/>
              <a:gdLst/>
              <a:ahLst/>
              <a:cxnLst/>
              <a:rect l="l" t="t" r="r" b="b"/>
              <a:pathLst>
                <a:path w="2182" h="1265" extrusionOk="0">
                  <a:moveTo>
                    <a:pt x="1158" y="20"/>
                  </a:moveTo>
                  <a:lnTo>
                    <a:pt x="2145" y="592"/>
                  </a:lnTo>
                  <a:lnTo>
                    <a:pt x="2145" y="592"/>
                  </a:lnTo>
                  <a:lnTo>
                    <a:pt x="1019" y="1240"/>
                  </a:lnTo>
                  <a:lnTo>
                    <a:pt x="39" y="683"/>
                  </a:lnTo>
                  <a:lnTo>
                    <a:pt x="1158" y="20"/>
                  </a:lnTo>
                  <a:close/>
                  <a:moveTo>
                    <a:pt x="1158" y="1"/>
                  </a:moveTo>
                  <a:lnTo>
                    <a:pt x="0" y="683"/>
                  </a:lnTo>
                  <a:lnTo>
                    <a:pt x="1019" y="1264"/>
                  </a:lnTo>
                  <a:lnTo>
                    <a:pt x="2155" y="598"/>
                  </a:lnTo>
                  <a:lnTo>
                    <a:pt x="2155" y="598"/>
                  </a:lnTo>
                  <a:lnTo>
                    <a:pt x="2162" y="601"/>
                  </a:lnTo>
                  <a:lnTo>
                    <a:pt x="2162" y="594"/>
                  </a:lnTo>
                  <a:lnTo>
                    <a:pt x="2162" y="594"/>
                  </a:lnTo>
                  <a:lnTo>
                    <a:pt x="2181" y="582"/>
                  </a:lnTo>
                  <a:lnTo>
                    <a:pt x="2162" y="582"/>
                  </a:lnTo>
                  <a:lnTo>
                    <a:pt x="11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769;p42">
              <a:extLst>
                <a:ext uri="{FF2B5EF4-FFF2-40B4-BE49-F238E27FC236}">
                  <a16:creationId xmlns:a16="http://schemas.microsoft.com/office/drawing/2014/main" id="{ECC37E63-2BDF-EBB4-7165-5645BA478C48}"/>
                </a:ext>
              </a:extLst>
            </p:cNvPr>
            <p:cNvSpPr/>
            <p:nvPr/>
          </p:nvSpPr>
          <p:spPr>
            <a:xfrm>
              <a:off x="3406908" y="2842636"/>
              <a:ext cx="370449" cy="214765"/>
            </a:xfrm>
            <a:custGeom>
              <a:avLst/>
              <a:gdLst/>
              <a:ahLst/>
              <a:cxnLst/>
              <a:rect l="l" t="t" r="r" b="b"/>
              <a:pathLst>
                <a:path w="2182" h="1265" extrusionOk="0">
                  <a:moveTo>
                    <a:pt x="1158" y="20"/>
                  </a:moveTo>
                  <a:lnTo>
                    <a:pt x="2145" y="592"/>
                  </a:lnTo>
                  <a:lnTo>
                    <a:pt x="2145" y="592"/>
                  </a:lnTo>
                  <a:lnTo>
                    <a:pt x="1019" y="1240"/>
                  </a:lnTo>
                  <a:lnTo>
                    <a:pt x="39" y="683"/>
                  </a:lnTo>
                  <a:lnTo>
                    <a:pt x="1158" y="20"/>
                  </a:lnTo>
                  <a:close/>
                  <a:moveTo>
                    <a:pt x="1158" y="1"/>
                  </a:moveTo>
                  <a:lnTo>
                    <a:pt x="0" y="683"/>
                  </a:lnTo>
                  <a:lnTo>
                    <a:pt x="1019" y="1264"/>
                  </a:lnTo>
                  <a:lnTo>
                    <a:pt x="2155" y="598"/>
                  </a:lnTo>
                  <a:lnTo>
                    <a:pt x="2155" y="598"/>
                  </a:lnTo>
                  <a:lnTo>
                    <a:pt x="2162" y="601"/>
                  </a:lnTo>
                  <a:lnTo>
                    <a:pt x="2162" y="594"/>
                  </a:lnTo>
                  <a:lnTo>
                    <a:pt x="2162" y="594"/>
                  </a:lnTo>
                  <a:lnTo>
                    <a:pt x="2181" y="582"/>
                  </a:lnTo>
                  <a:lnTo>
                    <a:pt x="2162" y="582"/>
                  </a:lnTo>
                  <a:lnTo>
                    <a:pt x="115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633343159"/>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1002275" y="497295"/>
            <a:ext cx="7139449"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Filtrage basé sur le contenu</a:t>
            </a:r>
            <a:endParaRPr dirty="0"/>
          </a:p>
        </p:txBody>
      </p:sp>
      <p:pic>
        <p:nvPicPr>
          <p:cNvPr id="3" name="Image 2">
            <a:extLst>
              <a:ext uri="{FF2B5EF4-FFF2-40B4-BE49-F238E27FC236}">
                <a16:creationId xmlns:a16="http://schemas.microsoft.com/office/drawing/2014/main" id="{97F0DBFB-5197-D923-6F22-49F265B68ECB}"/>
              </a:ext>
            </a:extLst>
          </p:cNvPr>
          <p:cNvPicPr>
            <a:picLocks noChangeAspect="1"/>
          </p:cNvPicPr>
          <p:nvPr/>
        </p:nvPicPr>
        <p:blipFill>
          <a:blip r:embed="rId3"/>
          <a:stretch>
            <a:fillRect/>
          </a:stretch>
        </p:blipFill>
        <p:spPr>
          <a:xfrm>
            <a:off x="595503" y="1491995"/>
            <a:ext cx="7952994" cy="2895221"/>
          </a:xfrm>
          <a:prstGeom prst="rect">
            <a:avLst/>
          </a:prstGeom>
        </p:spPr>
      </p:pic>
    </p:spTree>
    <p:extLst>
      <p:ext uri="{BB962C8B-B14F-4D97-AF65-F5344CB8AC3E}">
        <p14:creationId xmlns:p14="http://schemas.microsoft.com/office/powerpoint/2010/main" val="3945340210"/>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1002275" y="497295"/>
            <a:ext cx="7139449"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Filtrage basé sur le collaboratif</a:t>
            </a:r>
            <a:endParaRPr dirty="0"/>
          </a:p>
        </p:txBody>
      </p:sp>
      <p:pic>
        <p:nvPicPr>
          <p:cNvPr id="2" name="Image 1">
            <a:extLst>
              <a:ext uri="{FF2B5EF4-FFF2-40B4-BE49-F238E27FC236}">
                <a16:creationId xmlns:a16="http://schemas.microsoft.com/office/drawing/2014/main" id="{E1C0B4F0-E871-644E-F7E6-D8A04F3C34B8}"/>
              </a:ext>
            </a:extLst>
          </p:cNvPr>
          <p:cNvPicPr>
            <a:picLocks noChangeAspect="1"/>
          </p:cNvPicPr>
          <p:nvPr/>
        </p:nvPicPr>
        <p:blipFill>
          <a:blip r:embed="rId3"/>
          <a:stretch>
            <a:fillRect/>
          </a:stretch>
        </p:blipFill>
        <p:spPr>
          <a:xfrm>
            <a:off x="569201" y="1348708"/>
            <a:ext cx="8005597" cy="2808764"/>
          </a:xfrm>
          <a:prstGeom prst="rect">
            <a:avLst/>
          </a:prstGeom>
        </p:spPr>
      </p:pic>
    </p:spTree>
    <p:extLst>
      <p:ext uri="{BB962C8B-B14F-4D97-AF65-F5344CB8AC3E}">
        <p14:creationId xmlns:p14="http://schemas.microsoft.com/office/powerpoint/2010/main" val="1995625541"/>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1270376" y="434271"/>
            <a:ext cx="6603247" cy="47806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Similarité</a:t>
            </a:r>
            <a:endParaRPr dirty="0"/>
          </a:p>
        </p:txBody>
      </p:sp>
      <p:pic>
        <p:nvPicPr>
          <p:cNvPr id="2" name="Image 1">
            <a:extLst>
              <a:ext uri="{FF2B5EF4-FFF2-40B4-BE49-F238E27FC236}">
                <a16:creationId xmlns:a16="http://schemas.microsoft.com/office/drawing/2014/main" id="{D15FA4DC-F6C9-2638-FE78-E59A3ED7213D}"/>
              </a:ext>
            </a:extLst>
          </p:cNvPr>
          <p:cNvPicPr>
            <a:picLocks noChangeAspect="1"/>
          </p:cNvPicPr>
          <p:nvPr/>
        </p:nvPicPr>
        <p:blipFill>
          <a:blip r:embed="rId3"/>
          <a:stretch>
            <a:fillRect/>
          </a:stretch>
        </p:blipFill>
        <p:spPr>
          <a:xfrm>
            <a:off x="2450592" y="1041179"/>
            <a:ext cx="4132915" cy="3973311"/>
          </a:xfrm>
          <a:prstGeom prst="rect">
            <a:avLst/>
          </a:prstGeom>
        </p:spPr>
      </p:pic>
    </p:spTree>
    <p:extLst>
      <p:ext uri="{BB962C8B-B14F-4D97-AF65-F5344CB8AC3E}">
        <p14:creationId xmlns:p14="http://schemas.microsoft.com/office/powerpoint/2010/main" val="3740556359"/>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1270376" y="434271"/>
            <a:ext cx="6603247" cy="47806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La formule de base de la similarité</a:t>
            </a:r>
            <a:endParaRPr dirty="0"/>
          </a:p>
        </p:txBody>
      </p:sp>
      <p:pic>
        <p:nvPicPr>
          <p:cNvPr id="3" name="Image 2">
            <a:extLst>
              <a:ext uri="{FF2B5EF4-FFF2-40B4-BE49-F238E27FC236}">
                <a16:creationId xmlns:a16="http://schemas.microsoft.com/office/drawing/2014/main" id="{171EAFF8-DDA6-9437-6087-56949A00CEDE}"/>
              </a:ext>
            </a:extLst>
          </p:cNvPr>
          <p:cNvPicPr>
            <a:picLocks noChangeAspect="1"/>
          </p:cNvPicPr>
          <p:nvPr/>
        </p:nvPicPr>
        <p:blipFill>
          <a:blip r:embed="rId3"/>
          <a:stretch>
            <a:fillRect/>
          </a:stretch>
        </p:blipFill>
        <p:spPr>
          <a:xfrm>
            <a:off x="1270376" y="1085088"/>
            <a:ext cx="6603247" cy="2195889"/>
          </a:xfrm>
          <a:prstGeom prst="rect">
            <a:avLst/>
          </a:prstGeom>
        </p:spPr>
      </p:pic>
      <p:pic>
        <p:nvPicPr>
          <p:cNvPr id="4" name="Image 3">
            <a:extLst>
              <a:ext uri="{FF2B5EF4-FFF2-40B4-BE49-F238E27FC236}">
                <a16:creationId xmlns:a16="http://schemas.microsoft.com/office/drawing/2014/main" id="{3E1A4833-9A64-3ADF-E9DA-64B20C9FEFB5}"/>
              </a:ext>
            </a:extLst>
          </p:cNvPr>
          <p:cNvPicPr>
            <a:picLocks noChangeAspect="1"/>
          </p:cNvPicPr>
          <p:nvPr/>
        </p:nvPicPr>
        <p:blipFill>
          <a:blip r:embed="rId4"/>
          <a:stretch>
            <a:fillRect/>
          </a:stretch>
        </p:blipFill>
        <p:spPr>
          <a:xfrm>
            <a:off x="1270376" y="3280977"/>
            <a:ext cx="6603247" cy="1490614"/>
          </a:xfrm>
          <a:prstGeom prst="rect">
            <a:avLst/>
          </a:prstGeom>
        </p:spPr>
      </p:pic>
    </p:spTree>
    <p:extLst>
      <p:ext uri="{BB962C8B-B14F-4D97-AF65-F5344CB8AC3E}">
        <p14:creationId xmlns:p14="http://schemas.microsoft.com/office/powerpoint/2010/main" val="414461445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1270376" y="434271"/>
            <a:ext cx="6603247" cy="478065"/>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dirty="0"/>
              <a:t>Exemple de recommandation</a:t>
            </a:r>
            <a:endParaRPr dirty="0"/>
          </a:p>
        </p:txBody>
      </p:sp>
      <p:pic>
        <p:nvPicPr>
          <p:cNvPr id="2" name="Image 1">
            <a:extLst>
              <a:ext uri="{FF2B5EF4-FFF2-40B4-BE49-F238E27FC236}">
                <a16:creationId xmlns:a16="http://schemas.microsoft.com/office/drawing/2014/main" id="{0CE2DC12-6D40-9B58-0D89-F28160A5F0D0}"/>
              </a:ext>
            </a:extLst>
          </p:cNvPr>
          <p:cNvPicPr>
            <a:picLocks noChangeAspect="1"/>
          </p:cNvPicPr>
          <p:nvPr/>
        </p:nvPicPr>
        <p:blipFill>
          <a:blip r:embed="rId3"/>
          <a:stretch>
            <a:fillRect/>
          </a:stretch>
        </p:blipFill>
        <p:spPr>
          <a:xfrm>
            <a:off x="441473" y="1081360"/>
            <a:ext cx="8261051" cy="3627869"/>
          </a:xfrm>
          <a:prstGeom prst="rect">
            <a:avLst/>
          </a:prstGeom>
        </p:spPr>
      </p:pic>
    </p:spTree>
    <p:extLst>
      <p:ext uri="{BB962C8B-B14F-4D97-AF65-F5344CB8AC3E}">
        <p14:creationId xmlns:p14="http://schemas.microsoft.com/office/powerpoint/2010/main" val="264983069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7" name="Google Shape;617;p41"/>
          <p:cNvSpPr/>
          <p:nvPr/>
        </p:nvSpPr>
        <p:spPr>
          <a:xfrm>
            <a:off x="19309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1"/>
          <p:cNvSpPr/>
          <p:nvPr/>
        </p:nvSpPr>
        <p:spPr>
          <a:xfrm>
            <a:off x="3567733"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1"/>
          <p:cNvSpPr/>
          <p:nvPr/>
        </p:nvSpPr>
        <p:spPr>
          <a:xfrm>
            <a:off x="5204566"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1"/>
          <p:cNvSpPr/>
          <p:nvPr/>
        </p:nvSpPr>
        <p:spPr>
          <a:xfrm>
            <a:off x="6841400" y="2621350"/>
            <a:ext cx="385500" cy="222300"/>
          </a:xfrm>
          <a:prstGeom prst="roundRect">
            <a:avLst>
              <a:gd name="adj" fmla="val 16667"/>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1"/>
          <p:cNvSpPr txBox="1">
            <a:spLocks noGrp="1"/>
          </p:cNvSpPr>
          <p:nvPr>
            <p:ph type="title"/>
          </p:nvPr>
        </p:nvSpPr>
        <p:spPr>
          <a:xfrm>
            <a:off x="1270376" y="434271"/>
            <a:ext cx="6603247" cy="47806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Illustration des étapes de recommandation</a:t>
            </a:r>
            <a:endParaRPr dirty="0"/>
          </a:p>
        </p:txBody>
      </p:sp>
      <p:pic>
        <p:nvPicPr>
          <p:cNvPr id="2" name="Image 1">
            <a:extLst>
              <a:ext uri="{FF2B5EF4-FFF2-40B4-BE49-F238E27FC236}">
                <a16:creationId xmlns:a16="http://schemas.microsoft.com/office/drawing/2014/main" id="{D0D8E63D-3D3A-8CB1-B0A0-C29F35A9031F}"/>
              </a:ext>
            </a:extLst>
          </p:cNvPr>
          <p:cNvPicPr>
            <a:picLocks noChangeAspect="1"/>
          </p:cNvPicPr>
          <p:nvPr/>
        </p:nvPicPr>
        <p:blipFill>
          <a:blip r:embed="rId3"/>
          <a:stretch>
            <a:fillRect/>
          </a:stretch>
        </p:blipFill>
        <p:spPr>
          <a:xfrm>
            <a:off x="445450" y="1201513"/>
            <a:ext cx="8253100" cy="3284273"/>
          </a:xfrm>
          <a:prstGeom prst="rect">
            <a:avLst/>
          </a:prstGeom>
        </p:spPr>
      </p:pic>
    </p:spTree>
    <p:extLst>
      <p:ext uri="{BB962C8B-B14F-4D97-AF65-F5344CB8AC3E}">
        <p14:creationId xmlns:p14="http://schemas.microsoft.com/office/powerpoint/2010/main" val="3005127451"/>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9"/>
          <p:cNvSpPr/>
          <p:nvPr/>
        </p:nvSpPr>
        <p:spPr>
          <a:xfrm rot="10800000">
            <a:off x="5130975" y="328150"/>
            <a:ext cx="3690900" cy="4476600"/>
          </a:xfrm>
          <a:prstGeom prst="rect">
            <a:avLst/>
          </a:pr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txBox="1">
            <a:spLocks noGrp="1"/>
          </p:cNvSpPr>
          <p:nvPr>
            <p:ph type="title"/>
          </p:nvPr>
        </p:nvSpPr>
        <p:spPr>
          <a:xfrm>
            <a:off x="1828800" y="2927375"/>
            <a:ext cx="2808000" cy="56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Domaine d’application</a:t>
            </a:r>
            <a:endParaRPr dirty="0"/>
          </a:p>
        </p:txBody>
      </p:sp>
      <p:pic>
        <p:nvPicPr>
          <p:cNvPr id="576" name="Google Shape;576;p39"/>
          <p:cNvPicPr preferRelativeResize="0"/>
          <p:nvPr/>
        </p:nvPicPr>
        <p:blipFill rotWithShape="1">
          <a:blip r:embed="rId3">
            <a:alphaModFix/>
          </a:blip>
          <a:srcRect r="18039"/>
          <a:stretch/>
        </p:blipFill>
        <p:spPr>
          <a:xfrm rot="5400000" flipH="1">
            <a:off x="4950999" y="919574"/>
            <a:ext cx="4050851" cy="3293751"/>
          </a:xfrm>
          <a:prstGeom prst="rect">
            <a:avLst/>
          </a:prstGeom>
          <a:noFill/>
          <a:ln>
            <a:noFill/>
          </a:ln>
        </p:spPr>
      </p:pic>
      <p:sp>
        <p:nvSpPr>
          <p:cNvPr id="577" name="Google Shape;577;p39"/>
          <p:cNvSpPr txBox="1">
            <a:spLocks noGrp="1"/>
          </p:cNvSpPr>
          <p:nvPr>
            <p:ph type="title" idx="2"/>
          </p:nvPr>
        </p:nvSpPr>
        <p:spPr>
          <a:xfrm>
            <a:off x="720000" y="2927375"/>
            <a:ext cx="1108800" cy="11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Tree>
    <p:extLst>
      <p:ext uri="{BB962C8B-B14F-4D97-AF65-F5344CB8AC3E}">
        <p14:creationId xmlns:p14="http://schemas.microsoft.com/office/powerpoint/2010/main" val="1346894319"/>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1" name="Google Shape;921;p44"/>
          <p:cNvSpPr txBox="1">
            <a:spLocks noGrp="1"/>
          </p:cNvSpPr>
          <p:nvPr>
            <p:ph type="title"/>
          </p:nvPr>
        </p:nvSpPr>
        <p:spPr>
          <a:xfrm>
            <a:off x="2604300" y="540000"/>
            <a:ext cx="39354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Domaine d’application </a:t>
            </a:r>
            <a:endParaRPr dirty="0"/>
          </a:p>
        </p:txBody>
      </p:sp>
      <p:sp>
        <p:nvSpPr>
          <p:cNvPr id="932" name="Google Shape;932;p44"/>
          <p:cNvSpPr txBox="1"/>
          <p:nvPr/>
        </p:nvSpPr>
        <p:spPr>
          <a:xfrm>
            <a:off x="1266719" y="1273381"/>
            <a:ext cx="2369615"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Teko"/>
                <a:ea typeface="Teko"/>
                <a:cs typeface="Teko"/>
                <a:sym typeface="Teko"/>
              </a:rPr>
              <a:t>Commerce elctronique</a:t>
            </a:r>
            <a:endParaRPr sz="2400" dirty="0">
              <a:solidFill>
                <a:schemeClr val="lt1"/>
              </a:solidFill>
              <a:latin typeface="Teko"/>
              <a:ea typeface="Teko"/>
              <a:cs typeface="Teko"/>
              <a:sym typeface="Teko"/>
            </a:endParaRPr>
          </a:p>
        </p:txBody>
      </p:sp>
      <p:sp>
        <p:nvSpPr>
          <p:cNvPr id="933" name="Google Shape;933;p44"/>
          <p:cNvSpPr txBox="1"/>
          <p:nvPr/>
        </p:nvSpPr>
        <p:spPr>
          <a:xfrm>
            <a:off x="1250755" y="2022289"/>
            <a:ext cx="2226092"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Teko"/>
                <a:ea typeface="Teko"/>
                <a:cs typeface="Teko"/>
                <a:sym typeface="Teko"/>
              </a:rPr>
              <a:t>Streaming de contenu</a:t>
            </a:r>
            <a:endParaRPr sz="2400" dirty="0">
              <a:solidFill>
                <a:schemeClr val="lt1"/>
              </a:solidFill>
              <a:latin typeface="Teko"/>
              <a:ea typeface="Teko"/>
              <a:cs typeface="Teko"/>
              <a:sym typeface="Teko"/>
            </a:endParaRPr>
          </a:p>
        </p:txBody>
      </p:sp>
      <p:sp>
        <p:nvSpPr>
          <p:cNvPr id="934" name="Google Shape;934;p44"/>
          <p:cNvSpPr txBox="1"/>
          <p:nvPr/>
        </p:nvSpPr>
        <p:spPr>
          <a:xfrm>
            <a:off x="1266719" y="2846425"/>
            <a:ext cx="2210127"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Teko"/>
                <a:ea typeface="Teko"/>
                <a:cs typeface="Teko"/>
                <a:sym typeface="Teko"/>
              </a:rPr>
              <a:t>Medias et actualités</a:t>
            </a:r>
            <a:endParaRPr sz="2400" dirty="0">
              <a:solidFill>
                <a:schemeClr val="lt1"/>
              </a:solidFill>
              <a:latin typeface="Teko"/>
              <a:ea typeface="Teko"/>
              <a:cs typeface="Teko"/>
              <a:sym typeface="Teko"/>
            </a:endParaRPr>
          </a:p>
        </p:txBody>
      </p:sp>
      <p:grpSp>
        <p:nvGrpSpPr>
          <p:cNvPr id="935" name="Google Shape;935;p44"/>
          <p:cNvGrpSpPr/>
          <p:nvPr/>
        </p:nvGrpSpPr>
        <p:grpSpPr>
          <a:xfrm>
            <a:off x="735689" y="2022289"/>
            <a:ext cx="317400" cy="423999"/>
            <a:chOff x="744125" y="2484362"/>
            <a:chExt cx="317400" cy="423999"/>
          </a:xfrm>
        </p:grpSpPr>
        <p:sp>
          <p:nvSpPr>
            <p:cNvPr id="936" name="Google Shape;936;p44"/>
            <p:cNvSpPr/>
            <p:nvPr/>
          </p:nvSpPr>
          <p:spPr>
            <a:xfrm rot="5400000">
              <a:off x="666101" y="2562387"/>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rgbClr val="FF66AE"/>
                </a:gs>
                <a:gs pos="100000">
                  <a:srgbClr val="DA086A"/>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4"/>
            <p:cNvSpPr/>
            <p:nvPr/>
          </p:nvSpPr>
          <p:spPr>
            <a:xfrm rot="5400000">
              <a:off x="715551" y="2562387"/>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4"/>
            <p:cNvSpPr/>
            <p:nvPr/>
          </p:nvSpPr>
          <p:spPr>
            <a:xfrm rot="5400000">
              <a:off x="750590" y="2583057"/>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 name="Google Shape;939;p44"/>
          <p:cNvGrpSpPr/>
          <p:nvPr/>
        </p:nvGrpSpPr>
        <p:grpSpPr>
          <a:xfrm>
            <a:off x="744125" y="1295846"/>
            <a:ext cx="317400" cy="423999"/>
            <a:chOff x="744125" y="1540200"/>
            <a:chExt cx="317400" cy="423999"/>
          </a:xfrm>
        </p:grpSpPr>
        <p:sp>
          <p:nvSpPr>
            <p:cNvPr id="940" name="Google Shape;940;p44"/>
            <p:cNvSpPr/>
            <p:nvPr/>
          </p:nvSpPr>
          <p:spPr>
            <a:xfrm rot="5400000">
              <a:off x="666101" y="1618224"/>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4"/>
            <p:cNvSpPr/>
            <p:nvPr/>
          </p:nvSpPr>
          <p:spPr>
            <a:xfrm rot="5400000">
              <a:off x="715550" y="1618224"/>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4"/>
            <p:cNvSpPr/>
            <p:nvPr/>
          </p:nvSpPr>
          <p:spPr>
            <a:xfrm rot="5400000">
              <a:off x="750590" y="1638894"/>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44"/>
          <p:cNvGrpSpPr/>
          <p:nvPr/>
        </p:nvGrpSpPr>
        <p:grpSpPr>
          <a:xfrm>
            <a:off x="720000" y="2852077"/>
            <a:ext cx="317399" cy="423948"/>
            <a:chOff x="720001" y="3428526"/>
            <a:chExt cx="317399" cy="423948"/>
          </a:xfrm>
        </p:grpSpPr>
        <p:sp>
          <p:nvSpPr>
            <p:cNvPr id="944" name="Google Shape;944;p44"/>
            <p:cNvSpPr/>
            <p:nvPr/>
          </p:nvSpPr>
          <p:spPr>
            <a:xfrm rot="5400000">
              <a:off x="642002" y="3506525"/>
              <a:ext cx="423948"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4"/>
            <p:cNvSpPr/>
            <p:nvPr/>
          </p:nvSpPr>
          <p:spPr>
            <a:xfrm rot="5400000">
              <a:off x="691451" y="3506525"/>
              <a:ext cx="423948"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4"/>
            <p:cNvSpPr/>
            <p:nvPr/>
          </p:nvSpPr>
          <p:spPr>
            <a:xfrm rot="5400000">
              <a:off x="726486" y="3527195"/>
              <a:ext cx="353878"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939;p44">
            <a:extLst>
              <a:ext uri="{FF2B5EF4-FFF2-40B4-BE49-F238E27FC236}">
                <a16:creationId xmlns:a16="http://schemas.microsoft.com/office/drawing/2014/main" id="{3B2171BC-F04D-3A32-5FC5-C18A92696D2C}"/>
              </a:ext>
            </a:extLst>
          </p:cNvPr>
          <p:cNvGrpSpPr/>
          <p:nvPr/>
        </p:nvGrpSpPr>
        <p:grpSpPr>
          <a:xfrm>
            <a:off x="744724" y="3702373"/>
            <a:ext cx="317400" cy="423999"/>
            <a:chOff x="744125" y="1540200"/>
            <a:chExt cx="317400" cy="423999"/>
          </a:xfrm>
        </p:grpSpPr>
        <p:sp>
          <p:nvSpPr>
            <p:cNvPr id="3" name="Google Shape;940;p44">
              <a:extLst>
                <a:ext uri="{FF2B5EF4-FFF2-40B4-BE49-F238E27FC236}">
                  <a16:creationId xmlns:a16="http://schemas.microsoft.com/office/drawing/2014/main" id="{5AF2A952-C103-A4AA-BA99-D3952BB43AE2}"/>
                </a:ext>
              </a:extLst>
            </p:cNvPr>
            <p:cNvSpPr/>
            <p:nvPr/>
          </p:nvSpPr>
          <p:spPr>
            <a:xfrm rot="5400000">
              <a:off x="666101" y="1618224"/>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41;p44">
              <a:extLst>
                <a:ext uri="{FF2B5EF4-FFF2-40B4-BE49-F238E27FC236}">
                  <a16:creationId xmlns:a16="http://schemas.microsoft.com/office/drawing/2014/main" id="{AB822A32-25F3-BC7F-6A2C-32DFFC2EAE5F}"/>
                </a:ext>
              </a:extLst>
            </p:cNvPr>
            <p:cNvSpPr/>
            <p:nvPr/>
          </p:nvSpPr>
          <p:spPr>
            <a:xfrm rot="5400000">
              <a:off x="715550" y="1618224"/>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lumMod val="50000"/>
                    <a:lumOff val="50000"/>
                  </a:schemeClr>
                </a:solidFill>
              </a:endParaRPr>
            </a:p>
          </p:txBody>
        </p:sp>
        <p:sp>
          <p:nvSpPr>
            <p:cNvPr id="5" name="Google Shape;942;p44">
              <a:extLst>
                <a:ext uri="{FF2B5EF4-FFF2-40B4-BE49-F238E27FC236}">
                  <a16:creationId xmlns:a16="http://schemas.microsoft.com/office/drawing/2014/main" id="{182FE95A-AF0B-4144-82E3-729A6805ECAD}"/>
                </a:ext>
              </a:extLst>
            </p:cNvPr>
            <p:cNvSpPr/>
            <p:nvPr/>
          </p:nvSpPr>
          <p:spPr>
            <a:xfrm rot="5400000">
              <a:off x="750590" y="1638894"/>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Google Shape;934;p44">
            <a:extLst>
              <a:ext uri="{FF2B5EF4-FFF2-40B4-BE49-F238E27FC236}">
                <a16:creationId xmlns:a16="http://schemas.microsoft.com/office/drawing/2014/main" id="{789E712A-0468-4569-0F17-0BC9533130E7}"/>
              </a:ext>
            </a:extLst>
          </p:cNvPr>
          <p:cNvSpPr txBox="1"/>
          <p:nvPr/>
        </p:nvSpPr>
        <p:spPr>
          <a:xfrm>
            <a:off x="1266719" y="3676191"/>
            <a:ext cx="1920900"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Teko"/>
                <a:ea typeface="Teko"/>
                <a:cs typeface="Teko"/>
                <a:sym typeface="Teko"/>
              </a:rPr>
              <a:t>Voyage et tourisme</a:t>
            </a:r>
            <a:endParaRPr sz="2400" dirty="0">
              <a:solidFill>
                <a:schemeClr val="lt1"/>
              </a:solidFill>
              <a:latin typeface="Teko"/>
              <a:ea typeface="Teko"/>
              <a:cs typeface="Teko"/>
              <a:sym typeface="Teko"/>
            </a:endParaRPr>
          </a:p>
        </p:txBody>
      </p:sp>
      <p:grpSp>
        <p:nvGrpSpPr>
          <p:cNvPr id="7" name="Google Shape;2063;p60">
            <a:extLst>
              <a:ext uri="{FF2B5EF4-FFF2-40B4-BE49-F238E27FC236}">
                <a16:creationId xmlns:a16="http://schemas.microsoft.com/office/drawing/2014/main" id="{DFFE1F85-E4C2-252F-FA94-2E32E1C0BE52}"/>
              </a:ext>
            </a:extLst>
          </p:cNvPr>
          <p:cNvGrpSpPr/>
          <p:nvPr/>
        </p:nvGrpSpPr>
        <p:grpSpPr>
          <a:xfrm>
            <a:off x="4572000" y="836186"/>
            <a:ext cx="3892830" cy="3767188"/>
            <a:chOff x="5123488" y="836186"/>
            <a:chExt cx="3341342" cy="3767188"/>
          </a:xfrm>
        </p:grpSpPr>
        <p:sp>
          <p:nvSpPr>
            <p:cNvPr id="8" name="Google Shape;2064;p60">
              <a:extLst>
                <a:ext uri="{FF2B5EF4-FFF2-40B4-BE49-F238E27FC236}">
                  <a16:creationId xmlns:a16="http://schemas.microsoft.com/office/drawing/2014/main" id="{AB27D277-5228-DC6D-7F44-935D5420894C}"/>
                </a:ext>
              </a:extLst>
            </p:cNvPr>
            <p:cNvSpPr/>
            <p:nvPr/>
          </p:nvSpPr>
          <p:spPr>
            <a:xfrm>
              <a:off x="5123488" y="2672654"/>
              <a:ext cx="3341311" cy="1930720"/>
            </a:xfrm>
            <a:custGeom>
              <a:avLst/>
              <a:gdLst/>
              <a:ahLst/>
              <a:cxnLst/>
              <a:rect l="l" t="t" r="r" b="b"/>
              <a:pathLst>
                <a:path w="25741" h="14874" extrusionOk="0">
                  <a:moveTo>
                    <a:pt x="12870" y="0"/>
                  </a:moveTo>
                  <a:lnTo>
                    <a:pt x="0" y="7427"/>
                  </a:lnTo>
                  <a:lnTo>
                    <a:pt x="12870" y="14873"/>
                  </a:lnTo>
                  <a:lnTo>
                    <a:pt x="25740" y="7427"/>
                  </a:lnTo>
                  <a:lnTo>
                    <a:pt x="12870" y="0"/>
                  </a:lnTo>
                  <a:close/>
                </a:path>
              </a:pathLst>
            </a:custGeom>
            <a:solidFill>
              <a:srgbClr val="180175">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065;p60">
              <a:extLst>
                <a:ext uri="{FF2B5EF4-FFF2-40B4-BE49-F238E27FC236}">
                  <a16:creationId xmlns:a16="http://schemas.microsoft.com/office/drawing/2014/main" id="{25BE85BB-5009-A71F-FFC1-9CDC286E1662}"/>
                </a:ext>
              </a:extLst>
            </p:cNvPr>
            <p:cNvSpPr/>
            <p:nvPr/>
          </p:nvSpPr>
          <p:spPr>
            <a:xfrm>
              <a:off x="5123488" y="2467429"/>
              <a:ext cx="3341311" cy="1928253"/>
            </a:xfrm>
            <a:custGeom>
              <a:avLst/>
              <a:gdLst/>
              <a:ahLst/>
              <a:cxnLst/>
              <a:rect l="l" t="t" r="r" b="b"/>
              <a:pathLst>
                <a:path w="25741" h="14855" extrusionOk="0">
                  <a:moveTo>
                    <a:pt x="12870" y="1"/>
                  </a:moveTo>
                  <a:lnTo>
                    <a:pt x="0" y="7428"/>
                  </a:lnTo>
                  <a:lnTo>
                    <a:pt x="12870" y="14855"/>
                  </a:lnTo>
                  <a:lnTo>
                    <a:pt x="25740" y="7428"/>
                  </a:lnTo>
                  <a:lnTo>
                    <a:pt x="12870"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066;p60">
              <a:extLst>
                <a:ext uri="{FF2B5EF4-FFF2-40B4-BE49-F238E27FC236}">
                  <a16:creationId xmlns:a16="http://schemas.microsoft.com/office/drawing/2014/main" id="{7A0980C5-B772-A4D1-765B-C2D5C836FB7F}"/>
                </a:ext>
              </a:extLst>
            </p:cNvPr>
            <p:cNvSpPr/>
            <p:nvPr/>
          </p:nvSpPr>
          <p:spPr>
            <a:xfrm>
              <a:off x="5562496" y="2719384"/>
              <a:ext cx="2465776" cy="1424350"/>
            </a:xfrm>
            <a:custGeom>
              <a:avLst/>
              <a:gdLst/>
              <a:ahLst/>
              <a:cxnLst/>
              <a:rect l="l" t="t" r="r" b="b"/>
              <a:pathLst>
                <a:path w="18996" h="10973" extrusionOk="0">
                  <a:moveTo>
                    <a:pt x="9488" y="121"/>
                  </a:moveTo>
                  <a:lnTo>
                    <a:pt x="18799" y="5487"/>
                  </a:lnTo>
                  <a:lnTo>
                    <a:pt x="9488" y="10853"/>
                  </a:lnTo>
                  <a:lnTo>
                    <a:pt x="202" y="5487"/>
                  </a:lnTo>
                  <a:lnTo>
                    <a:pt x="9488" y="121"/>
                  </a:lnTo>
                  <a:close/>
                  <a:moveTo>
                    <a:pt x="9488" y="0"/>
                  </a:moveTo>
                  <a:lnTo>
                    <a:pt x="0" y="5487"/>
                  </a:lnTo>
                  <a:lnTo>
                    <a:pt x="9488" y="10973"/>
                  </a:lnTo>
                  <a:lnTo>
                    <a:pt x="18996" y="5487"/>
                  </a:lnTo>
                  <a:lnTo>
                    <a:pt x="9488" y="0"/>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067;p60">
              <a:extLst>
                <a:ext uri="{FF2B5EF4-FFF2-40B4-BE49-F238E27FC236}">
                  <a16:creationId xmlns:a16="http://schemas.microsoft.com/office/drawing/2014/main" id="{B4ECE1AB-195D-A447-9A4F-82DBFA1500FD}"/>
                </a:ext>
              </a:extLst>
            </p:cNvPr>
            <p:cNvSpPr/>
            <p:nvPr/>
          </p:nvSpPr>
          <p:spPr>
            <a:xfrm>
              <a:off x="5123488" y="3431507"/>
              <a:ext cx="1670720" cy="992878"/>
            </a:xfrm>
            <a:custGeom>
              <a:avLst/>
              <a:gdLst/>
              <a:ahLst/>
              <a:cxnLst/>
              <a:rect l="l" t="t" r="r" b="b"/>
              <a:pathLst>
                <a:path w="12871" h="7649" extrusionOk="0">
                  <a:moveTo>
                    <a:pt x="0" y="1"/>
                  </a:moveTo>
                  <a:lnTo>
                    <a:pt x="0" y="222"/>
                  </a:lnTo>
                  <a:lnTo>
                    <a:pt x="12870" y="7649"/>
                  </a:lnTo>
                  <a:lnTo>
                    <a:pt x="12870" y="7428"/>
                  </a:lnTo>
                  <a:lnTo>
                    <a:pt x="0" y="1"/>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68;p60">
              <a:extLst>
                <a:ext uri="{FF2B5EF4-FFF2-40B4-BE49-F238E27FC236}">
                  <a16:creationId xmlns:a16="http://schemas.microsoft.com/office/drawing/2014/main" id="{6C9E22E8-06BC-3727-839B-EF1936EF0169}"/>
                </a:ext>
              </a:extLst>
            </p:cNvPr>
            <p:cNvSpPr/>
            <p:nvPr/>
          </p:nvSpPr>
          <p:spPr>
            <a:xfrm>
              <a:off x="6794109" y="3431507"/>
              <a:ext cx="1670720" cy="992878"/>
            </a:xfrm>
            <a:custGeom>
              <a:avLst/>
              <a:gdLst/>
              <a:ahLst/>
              <a:cxnLst/>
              <a:rect l="l" t="t" r="r" b="b"/>
              <a:pathLst>
                <a:path w="12871" h="7649" extrusionOk="0">
                  <a:moveTo>
                    <a:pt x="12870" y="1"/>
                  </a:moveTo>
                  <a:lnTo>
                    <a:pt x="0" y="7428"/>
                  </a:lnTo>
                  <a:lnTo>
                    <a:pt x="0" y="7649"/>
                  </a:lnTo>
                  <a:lnTo>
                    <a:pt x="12870" y="222"/>
                  </a:lnTo>
                  <a:lnTo>
                    <a:pt x="12870" y="1"/>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69;p60">
              <a:extLst>
                <a:ext uri="{FF2B5EF4-FFF2-40B4-BE49-F238E27FC236}">
                  <a16:creationId xmlns:a16="http://schemas.microsoft.com/office/drawing/2014/main" id="{7BE8C952-3E58-E7BB-6EE2-1913F7195A7A}"/>
                </a:ext>
              </a:extLst>
            </p:cNvPr>
            <p:cNvSpPr/>
            <p:nvPr/>
          </p:nvSpPr>
          <p:spPr>
            <a:xfrm>
              <a:off x="6479845" y="3152182"/>
              <a:ext cx="639290" cy="187179"/>
            </a:xfrm>
            <a:custGeom>
              <a:avLst/>
              <a:gdLst/>
              <a:ahLst/>
              <a:cxnLst/>
              <a:rect l="l" t="t" r="r" b="b"/>
              <a:pathLst>
                <a:path w="4925" h="1442" extrusionOk="0">
                  <a:moveTo>
                    <a:pt x="0" y="0"/>
                  </a:moveTo>
                  <a:lnTo>
                    <a:pt x="0" y="19"/>
                  </a:lnTo>
                  <a:lnTo>
                    <a:pt x="2441" y="1441"/>
                  </a:lnTo>
                  <a:lnTo>
                    <a:pt x="4924" y="19"/>
                  </a:lnTo>
                  <a:lnTo>
                    <a:pt x="4905" y="0"/>
                  </a:lnTo>
                  <a:lnTo>
                    <a:pt x="2441" y="1417"/>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70;p60">
              <a:extLst>
                <a:ext uri="{FF2B5EF4-FFF2-40B4-BE49-F238E27FC236}">
                  <a16:creationId xmlns:a16="http://schemas.microsoft.com/office/drawing/2014/main" id="{86E6546A-E058-5297-42DC-421A4AFAAD0B}"/>
                </a:ext>
              </a:extLst>
            </p:cNvPr>
            <p:cNvSpPr/>
            <p:nvPr/>
          </p:nvSpPr>
          <p:spPr>
            <a:xfrm>
              <a:off x="6479845" y="3183335"/>
              <a:ext cx="639290" cy="189645"/>
            </a:xfrm>
            <a:custGeom>
              <a:avLst/>
              <a:gdLst/>
              <a:ahLst/>
              <a:cxnLst/>
              <a:rect l="l" t="t" r="r" b="b"/>
              <a:pathLst>
                <a:path w="4925" h="1461" extrusionOk="0">
                  <a:moveTo>
                    <a:pt x="4905" y="0"/>
                  </a:moveTo>
                  <a:lnTo>
                    <a:pt x="2441" y="1441"/>
                  </a:lnTo>
                  <a:lnTo>
                    <a:pt x="0" y="19"/>
                  </a:lnTo>
                  <a:lnTo>
                    <a:pt x="0" y="39"/>
                  </a:lnTo>
                  <a:lnTo>
                    <a:pt x="2441" y="1461"/>
                  </a:lnTo>
                  <a:lnTo>
                    <a:pt x="4924" y="19"/>
                  </a:lnTo>
                  <a:lnTo>
                    <a:pt x="49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71;p60">
              <a:extLst>
                <a:ext uri="{FF2B5EF4-FFF2-40B4-BE49-F238E27FC236}">
                  <a16:creationId xmlns:a16="http://schemas.microsoft.com/office/drawing/2014/main" id="{29AFD761-3CB7-244B-36A7-C41368FF2CBD}"/>
                </a:ext>
              </a:extLst>
            </p:cNvPr>
            <p:cNvSpPr/>
            <p:nvPr/>
          </p:nvSpPr>
          <p:spPr>
            <a:xfrm>
              <a:off x="6162986" y="2460569"/>
              <a:ext cx="1265469" cy="730283"/>
            </a:xfrm>
            <a:custGeom>
              <a:avLst/>
              <a:gdLst/>
              <a:ahLst/>
              <a:cxnLst/>
              <a:rect l="l" t="t" r="r" b="b"/>
              <a:pathLst>
                <a:path w="9749" h="5626" extrusionOk="0">
                  <a:moveTo>
                    <a:pt x="4862" y="0"/>
                  </a:moveTo>
                  <a:lnTo>
                    <a:pt x="1" y="2806"/>
                  </a:lnTo>
                  <a:lnTo>
                    <a:pt x="4862" y="5626"/>
                  </a:lnTo>
                  <a:lnTo>
                    <a:pt x="9748" y="2806"/>
                  </a:lnTo>
                  <a:lnTo>
                    <a:pt x="486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72;p60">
              <a:extLst>
                <a:ext uri="{FF2B5EF4-FFF2-40B4-BE49-F238E27FC236}">
                  <a16:creationId xmlns:a16="http://schemas.microsoft.com/office/drawing/2014/main" id="{653C8C78-24E0-BB57-05CA-88DF27349531}"/>
                </a:ext>
              </a:extLst>
            </p:cNvPr>
            <p:cNvSpPr/>
            <p:nvPr/>
          </p:nvSpPr>
          <p:spPr>
            <a:xfrm>
              <a:off x="6162986" y="2824678"/>
              <a:ext cx="631242" cy="470413"/>
            </a:xfrm>
            <a:custGeom>
              <a:avLst/>
              <a:gdLst/>
              <a:ahLst/>
              <a:cxnLst/>
              <a:rect l="l" t="t" r="r" b="b"/>
              <a:pathLst>
                <a:path w="4863" h="3624" extrusionOk="0">
                  <a:moveTo>
                    <a:pt x="1" y="1"/>
                  </a:moveTo>
                  <a:lnTo>
                    <a:pt x="1" y="818"/>
                  </a:lnTo>
                  <a:lnTo>
                    <a:pt x="4862" y="3623"/>
                  </a:lnTo>
                  <a:lnTo>
                    <a:pt x="4862" y="2821"/>
                  </a:lnTo>
                  <a:lnTo>
                    <a:pt x="1" y="1"/>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73;p60">
              <a:extLst>
                <a:ext uri="{FF2B5EF4-FFF2-40B4-BE49-F238E27FC236}">
                  <a16:creationId xmlns:a16="http://schemas.microsoft.com/office/drawing/2014/main" id="{B9397C78-3BB9-C3AE-F4BC-DD194894260C}"/>
                </a:ext>
              </a:extLst>
            </p:cNvPr>
            <p:cNvSpPr/>
            <p:nvPr/>
          </p:nvSpPr>
          <p:spPr>
            <a:xfrm>
              <a:off x="6794109" y="2824678"/>
              <a:ext cx="634357" cy="470413"/>
            </a:xfrm>
            <a:custGeom>
              <a:avLst/>
              <a:gdLst/>
              <a:ahLst/>
              <a:cxnLst/>
              <a:rect l="l" t="t" r="r" b="b"/>
              <a:pathLst>
                <a:path w="4887" h="3624" extrusionOk="0">
                  <a:moveTo>
                    <a:pt x="4886" y="1"/>
                  </a:moveTo>
                  <a:lnTo>
                    <a:pt x="0" y="2821"/>
                  </a:lnTo>
                  <a:lnTo>
                    <a:pt x="0" y="3623"/>
                  </a:lnTo>
                  <a:lnTo>
                    <a:pt x="4886" y="818"/>
                  </a:lnTo>
                  <a:lnTo>
                    <a:pt x="4886"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74;p60">
              <a:extLst>
                <a:ext uri="{FF2B5EF4-FFF2-40B4-BE49-F238E27FC236}">
                  <a16:creationId xmlns:a16="http://schemas.microsoft.com/office/drawing/2014/main" id="{500E28CF-E4D5-72E4-5F70-D3A5B8D48C00}"/>
                </a:ext>
              </a:extLst>
            </p:cNvPr>
            <p:cNvSpPr/>
            <p:nvPr/>
          </p:nvSpPr>
          <p:spPr>
            <a:xfrm>
              <a:off x="6370677" y="2279098"/>
              <a:ext cx="850093" cy="490923"/>
            </a:xfrm>
            <a:custGeom>
              <a:avLst/>
              <a:gdLst/>
              <a:ahLst/>
              <a:cxnLst/>
              <a:rect l="l" t="t" r="r" b="b"/>
              <a:pathLst>
                <a:path w="6549" h="3782" extrusionOk="0">
                  <a:moveTo>
                    <a:pt x="3262" y="0"/>
                  </a:moveTo>
                  <a:lnTo>
                    <a:pt x="0" y="1898"/>
                  </a:lnTo>
                  <a:lnTo>
                    <a:pt x="3262" y="3781"/>
                  </a:lnTo>
                  <a:lnTo>
                    <a:pt x="6548" y="1898"/>
                  </a:lnTo>
                  <a:lnTo>
                    <a:pt x="326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5;p60">
              <a:extLst>
                <a:ext uri="{FF2B5EF4-FFF2-40B4-BE49-F238E27FC236}">
                  <a16:creationId xmlns:a16="http://schemas.microsoft.com/office/drawing/2014/main" id="{8AD72A1C-798A-1765-8D57-356EA81361A0}"/>
                </a:ext>
              </a:extLst>
            </p:cNvPr>
            <p:cNvSpPr/>
            <p:nvPr/>
          </p:nvSpPr>
          <p:spPr>
            <a:xfrm>
              <a:off x="6370677" y="2525343"/>
              <a:ext cx="423554" cy="315167"/>
            </a:xfrm>
            <a:custGeom>
              <a:avLst/>
              <a:gdLst/>
              <a:ahLst/>
              <a:cxnLst/>
              <a:rect l="l" t="t" r="r" b="b"/>
              <a:pathLst>
                <a:path w="3263" h="2428" extrusionOk="0">
                  <a:moveTo>
                    <a:pt x="0" y="1"/>
                  </a:moveTo>
                  <a:lnTo>
                    <a:pt x="0" y="525"/>
                  </a:lnTo>
                  <a:lnTo>
                    <a:pt x="3262" y="2427"/>
                  </a:lnTo>
                  <a:lnTo>
                    <a:pt x="3262" y="1884"/>
                  </a:lnTo>
                  <a:lnTo>
                    <a:pt x="0" y="1"/>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76;p60">
              <a:extLst>
                <a:ext uri="{FF2B5EF4-FFF2-40B4-BE49-F238E27FC236}">
                  <a16:creationId xmlns:a16="http://schemas.microsoft.com/office/drawing/2014/main" id="{53E7B7C7-C3C2-4B80-551D-129A6D401E8A}"/>
                </a:ext>
              </a:extLst>
            </p:cNvPr>
            <p:cNvSpPr/>
            <p:nvPr/>
          </p:nvSpPr>
          <p:spPr>
            <a:xfrm>
              <a:off x="6794109" y="2525343"/>
              <a:ext cx="426669" cy="315167"/>
            </a:xfrm>
            <a:custGeom>
              <a:avLst/>
              <a:gdLst/>
              <a:ahLst/>
              <a:cxnLst/>
              <a:rect l="l" t="t" r="r" b="b"/>
              <a:pathLst>
                <a:path w="3287" h="2428" extrusionOk="0">
                  <a:moveTo>
                    <a:pt x="3286" y="1"/>
                  </a:moveTo>
                  <a:lnTo>
                    <a:pt x="0" y="1884"/>
                  </a:lnTo>
                  <a:lnTo>
                    <a:pt x="0" y="2427"/>
                  </a:lnTo>
                  <a:lnTo>
                    <a:pt x="3286" y="525"/>
                  </a:lnTo>
                  <a:lnTo>
                    <a:pt x="3286"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77;p60">
              <a:extLst>
                <a:ext uri="{FF2B5EF4-FFF2-40B4-BE49-F238E27FC236}">
                  <a16:creationId xmlns:a16="http://schemas.microsoft.com/office/drawing/2014/main" id="{B0D51D5D-6081-55FA-220E-B7872EDFED02}"/>
                </a:ext>
              </a:extLst>
            </p:cNvPr>
            <p:cNvSpPr/>
            <p:nvPr/>
          </p:nvSpPr>
          <p:spPr>
            <a:xfrm>
              <a:off x="6370677" y="2154354"/>
              <a:ext cx="850093" cy="490923"/>
            </a:xfrm>
            <a:custGeom>
              <a:avLst/>
              <a:gdLst/>
              <a:ahLst/>
              <a:cxnLst/>
              <a:rect l="l" t="t" r="r" b="b"/>
              <a:pathLst>
                <a:path w="6549" h="3782" extrusionOk="0">
                  <a:moveTo>
                    <a:pt x="3262" y="1"/>
                  </a:moveTo>
                  <a:lnTo>
                    <a:pt x="0" y="1898"/>
                  </a:lnTo>
                  <a:lnTo>
                    <a:pt x="3262" y="3781"/>
                  </a:lnTo>
                  <a:lnTo>
                    <a:pt x="6548" y="1898"/>
                  </a:lnTo>
                  <a:lnTo>
                    <a:pt x="3262" y="1"/>
                  </a:lnTo>
                  <a:close/>
                </a:path>
              </a:pathLst>
            </a:custGeom>
            <a:gradFill>
              <a:gsLst>
                <a:gs pos="0">
                  <a:schemeClr val="accent1"/>
                </a:gs>
                <a:gs pos="100000">
                  <a:schemeClr val="dk2"/>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78;p60">
              <a:extLst>
                <a:ext uri="{FF2B5EF4-FFF2-40B4-BE49-F238E27FC236}">
                  <a16:creationId xmlns:a16="http://schemas.microsoft.com/office/drawing/2014/main" id="{1E9BB81E-1782-F4CD-1667-F36BBA19C1F0}"/>
                </a:ext>
              </a:extLst>
            </p:cNvPr>
            <p:cNvSpPr/>
            <p:nvPr/>
          </p:nvSpPr>
          <p:spPr>
            <a:xfrm>
              <a:off x="6370677" y="2400728"/>
              <a:ext cx="423554" cy="315037"/>
            </a:xfrm>
            <a:custGeom>
              <a:avLst/>
              <a:gdLst/>
              <a:ahLst/>
              <a:cxnLst/>
              <a:rect l="l" t="t" r="r" b="b"/>
              <a:pathLst>
                <a:path w="3263" h="2427" extrusionOk="0">
                  <a:moveTo>
                    <a:pt x="0" y="0"/>
                  </a:moveTo>
                  <a:lnTo>
                    <a:pt x="0" y="524"/>
                  </a:lnTo>
                  <a:lnTo>
                    <a:pt x="3262" y="2426"/>
                  </a:lnTo>
                  <a:lnTo>
                    <a:pt x="3262" y="1883"/>
                  </a:lnTo>
                  <a:lnTo>
                    <a:pt x="0"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79;p60">
              <a:extLst>
                <a:ext uri="{FF2B5EF4-FFF2-40B4-BE49-F238E27FC236}">
                  <a16:creationId xmlns:a16="http://schemas.microsoft.com/office/drawing/2014/main" id="{D2A1CE42-BD2B-78B9-5F32-6CAC7EB9D989}"/>
                </a:ext>
              </a:extLst>
            </p:cNvPr>
            <p:cNvSpPr/>
            <p:nvPr/>
          </p:nvSpPr>
          <p:spPr>
            <a:xfrm>
              <a:off x="6794109" y="2400728"/>
              <a:ext cx="426669" cy="315037"/>
            </a:xfrm>
            <a:custGeom>
              <a:avLst/>
              <a:gdLst/>
              <a:ahLst/>
              <a:cxnLst/>
              <a:rect l="l" t="t" r="r" b="b"/>
              <a:pathLst>
                <a:path w="3287" h="2427" extrusionOk="0">
                  <a:moveTo>
                    <a:pt x="3286" y="0"/>
                  </a:moveTo>
                  <a:lnTo>
                    <a:pt x="0" y="1883"/>
                  </a:lnTo>
                  <a:lnTo>
                    <a:pt x="0" y="2426"/>
                  </a:lnTo>
                  <a:lnTo>
                    <a:pt x="3286" y="524"/>
                  </a:lnTo>
                  <a:lnTo>
                    <a:pt x="3286"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80;p60">
              <a:extLst>
                <a:ext uri="{FF2B5EF4-FFF2-40B4-BE49-F238E27FC236}">
                  <a16:creationId xmlns:a16="http://schemas.microsoft.com/office/drawing/2014/main" id="{CEDBB5B9-0655-DE4B-4A54-3E2CC51CD60D}"/>
                </a:ext>
              </a:extLst>
            </p:cNvPr>
            <p:cNvSpPr/>
            <p:nvPr/>
          </p:nvSpPr>
          <p:spPr>
            <a:xfrm>
              <a:off x="6370677" y="2029609"/>
              <a:ext cx="850093" cy="490923"/>
            </a:xfrm>
            <a:custGeom>
              <a:avLst/>
              <a:gdLst/>
              <a:ahLst/>
              <a:cxnLst/>
              <a:rect l="l" t="t" r="r" b="b"/>
              <a:pathLst>
                <a:path w="6549" h="3782" extrusionOk="0">
                  <a:moveTo>
                    <a:pt x="3262" y="1"/>
                  </a:moveTo>
                  <a:lnTo>
                    <a:pt x="0" y="1898"/>
                  </a:lnTo>
                  <a:lnTo>
                    <a:pt x="3262" y="3782"/>
                  </a:lnTo>
                  <a:lnTo>
                    <a:pt x="6548" y="1898"/>
                  </a:lnTo>
                  <a:lnTo>
                    <a:pt x="3262"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81;p60">
              <a:extLst>
                <a:ext uri="{FF2B5EF4-FFF2-40B4-BE49-F238E27FC236}">
                  <a16:creationId xmlns:a16="http://schemas.microsoft.com/office/drawing/2014/main" id="{02B8C053-0C36-77B5-0814-5F36A1924BF3}"/>
                </a:ext>
              </a:extLst>
            </p:cNvPr>
            <p:cNvSpPr/>
            <p:nvPr/>
          </p:nvSpPr>
          <p:spPr>
            <a:xfrm>
              <a:off x="6370677" y="2275983"/>
              <a:ext cx="423554" cy="315037"/>
            </a:xfrm>
            <a:custGeom>
              <a:avLst/>
              <a:gdLst/>
              <a:ahLst/>
              <a:cxnLst/>
              <a:rect l="l" t="t" r="r" b="b"/>
              <a:pathLst>
                <a:path w="3263" h="2427" extrusionOk="0">
                  <a:moveTo>
                    <a:pt x="0" y="0"/>
                  </a:moveTo>
                  <a:lnTo>
                    <a:pt x="0" y="524"/>
                  </a:lnTo>
                  <a:lnTo>
                    <a:pt x="3262" y="2426"/>
                  </a:lnTo>
                  <a:lnTo>
                    <a:pt x="3262" y="1884"/>
                  </a:lnTo>
                  <a:lnTo>
                    <a:pt x="0"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082;p60">
              <a:extLst>
                <a:ext uri="{FF2B5EF4-FFF2-40B4-BE49-F238E27FC236}">
                  <a16:creationId xmlns:a16="http://schemas.microsoft.com/office/drawing/2014/main" id="{11FFFEE1-E314-FE06-783C-8A8542E4FBBD}"/>
                </a:ext>
              </a:extLst>
            </p:cNvPr>
            <p:cNvSpPr/>
            <p:nvPr/>
          </p:nvSpPr>
          <p:spPr>
            <a:xfrm>
              <a:off x="6794109" y="2275983"/>
              <a:ext cx="426669" cy="315037"/>
            </a:xfrm>
            <a:custGeom>
              <a:avLst/>
              <a:gdLst/>
              <a:ahLst/>
              <a:cxnLst/>
              <a:rect l="l" t="t" r="r" b="b"/>
              <a:pathLst>
                <a:path w="3287" h="2427" extrusionOk="0">
                  <a:moveTo>
                    <a:pt x="3286" y="0"/>
                  </a:moveTo>
                  <a:lnTo>
                    <a:pt x="0" y="1884"/>
                  </a:lnTo>
                  <a:lnTo>
                    <a:pt x="0" y="2426"/>
                  </a:lnTo>
                  <a:lnTo>
                    <a:pt x="3286" y="524"/>
                  </a:lnTo>
                  <a:lnTo>
                    <a:pt x="3286"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83;p60">
              <a:extLst>
                <a:ext uri="{FF2B5EF4-FFF2-40B4-BE49-F238E27FC236}">
                  <a16:creationId xmlns:a16="http://schemas.microsoft.com/office/drawing/2014/main" id="{719CB390-BA64-9577-244C-1DFD7CC84D1C}"/>
                </a:ext>
              </a:extLst>
            </p:cNvPr>
            <p:cNvSpPr/>
            <p:nvPr/>
          </p:nvSpPr>
          <p:spPr>
            <a:xfrm>
              <a:off x="6368211" y="2008450"/>
              <a:ext cx="855026" cy="494038"/>
            </a:xfrm>
            <a:custGeom>
              <a:avLst/>
              <a:gdLst/>
              <a:ahLst/>
              <a:cxnLst/>
              <a:rect l="l" t="t" r="r" b="b"/>
              <a:pathLst>
                <a:path w="6587" h="3806" extrusionOk="0">
                  <a:moveTo>
                    <a:pt x="3281" y="20"/>
                  </a:moveTo>
                  <a:lnTo>
                    <a:pt x="6524" y="1903"/>
                  </a:lnTo>
                  <a:lnTo>
                    <a:pt x="3281" y="3767"/>
                  </a:lnTo>
                  <a:lnTo>
                    <a:pt x="55" y="1893"/>
                  </a:lnTo>
                  <a:lnTo>
                    <a:pt x="55" y="1893"/>
                  </a:lnTo>
                  <a:lnTo>
                    <a:pt x="3281" y="20"/>
                  </a:lnTo>
                  <a:close/>
                  <a:moveTo>
                    <a:pt x="3281" y="0"/>
                  </a:moveTo>
                  <a:lnTo>
                    <a:pt x="0" y="1903"/>
                  </a:lnTo>
                  <a:lnTo>
                    <a:pt x="19" y="1903"/>
                  </a:lnTo>
                  <a:lnTo>
                    <a:pt x="3281" y="3805"/>
                  </a:lnTo>
                  <a:lnTo>
                    <a:pt x="6587" y="1903"/>
                  </a:lnTo>
                  <a:lnTo>
                    <a:pt x="32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84;p60">
              <a:extLst>
                <a:ext uri="{FF2B5EF4-FFF2-40B4-BE49-F238E27FC236}">
                  <a16:creationId xmlns:a16="http://schemas.microsoft.com/office/drawing/2014/main" id="{EB9715B0-1084-ED27-618A-495D056F8AFD}"/>
                </a:ext>
              </a:extLst>
            </p:cNvPr>
            <p:cNvSpPr/>
            <p:nvPr/>
          </p:nvSpPr>
          <p:spPr>
            <a:xfrm>
              <a:off x="6368211" y="1969768"/>
              <a:ext cx="855026" cy="493389"/>
            </a:xfrm>
            <a:custGeom>
              <a:avLst/>
              <a:gdLst/>
              <a:ahLst/>
              <a:cxnLst/>
              <a:rect l="l" t="t" r="r" b="b"/>
              <a:pathLst>
                <a:path w="6587" h="3801" extrusionOk="0">
                  <a:moveTo>
                    <a:pt x="3281" y="20"/>
                  </a:moveTo>
                  <a:lnTo>
                    <a:pt x="6524" y="1903"/>
                  </a:lnTo>
                  <a:lnTo>
                    <a:pt x="3281" y="3762"/>
                  </a:lnTo>
                  <a:lnTo>
                    <a:pt x="59" y="1891"/>
                  </a:lnTo>
                  <a:lnTo>
                    <a:pt x="3281" y="20"/>
                  </a:lnTo>
                  <a:close/>
                  <a:moveTo>
                    <a:pt x="3281" y="1"/>
                  </a:moveTo>
                  <a:lnTo>
                    <a:pt x="40" y="1880"/>
                  </a:lnTo>
                  <a:lnTo>
                    <a:pt x="39" y="1879"/>
                  </a:lnTo>
                  <a:lnTo>
                    <a:pt x="36" y="1882"/>
                  </a:lnTo>
                  <a:lnTo>
                    <a:pt x="0" y="1903"/>
                  </a:lnTo>
                  <a:lnTo>
                    <a:pt x="19" y="1903"/>
                  </a:lnTo>
                  <a:lnTo>
                    <a:pt x="3281" y="3801"/>
                  </a:lnTo>
                  <a:lnTo>
                    <a:pt x="6587" y="1903"/>
                  </a:lnTo>
                  <a:lnTo>
                    <a:pt x="32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085;p60">
              <a:extLst>
                <a:ext uri="{FF2B5EF4-FFF2-40B4-BE49-F238E27FC236}">
                  <a16:creationId xmlns:a16="http://schemas.microsoft.com/office/drawing/2014/main" id="{5947D3DB-52FA-6BE2-B7E8-70C0D0605316}"/>
                </a:ext>
              </a:extLst>
            </p:cNvPr>
            <p:cNvSpPr/>
            <p:nvPr/>
          </p:nvSpPr>
          <p:spPr>
            <a:xfrm>
              <a:off x="6368211" y="1930436"/>
              <a:ext cx="855026" cy="296345"/>
            </a:xfrm>
            <a:custGeom>
              <a:avLst/>
              <a:gdLst/>
              <a:ahLst/>
              <a:cxnLst/>
              <a:rect l="l" t="t" r="r" b="b"/>
              <a:pathLst>
                <a:path w="6587" h="2283" extrusionOk="0">
                  <a:moveTo>
                    <a:pt x="3281" y="1"/>
                  </a:moveTo>
                  <a:lnTo>
                    <a:pt x="538" y="1581"/>
                  </a:lnTo>
                  <a:lnTo>
                    <a:pt x="581" y="1605"/>
                  </a:lnTo>
                  <a:lnTo>
                    <a:pt x="3281" y="20"/>
                  </a:lnTo>
                  <a:lnTo>
                    <a:pt x="6005" y="1605"/>
                  </a:lnTo>
                  <a:lnTo>
                    <a:pt x="6024" y="1581"/>
                  </a:lnTo>
                  <a:lnTo>
                    <a:pt x="3281" y="1"/>
                  </a:lnTo>
                  <a:close/>
                  <a:moveTo>
                    <a:pt x="519" y="1605"/>
                  </a:moveTo>
                  <a:lnTo>
                    <a:pt x="279" y="1726"/>
                  </a:lnTo>
                  <a:lnTo>
                    <a:pt x="322" y="1745"/>
                  </a:lnTo>
                  <a:lnTo>
                    <a:pt x="538" y="1605"/>
                  </a:lnTo>
                  <a:close/>
                  <a:moveTo>
                    <a:pt x="6024" y="1605"/>
                  </a:moveTo>
                  <a:lnTo>
                    <a:pt x="6265" y="1745"/>
                  </a:lnTo>
                  <a:lnTo>
                    <a:pt x="6284" y="1726"/>
                  </a:lnTo>
                  <a:lnTo>
                    <a:pt x="6063" y="1605"/>
                  </a:lnTo>
                  <a:close/>
                  <a:moveTo>
                    <a:pt x="260" y="1745"/>
                  </a:moveTo>
                  <a:lnTo>
                    <a:pt x="0" y="1903"/>
                  </a:lnTo>
                  <a:lnTo>
                    <a:pt x="19" y="1903"/>
                  </a:lnTo>
                  <a:lnTo>
                    <a:pt x="260" y="2043"/>
                  </a:lnTo>
                  <a:lnTo>
                    <a:pt x="279" y="2043"/>
                  </a:lnTo>
                  <a:lnTo>
                    <a:pt x="39" y="1903"/>
                  </a:lnTo>
                  <a:lnTo>
                    <a:pt x="279" y="1764"/>
                  </a:lnTo>
                  <a:lnTo>
                    <a:pt x="260" y="1745"/>
                  </a:lnTo>
                  <a:close/>
                  <a:moveTo>
                    <a:pt x="6327" y="1745"/>
                  </a:moveTo>
                  <a:lnTo>
                    <a:pt x="6284" y="1764"/>
                  </a:lnTo>
                  <a:lnTo>
                    <a:pt x="6524" y="1903"/>
                  </a:lnTo>
                  <a:lnTo>
                    <a:pt x="6284" y="2043"/>
                  </a:lnTo>
                  <a:lnTo>
                    <a:pt x="6327" y="2043"/>
                  </a:lnTo>
                  <a:lnTo>
                    <a:pt x="6587" y="1903"/>
                  </a:lnTo>
                  <a:lnTo>
                    <a:pt x="6327" y="1745"/>
                  </a:lnTo>
                  <a:close/>
                  <a:moveTo>
                    <a:pt x="322" y="2043"/>
                  </a:moveTo>
                  <a:lnTo>
                    <a:pt x="279" y="2062"/>
                  </a:lnTo>
                  <a:lnTo>
                    <a:pt x="519" y="2206"/>
                  </a:lnTo>
                  <a:lnTo>
                    <a:pt x="538" y="2182"/>
                  </a:lnTo>
                  <a:lnTo>
                    <a:pt x="322" y="2043"/>
                  </a:lnTo>
                  <a:close/>
                  <a:moveTo>
                    <a:pt x="6265" y="2043"/>
                  </a:moveTo>
                  <a:lnTo>
                    <a:pt x="6024" y="2182"/>
                  </a:lnTo>
                  <a:lnTo>
                    <a:pt x="6063" y="2206"/>
                  </a:lnTo>
                  <a:lnTo>
                    <a:pt x="6284" y="2062"/>
                  </a:lnTo>
                  <a:lnTo>
                    <a:pt x="6265" y="2043"/>
                  </a:lnTo>
                  <a:close/>
                  <a:moveTo>
                    <a:pt x="581" y="2206"/>
                  </a:moveTo>
                  <a:lnTo>
                    <a:pt x="538" y="2225"/>
                  </a:lnTo>
                  <a:lnTo>
                    <a:pt x="658" y="2283"/>
                  </a:lnTo>
                  <a:lnTo>
                    <a:pt x="702" y="2264"/>
                  </a:lnTo>
                  <a:lnTo>
                    <a:pt x="581" y="2206"/>
                  </a:lnTo>
                  <a:close/>
                  <a:moveTo>
                    <a:pt x="6005" y="2206"/>
                  </a:moveTo>
                  <a:lnTo>
                    <a:pt x="5885" y="2264"/>
                  </a:lnTo>
                  <a:lnTo>
                    <a:pt x="5904" y="2283"/>
                  </a:lnTo>
                  <a:lnTo>
                    <a:pt x="6024" y="2225"/>
                  </a:lnTo>
                  <a:lnTo>
                    <a:pt x="6005" y="220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086;p60">
              <a:extLst>
                <a:ext uri="{FF2B5EF4-FFF2-40B4-BE49-F238E27FC236}">
                  <a16:creationId xmlns:a16="http://schemas.microsoft.com/office/drawing/2014/main" id="{5D34C594-28AB-C481-0F38-DA57A69DCB7C}"/>
                </a:ext>
              </a:extLst>
            </p:cNvPr>
            <p:cNvSpPr/>
            <p:nvPr/>
          </p:nvSpPr>
          <p:spPr>
            <a:xfrm>
              <a:off x="6453624" y="2224190"/>
              <a:ext cx="681087" cy="200289"/>
            </a:xfrm>
            <a:custGeom>
              <a:avLst/>
              <a:gdLst/>
              <a:ahLst/>
              <a:cxnLst/>
              <a:rect l="l" t="t" r="r" b="b"/>
              <a:pathLst>
                <a:path w="5247" h="1543" extrusionOk="0">
                  <a:moveTo>
                    <a:pt x="44" y="1"/>
                  </a:moveTo>
                  <a:lnTo>
                    <a:pt x="0" y="20"/>
                  </a:lnTo>
                  <a:lnTo>
                    <a:pt x="2623" y="1543"/>
                  </a:lnTo>
                  <a:lnTo>
                    <a:pt x="5246" y="20"/>
                  </a:lnTo>
                  <a:lnTo>
                    <a:pt x="5227" y="1"/>
                  </a:lnTo>
                  <a:lnTo>
                    <a:pt x="2623" y="1504"/>
                  </a:lnTo>
                  <a:lnTo>
                    <a:pt x="44" y="1"/>
                  </a:lnTo>
                  <a:close/>
                </a:path>
              </a:pathLst>
            </a:custGeom>
            <a:solidFill>
              <a:srgbClr val="DED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087;p60">
              <a:extLst>
                <a:ext uri="{FF2B5EF4-FFF2-40B4-BE49-F238E27FC236}">
                  <a16:creationId xmlns:a16="http://schemas.microsoft.com/office/drawing/2014/main" id="{7902AD97-FC23-4976-8387-A29578E54762}"/>
                </a:ext>
              </a:extLst>
            </p:cNvPr>
            <p:cNvSpPr/>
            <p:nvPr/>
          </p:nvSpPr>
          <p:spPr>
            <a:xfrm>
              <a:off x="6435581" y="2213546"/>
              <a:ext cx="719639" cy="5841"/>
            </a:xfrm>
            <a:custGeom>
              <a:avLst/>
              <a:gdLst/>
              <a:ahLst/>
              <a:cxnLst/>
              <a:rect l="l" t="t" r="r" b="b"/>
              <a:pathLst>
                <a:path w="5544" h="45" extrusionOk="0">
                  <a:moveTo>
                    <a:pt x="19" y="1"/>
                  </a:moveTo>
                  <a:lnTo>
                    <a:pt x="0" y="25"/>
                  </a:lnTo>
                  <a:lnTo>
                    <a:pt x="19" y="44"/>
                  </a:lnTo>
                  <a:lnTo>
                    <a:pt x="62" y="25"/>
                  </a:lnTo>
                  <a:lnTo>
                    <a:pt x="19" y="1"/>
                  </a:lnTo>
                  <a:close/>
                  <a:moveTo>
                    <a:pt x="5505" y="1"/>
                  </a:moveTo>
                  <a:lnTo>
                    <a:pt x="5486" y="25"/>
                  </a:lnTo>
                  <a:lnTo>
                    <a:pt x="5505" y="44"/>
                  </a:lnTo>
                  <a:lnTo>
                    <a:pt x="5544" y="25"/>
                  </a:lnTo>
                  <a:lnTo>
                    <a:pt x="55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088;p60">
              <a:extLst>
                <a:ext uri="{FF2B5EF4-FFF2-40B4-BE49-F238E27FC236}">
                  <a16:creationId xmlns:a16="http://schemas.microsoft.com/office/drawing/2014/main" id="{D132FAE7-972E-7D5C-EF14-750906856A53}"/>
                </a:ext>
              </a:extLst>
            </p:cNvPr>
            <p:cNvSpPr/>
            <p:nvPr/>
          </p:nvSpPr>
          <p:spPr>
            <a:xfrm>
              <a:off x="6401831" y="2195503"/>
              <a:ext cx="787787" cy="2596"/>
            </a:xfrm>
            <a:custGeom>
              <a:avLst/>
              <a:gdLst/>
              <a:ahLst/>
              <a:cxnLst/>
              <a:rect l="l" t="t" r="r" b="b"/>
              <a:pathLst>
                <a:path w="6069" h="20" extrusionOk="0">
                  <a:moveTo>
                    <a:pt x="1" y="1"/>
                  </a:moveTo>
                  <a:lnTo>
                    <a:pt x="20" y="20"/>
                  </a:lnTo>
                  <a:lnTo>
                    <a:pt x="63" y="1"/>
                  </a:lnTo>
                  <a:close/>
                  <a:moveTo>
                    <a:pt x="6006" y="1"/>
                  </a:moveTo>
                  <a:lnTo>
                    <a:pt x="6025" y="20"/>
                  </a:lnTo>
                  <a:lnTo>
                    <a:pt x="60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89;p60">
              <a:extLst>
                <a:ext uri="{FF2B5EF4-FFF2-40B4-BE49-F238E27FC236}">
                  <a16:creationId xmlns:a16="http://schemas.microsoft.com/office/drawing/2014/main" id="{DBDBE182-E64F-DC60-7549-63D0BED0CE2A}"/>
                </a:ext>
              </a:extLst>
            </p:cNvPr>
            <p:cNvSpPr/>
            <p:nvPr/>
          </p:nvSpPr>
          <p:spPr>
            <a:xfrm>
              <a:off x="6368211" y="1891884"/>
              <a:ext cx="855026" cy="314388"/>
            </a:xfrm>
            <a:custGeom>
              <a:avLst/>
              <a:gdLst/>
              <a:ahLst/>
              <a:cxnLst/>
              <a:rect l="l" t="t" r="r" b="b"/>
              <a:pathLst>
                <a:path w="6587" h="2422" extrusionOk="0">
                  <a:moveTo>
                    <a:pt x="3281" y="0"/>
                  </a:moveTo>
                  <a:lnTo>
                    <a:pt x="279" y="1720"/>
                  </a:lnTo>
                  <a:lnTo>
                    <a:pt x="322" y="1739"/>
                  </a:lnTo>
                  <a:lnTo>
                    <a:pt x="3281" y="19"/>
                  </a:lnTo>
                  <a:lnTo>
                    <a:pt x="6265" y="1739"/>
                  </a:lnTo>
                  <a:lnTo>
                    <a:pt x="6284" y="1720"/>
                  </a:lnTo>
                  <a:lnTo>
                    <a:pt x="3281" y="0"/>
                  </a:lnTo>
                  <a:close/>
                  <a:moveTo>
                    <a:pt x="260" y="1739"/>
                  </a:moveTo>
                  <a:lnTo>
                    <a:pt x="0" y="1902"/>
                  </a:lnTo>
                  <a:lnTo>
                    <a:pt x="19" y="1902"/>
                  </a:lnTo>
                  <a:lnTo>
                    <a:pt x="260" y="2042"/>
                  </a:lnTo>
                  <a:lnTo>
                    <a:pt x="279" y="2023"/>
                  </a:lnTo>
                  <a:lnTo>
                    <a:pt x="39" y="1902"/>
                  </a:lnTo>
                  <a:lnTo>
                    <a:pt x="279" y="1758"/>
                  </a:lnTo>
                  <a:lnTo>
                    <a:pt x="260" y="1739"/>
                  </a:lnTo>
                  <a:close/>
                  <a:moveTo>
                    <a:pt x="6327" y="1739"/>
                  </a:moveTo>
                  <a:lnTo>
                    <a:pt x="6284" y="1758"/>
                  </a:lnTo>
                  <a:lnTo>
                    <a:pt x="6524" y="1902"/>
                  </a:lnTo>
                  <a:lnTo>
                    <a:pt x="6284" y="2023"/>
                  </a:lnTo>
                  <a:lnTo>
                    <a:pt x="6327" y="2042"/>
                  </a:lnTo>
                  <a:lnTo>
                    <a:pt x="6587" y="1902"/>
                  </a:lnTo>
                  <a:lnTo>
                    <a:pt x="6327" y="1739"/>
                  </a:lnTo>
                  <a:close/>
                  <a:moveTo>
                    <a:pt x="322" y="2042"/>
                  </a:moveTo>
                  <a:lnTo>
                    <a:pt x="279" y="2061"/>
                  </a:lnTo>
                  <a:lnTo>
                    <a:pt x="519" y="2200"/>
                  </a:lnTo>
                  <a:lnTo>
                    <a:pt x="538" y="2181"/>
                  </a:lnTo>
                  <a:lnTo>
                    <a:pt x="322" y="2042"/>
                  </a:lnTo>
                  <a:close/>
                  <a:moveTo>
                    <a:pt x="6265" y="2042"/>
                  </a:moveTo>
                  <a:lnTo>
                    <a:pt x="6024" y="2181"/>
                  </a:lnTo>
                  <a:lnTo>
                    <a:pt x="6063" y="2200"/>
                  </a:lnTo>
                  <a:lnTo>
                    <a:pt x="6284" y="2061"/>
                  </a:lnTo>
                  <a:lnTo>
                    <a:pt x="6265" y="2042"/>
                  </a:lnTo>
                  <a:close/>
                  <a:moveTo>
                    <a:pt x="538" y="2200"/>
                  </a:moveTo>
                  <a:lnTo>
                    <a:pt x="778" y="2340"/>
                  </a:lnTo>
                  <a:lnTo>
                    <a:pt x="802" y="2340"/>
                  </a:lnTo>
                  <a:lnTo>
                    <a:pt x="581" y="2200"/>
                  </a:lnTo>
                  <a:close/>
                  <a:moveTo>
                    <a:pt x="6005" y="2200"/>
                  </a:moveTo>
                  <a:lnTo>
                    <a:pt x="5765" y="2340"/>
                  </a:lnTo>
                  <a:lnTo>
                    <a:pt x="5804" y="2340"/>
                  </a:lnTo>
                  <a:lnTo>
                    <a:pt x="6024" y="2200"/>
                  </a:lnTo>
                  <a:close/>
                  <a:moveTo>
                    <a:pt x="841" y="2340"/>
                  </a:moveTo>
                  <a:lnTo>
                    <a:pt x="802" y="2359"/>
                  </a:lnTo>
                  <a:lnTo>
                    <a:pt x="923" y="2421"/>
                  </a:lnTo>
                  <a:lnTo>
                    <a:pt x="961" y="2421"/>
                  </a:lnTo>
                  <a:lnTo>
                    <a:pt x="841" y="2340"/>
                  </a:lnTo>
                  <a:close/>
                  <a:moveTo>
                    <a:pt x="5746" y="2340"/>
                  </a:moveTo>
                  <a:lnTo>
                    <a:pt x="5626" y="2421"/>
                  </a:lnTo>
                  <a:lnTo>
                    <a:pt x="5645" y="2421"/>
                  </a:lnTo>
                  <a:lnTo>
                    <a:pt x="5765" y="2359"/>
                  </a:lnTo>
                  <a:lnTo>
                    <a:pt x="5746" y="234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090;p60">
              <a:extLst>
                <a:ext uri="{FF2B5EF4-FFF2-40B4-BE49-F238E27FC236}">
                  <a16:creationId xmlns:a16="http://schemas.microsoft.com/office/drawing/2014/main" id="{067D0F59-860B-5F6D-3F90-F438D7586B4F}"/>
                </a:ext>
              </a:extLst>
            </p:cNvPr>
            <p:cNvSpPr/>
            <p:nvPr/>
          </p:nvSpPr>
          <p:spPr>
            <a:xfrm>
              <a:off x="6487893" y="2206147"/>
              <a:ext cx="613069" cy="179131"/>
            </a:xfrm>
            <a:custGeom>
              <a:avLst/>
              <a:gdLst/>
              <a:ahLst/>
              <a:cxnLst/>
              <a:rect l="l" t="t" r="r" b="b"/>
              <a:pathLst>
                <a:path w="4723" h="1380" extrusionOk="0">
                  <a:moveTo>
                    <a:pt x="1" y="0"/>
                  </a:moveTo>
                  <a:lnTo>
                    <a:pt x="2359" y="1379"/>
                  </a:lnTo>
                  <a:lnTo>
                    <a:pt x="4723" y="0"/>
                  </a:lnTo>
                  <a:lnTo>
                    <a:pt x="4704" y="0"/>
                  </a:lnTo>
                  <a:lnTo>
                    <a:pt x="2359" y="1341"/>
                  </a:lnTo>
                  <a:lnTo>
                    <a:pt x="39" y="0"/>
                  </a:lnTo>
                  <a:close/>
                </a:path>
              </a:pathLst>
            </a:custGeom>
            <a:solidFill>
              <a:srgbClr val="CEB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91;p60">
              <a:extLst>
                <a:ext uri="{FF2B5EF4-FFF2-40B4-BE49-F238E27FC236}">
                  <a16:creationId xmlns:a16="http://schemas.microsoft.com/office/drawing/2014/main" id="{B3067D8D-58C4-3821-3AAF-228F0C0C6006}"/>
                </a:ext>
              </a:extLst>
            </p:cNvPr>
            <p:cNvSpPr/>
            <p:nvPr/>
          </p:nvSpPr>
          <p:spPr>
            <a:xfrm>
              <a:off x="6469201" y="2195503"/>
              <a:ext cx="652400" cy="2596"/>
            </a:xfrm>
            <a:custGeom>
              <a:avLst/>
              <a:gdLst/>
              <a:ahLst/>
              <a:cxnLst/>
              <a:rect l="l" t="t" r="r" b="b"/>
              <a:pathLst>
                <a:path w="5026" h="20" extrusionOk="0">
                  <a:moveTo>
                    <a:pt x="0" y="1"/>
                  </a:moveTo>
                  <a:lnTo>
                    <a:pt x="24" y="20"/>
                  </a:lnTo>
                  <a:lnTo>
                    <a:pt x="63" y="1"/>
                  </a:lnTo>
                  <a:close/>
                  <a:moveTo>
                    <a:pt x="4968" y="1"/>
                  </a:moveTo>
                  <a:lnTo>
                    <a:pt x="4987" y="20"/>
                  </a:lnTo>
                  <a:lnTo>
                    <a:pt x="50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92;p60">
              <a:extLst>
                <a:ext uri="{FF2B5EF4-FFF2-40B4-BE49-F238E27FC236}">
                  <a16:creationId xmlns:a16="http://schemas.microsoft.com/office/drawing/2014/main" id="{3D95E538-8AB1-5226-462C-16C6AC7FCD82}"/>
                </a:ext>
              </a:extLst>
            </p:cNvPr>
            <p:cNvSpPr/>
            <p:nvPr/>
          </p:nvSpPr>
          <p:spPr>
            <a:xfrm>
              <a:off x="6435581" y="2174993"/>
              <a:ext cx="719639" cy="2596"/>
            </a:xfrm>
            <a:custGeom>
              <a:avLst/>
              <a:gdLst/>
              <a:ahLst/>
              <a:cxnLst/>
              <a:rect l="l" t="t" r="r" b="b"/>
              <a:pathLst>
                <a:path w="5544" h="20" extrusionOk="0">
                  <a:moveTo>
                    <a:pt x="19" y="0"/>
                  </a:moveTo>
                  <a:lnTo>
                    <a:pt x="0" y="19"/>
                  </a:lnTo>
                  <a:lnTo>
                    <a:pt x="62" y="19"/>
                  </a:lnTo>
                  <a:lnTo>
                    <a:pt x="19" y="0"/>
                  </a:lnTo>
                  <a:close/>
                  <a:moveTo>
                    <a:pt x="5505" y="0"/>
                  </a:moveTo>
                  <a:lnTo>
                    <a:pt x="5486" y="19"/>
                  </a:lnTo>
                  <a:lnTo>
                    <a:pt x="5544" y="19"/>
                  </a:lnTo>
                  <a:lnTo>
                    <a:pt x="55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93;p60">
              <a:extLst>
                <a:ext uri="{FF2B5EF4-FFF2-40B4-BE49-F238E27FC236}">
                  <a16:creationId xmlns:a16="http://schemas.microsoft.com/office/drawing/2014/main" id="{EE6C9004-8E57-0C6F-72F4-BDCD84CB5309}"/>
                </a:ext>
              </a:extLst>
            </p:cNvPr>
            <p:cNvSpPr/>
            <p:nvPr/>
          </p:nvSpPr>
          <p:spPr>
            <a:xfrm>
              <a:off x="6401831" y="2154354"/>
              <a:ext cx="787787" cy="5192"/>
            </a:xfrm>
            <a:custGeom>
              <a:avLst/>
              <a:gdLst/>
              <a:ahLst/>
              <a:cxnLst/>
              <a:rect l="l" t="t" r="r" b="b"/>
              <a:pathLst>
                <a:path w="6069" h="40" extrusionOk="0">
                  <a:moveTo>
                    <a:pt x="20" y="1"/>
                  </a:moveTo>
                  <a:lnTo>
                    <a:pt x="1" y="20"/>
                  </a:lnTo>
                  <a:lnTo>
                    <a:pt x="20" y="39"/>
                  </a:lnTo>
                  <a:lnTo>
                    <a:pt x="63" y="20"/>
                  </a:lnTo>
                  <a:lnTo>
                    <a:pt x="20" y="1"/>
                  </a:lnTo>
                  <a:close/>
                  <a:moveTo>
                    <a:pt x="6025" y="1"/>
                  </a:moveTo>
                  <a:lnTo>
                    <a:pt x="6006" y="20"/>
                  </a:lnTo>
                  <a:lnTo>
                    <a:pt x="6025" y="39"/>
                  </a:lnTo>
                  <a:lnTo>
                    <a:pt x="6068" y="20"/>
                  </a:lnTo>
                  <a:lnTo>
                    <a:pt x="602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94;p60">
              <a:extLst>
                <a:ext uri="{FF2B5EF4-FFF2-40B4-BE49-F238E27FC236}">
                  <a16:creationId xmlns:a16="http://schemas.microsoft.com/office/drawing/2014/main" id="{455B2C4C-B4E7-BBDD-EFB1-689099F323FF}"/>
                </a:ext>
              </a:extLst>
            </p:cNvPr>
            <p:cNvSpPr/>
            <p:nvPr/>
          </p:nvSpPr>
          <p:spPr>
            <a:xfrm>
              <a:off x="6368211" y="1852552"/>
              <a:ext cx="855026" cy="335546"/>
            </a:xfrm>
            <a:custGeom>
              <a:avLst/>
              <a:gdLst/>
              <a:ahLst/>
              <a:cxnLst/>
              <a:rect l="l" t="t" r="r" b="b"/>
              <a:pathLst>
                <a:path w="6587" h="2585" extrusionOk="0">
                  <a:moveTo>
                    <a:pt x="3281" y="0"/>
                  </a:moveTo>
                  <a:lnTo>
                    <a:pt x="0" y="1903"/>
                  </a:lnTo>
                  <a:lnTo>
                    <a:pt x="19" y="1903"/>
                  </a:lnTo>
                  <a:lnTo>
                    <a:pt x="260" y="2042"/>
                  </a:lnTo>
                  <a:lnTo>
                    <a:pt x="279" y="2023"/>
                  </a:lnTo>
                  <a:lnTo>
                    <a:pt x="39" y="1903"/>
                  </a:lnTo>
                  <a:lnTo>
                    <a:pt x="3281" y="20"/>
                  </a:lnTo>
                  <a:lnTo>
                    <a:pt x="6524" y="1903"/>
                  </a:lnTo>
                  <a:lnTo>
                    <a:pt x="6284" y="2023"/>
                  </a:lnTo>
                  <a:lnTo>
                    <a:pt x="6327" y="2042"/>
                  </a:lnTo>
                  <a:lnTo>
                    <a:pt x="6587" y="1903"/>
                  </a:lnTo>
                  <a:lnTo>
                    <a:pt x="3281" y="0"/>
                  </a:lnTo>
                  <a:close/>
                  <a:moveTo>
                    <a:pt x="322" y="2042"/>
                  </a:moveTo>
                  <a:lnTo>
                    <a:pt x="279" y="2061"/>
                  </a:lnTo>
                  <a:lnTo>
                    <a:pt x="519" y="2205"/>
                  </a:lnTo>
                  <a:lnTo>
                    <a:pt x="538" y="2181"/>
                  </a:lnTo>
                  <a:lnTo>
                    <a:pt x="322" y="2042"/>
                  </a:lnTo>
                  <a:close/>
                  <a:moveTo>
                    <a:pt x="6265" y="2042"/>
                  </a:moveTo>
                  <a:lnTo>
                    <a:pt x="6024" y="2181"/>
                  </a:lnTo>
                  <a:lnTo>
                    <a:pt x="6063" y="2205"/>
                  </a:lnTo>
                  <a:lnTo>
                    <a:pt x="6284" y="2061"/>
                  </a:lnTo>
                  <a:lnTo>
                    <a:pt x="6265" y="2042"/>
                  </a:lnTo>
                  <a:close/>
                  <a:moveTo>
                    <a:pt x="538" y="2205"/>
                  </a:moveTo>
                  <a:lnTo>
                    <a:pt x="778" y="2345"/>
                  </a:lnTo>
                  <a:lnTo>
                    <a:pt x="802" y="2326"/>
                  </a:lnTo>
                  <a:lnTo>
                    <a:pt x="581" y="2205"/>
                  </a:lnTo>
                  <a:close/>
                  <a:moveTo>
                    <a:pt x="6005" y="2205"/>
                  </a:moveTo>
                  <a:lnTo>
                    <a:pt x="5765" y="2326"/>
                  </a:lnTo>
                  <a:lnTo>
                    <a:pt x="5804" y="2345"/>
                  </a:lnTo>
                  <a:lnTo>
                    <a:pt x="6024" y="2205"/>
                  </a:lnTo>
                  <a:close/>
                  <a:moveTo>
                    <a:pt x="841" y="2345"/>
                  </a:moveTo>
                  <a:lnTo>
                    <a:pt x="802" y="2364"/>
                  </a:lnTo>
                  <a:lnTo>
                    <a:pt x="1043" y="2503"/>
                  </a:lnTo>
                  <a:lnTo>
                    <a:pt x="1062" y="2484"/>
                  </a:lnTo>
                  <a:lnTo>
                    <a:pt x="841" y="2345"/>
                  </a:lnTo>
                  <a:close/>
                  <a:moveTo>
                    <a:pt x="5746" y="2345"/>
                  </a:moveTo>
                  <a:lnTo>
                    <a:pt x="5506" y="2484"/>
                  </a:lnTo>
                  <a:lnTo>
                    <a:pt x="5544" y="2503"/>
                  </a:lnTo>
                  <a:lnTo>
                    <a:pt x="5765" y="2364"/>
                  </a:lnTo>
                  <a:lnTo>
                    <a:pt x="5746" y="2345"/>
                  </a:lnTo>
                  <a:close/>
                  <a:moveTo>
                    <a:pt x="1062" y="2503"/>
                  </a:moveTo>
                  <a:lnTo>
                    <a:pt x="1182" y="2585"/>
                  </a:lnTo>
                  <a:lnTo>
                    <a:pt x="1220" y="2566"/>
                  </a:lnTo>
                  <a:lnTo>
                    <a:pt x="1100" y="2503"/>
                  </a:lnTo>
                  <a:close/>
                  <a:moveTo>
                    <a:pt x="5486" y="2503"/>
                  </a:moveTo>
                  <a:lnTo>
                    <a:pt x="5366" y="2566"/>
                  </a:lnTo>
                  <a:lnTo>
                    <a:pt x="5386" y="2585"/>
                  </a:lnTo>
                  <a:lnTo>
                    <a:pt x="5506" y="25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95;p60">
              <a:extLst>
                <a:ext uri="{FF2B5EF4-FFF2-40B4-BE49-F238E27FC236}">
                  <a16:creationId xmlns:a16="http://schemas.microsoft.com/office/drawing/2014/main" id="{D4D29206-A0CF-32C5-AD65-11084DD62FE9}"/>
                </a:ext>
              </a:extLst>
            </p:cNvPr>
            <p:cNvSpPr/>
            <p:nvPr/>
          </p:nvSpPr>
          <p:spPr>
            <a:xfrm>
              <a:off x="6521643" y="2185507"/>
              <a:ext cx="545700" cy="158492"/>
            </a:xfrm>
            <a:custGeom>
              <a:avLst/>
              <a:gdLst/>
              <a:ahLst/>
              <a:cxnLst/>
              <a:rect l="l" t="t" r="r" b="b"/>
              <a:pathLst>
                <a:path w="4204" h="1221" extrusionOk="0">
                  <a:moveTo>
                    <a:pt x="38" y="1"/>
                  </a:moveTo>
                  <a:lnTo>
                    <a:pt x="0" y="20"/>
                  </a:lnTo>
                  <a:lnTo>
                    <a:pt x="2099" y="1221"/>
                  </a:lnTo>
                  <a:lnTo>
                    <a:pt x="4204" y="20"/>
                  </a:lnTo>
                  <a:lnTo>
                    <a:pt x="4184" y="1"/>
                  </a:lnTo>
                  <a:lnTo>
                    <a:pt x="2099" y="1202"/>
                  </a:lnTo>
                  <a:lnTo>
                    <a:pt x="38" y="1"/>
                  </a:lnTo>
                  <a:close/>
                </a:path>
              </a:pathLst>
            </a:custGeom>
            <a:solidFill>
              <a:srgbClr val="BDAA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96;p60">
              <a:extLst>
                <a:ext uri="{FF2B5EF4-FFF2-40B4-BE49-F238E27FC236}">
                  <a16:creationId xmlns:a16="http://schemas.microsoft.com/office/drawing/2014/main" id="{4DB2F456-2EF8-BE82-AAC1-1FD2060D7615}"/>
                </a:ext>
              </a:extLst>
            </p:cNvPr>
            <p:cNvSpPr/>
            <p:nvPr/>
          </p:nvSpPr>
          <p:spPr>
            <a:xfrm>
              <a:off x="6503470" y="2174993"/>
              <a:ext cx="584512" cy="2596"/>
            </a:xfrm>
            <a:custGeom>
              <a:avLst/>
              <a:gdLst/>
              <a:ahLst/>
              <a:cxnLst/>
              <a:rect l="l" t="t" r="r" b="b"/>
              <a:pathLst>
                <a:path w="4503" h="20" extrusionOk="0">
                  <a:moveTo>
                    <a:pt x="20" y="0"/>
                  </a:moveTo>
                  <a:lnTo>
                    <a:pt x="1" y="19"/>
                  </a:lnTo>
                  <a:lnTo>
                    <a:pt x="58" y="19"/>
                  </a:lnTo>
                  <a:lnTo>
                    <a:pt x="20" y="0"/>
                  </a:lnTo>
                  <a:close/>
                  <a:moveTo>
                    <a:pt x="4464" y="0"/>
                  </a:moveTo>
                  <a:lnTo>
                    <a:pt x="4444" y="19"/>
                  </a:lnTo>
                  <a:lnTo>
                    <a:pt x="4502" y="19"/>
                  </a:lnTo>
                  <a:lnTo>
                    <a:pt x="44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97;p60">
              <a:extLst>
                <a:ext uri="{FF2B5EF4-FFF2-40B4-BE49-F238E27FC236}">
                  <a16:creationId xmlns:a16="http://schemas.microsoft.com/office/drawing/2014/main" id="{E1F85954-BCAE-02EF-3D0F-626E1AEA678F}"/>
                </a:ext>
              </a:extLst>
            </p:cNvPr>
            <p:cNvSpPr/>
            <p:nvPr/>
          </p:nvSpPr>
          <p:spPr>
            <a:xfrm>
              <a:off x="6469201" y="2154354"/>
              <a:ext cx="652400" cy="5192"/>
            </a:xfrm>
            <a:custGeom>
              <a:avLst/>
              <a:gdLst/>
              <a:ahLst/>
              <a:cxnLst/>
              <a:rect l="l" t="t" r="r" b="b"/>
              <a:pathLst>
                <a:path w="5026" h="40" extrusionOk="0">
                  <a:moveTo>
                    <a:pt x="24" y="1"/>
                  </a:moveTo>
                  <a:lnTo>
                    <a:pt x="0" y="20"/>
                  </a:lnTo>
                  <a:lnTo>
                    <a:pt x="24" y="39"/>
                  </a:lnTo>
                  <a:lnTo>
                    <a:pt x="63" y="20"/>
                  </a:lnTo>
                  <a:lnTo>
                    <a:pt x="24" y="1"/>
                  </a:lnTo>
                  <a:close/>
                  <a:moveTo>
                    <a:pt x="4987" y="1"/>
                  </a:moveTo>
                  <a:lnTo>
                    <a:pt x="4968" y="20"/>
                  </a:lnTo>
                  <a:lnTo>
                    <a:pt x="4987" y="39"/>
                  </a:lnTo>
                  <a:lnTo>
                    <a:pt x="5026" y="20"/>
                  </a:lnTo>
                  <a:lnTo>
                    <a:pt x="49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098;p60">
              <a:extLst>
                <a:ext uri="{FF2B5EF4-FFF2-40B4-BE49-F238E27FC236}">
                  <a16:creationId xmlns:a16="http://schemas.microsoft.com/office/drawing/2014/main" id="{D040E5BC-A4EE-4F8E-FD16-8242B81C68F0}"/>
                </a:ext>
              </a:extLst>
            </p:cNvPr>
            <p:cNvSpPr/>
            <p:nvPr/>
          </p:nvSpPr>
          <p:spPr>
            <a:xfrm>
              <a:off x="6435581" y="2135662"/>
              <a:ext cx="719639" cy="3245"/>
            </a:xfrm>
            <a:custGeom>
              <a:avLst/>
              <a:gdLst/>
              <a:ahLst/>
              <a:cxnLst/>
              <a:rect l="l" t="t" r="r" b="b"/>
              <a:pathLst>
                <a:path w="5544" h="25" extrusionOk="0">
                  <a:moveTo>
                    <a:pt x="19" y="0"/>
                  </a:moveTo>
                  <a:lnTo>
                    <a:pt x="0" y="24"/>
                  </a:lnTo>
                  <a:lnTo>
                    <a:pt x="62" y="24"/>
                  </a:lnTo>
                  <a:lnTo>
                    <a:pt x="19" y="0"/>
                  </a:lnTo>
                  <a:close/>
                  <a:moveTo>
                    <a:pt x="5505" y="0"/>
                  </a:moveTo>
                  <a:lnTo>
                    <a:pt x="5486" y="24"/>
                  </a:lnTo>
                  <a:lnTo>
                    <a:pt x="5544" y="24"/>
                  </a:lnTo>
                  <a:lnTo>
                    <a:pt x="55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099;p60">
              <a:extLst>
                <a:ext uri="{FF2B5EF4-FFF2-40B4-BE49-F238E27FC236}">
                  <a16:creationId xmlns:a16="http://schemas.microsoft.com/office/drawing/2014/main" id="{A5F620D4-AAC8-167B-2053-B77E8EAE7FED}"/>
                </a:ext>
              </a:extLst>
            </p:cNvPr>
            <p:cNvSpPr/>
            <p:nvPr/>
          </p:nvSpPr>
          <p:spPr>
            <a:xfrm>
              <a:off x="6401831" y="2115022"/>
              <a:ext cx="787787" cy="5192"/>
            </a:xfrm>
            <a:custGeom>
              <a:avLst/>
              <a:gdLst/>
              <a:ahLst/>
              <a:cxnLst/>
              <a:rect l="l" t="t" r="r" b="b"/>
              <a:pathLst>
                <a:path w="6069" h="40" extrusionOk="0">
                  <a:moveTo>
                    <a:pt x="20" y="1"/>
                  </a:moveTo>
                  <a:lnTo>
                    <a:pt x="1" y="20"/>
                  </a:lnTo>
                  <a:lnTo>
                    <a:pt x="20" y="39"/>
                  </a:lnTo>
                  <a:lnTo>
                    <a:pt x="63" y="20"/>
                  </a:lnTo>
                  <a:lnTo>
                    <a:pt x="20" y="1"/>
                  </a:lnTo>
                  <a:close/>
                  <a:moveTo>
                    <a:pt x="6025" y="1"/>
                  </a:moveTo>
                  <a:lnTo>
                    <a:pt x="6006" y="20"/>
                  </a:lnTo>
                  <a:lnTo>
                    <a:pt x="6025" y="39"/>
                  </a:lnTo>
                  <a:lnTo>
                    <a:pt x="6068" y="20"/>
                  </a:lnTo>
                  <a:lnTo>
                    <a:pt x="602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100;p60">
              <a:extLst>
                <a:ext uri="{FF2B5EF4-FFF2-40B4-BE49-F238E27FC236}">
                  <a16:creationId xmlns:a16="http://schemas.microsoft.com/office/drawing/2014/main" id="{0D43A8B3-F31F-1538-E28A-935DB75FDE03}"/>
                </a:ext>
              </a:extLst>
            </p:cNvPr>
            <p:cNvSpPr/>
            <p:nvPr/>
          </p:nvSpPr>
          <p:spPr>
            <a:xfrm>
              <a:off x="6076923" y="3430366"/>
              <a:ext cx="1444989" cy="423554"/>
            </a:xfrm>
            <a:custGeom>
              <a:avLst/>
              <a:gdLst/>
              <a:ahLst/>
              <a:cxnLst/>
              <a:rect l="l" t="t" r="r" b="b"/>
              <a:pathLst>
                <a:path w="11132" h="3263" extrusionOk="0">
                  <a:moveTo>
                    <a:pt x="11112" y="0"/>
                  </a:moveTo>
                  <a:lnTo>
                    <a:pt x="5525" y="3224"/>
                  </a:lnTo>
                  <a:lnTo>
                    <a:pt x="20" y="19"/>
                  </a:lnTo>
                  <a:lnTo>
                    <a:pt x="1" y="39"/>
                  </a:lnTo>
                  <a:lnTo>
                    <a:pt x="5525" y="3262"/>
                  </a:lnTo>
                  <a:lnTo>
                    <a:pt x="11132" y="19"/>
                  </a:lnTo>
                  <a:lnTo>
                    <a:pt x="111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01;p60">
              <a:extLst>
                <a:ext uri="{FF2B5EF4-FFF2-40B4-BE49-F238E27FC236}">
                  <a16:creationId xmlns:a16="http://schemas.microsoft.com/office/drawing/2014/main" id="{9BEE7279-BEEC-118F-ED22-DD86992AF66C}"/>
                </a:ext>
              </a:extLst>
            </p:cNvPr>
            <p:cNvSpPr/>
            <p:nvPr/>
          </p:nvSpPr>
          <p:spPr>
            <a:xfrm>
              <a:off x="6076923" y="3479563"/>
              <a:ext cx="1444989" cy="423554"/>
            </a:xfrm>
            <a:custGeom>
              <a:avLst/>
              <a:gdLst/>
              <a:ahLst/>
              <a:cxnLst/>
              <a:rect l="l" t="t" r="r" b="b"/>
              <a:pathLst>
                <a:path w="11132" h="3263" extrusionOk="0">
                  <a:moveTo>
                    <a:pt x="20" y="1"/>
                  </a:moveTo>
                  <a:lnTo>
                    <a:pt x="1" y="20"/>
                  </a:lnTo>
                  <a:lnTo>
                    <a:pt x="5525" y="3263"/>
                  </a:lnTo>
                  <a:lnTo>
                    <a:pt x="11132" y="20"/>
                  </a:lnTo>
                  <a:lnTo>
                    <a:pt x="11112" y="1"/>
                  </a:lnTo>
                  <a:lnTo>
                    <a:pt x="5525" y="3224"/>
                  </a:lnTo>
                  <a:lnTo>
                    <a:pt x="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02;p60">
              <a:extLst>
                <a:ext uri="{FF2B5EF4-FFF2-40B4-BE49-F238E27FC236}">
                  <a16:creationId xmlns:a16="http://schemas.microsoft.com/office/drawing/2014/main" id="{10CB8C22-74A2-6D21-8DBF-663B8CA099EC}"/>
                </a:ext>
              </a:extLst>
            </p:cNvPr>
            <p:cNvSpPr/>
            <p:nvPr/>
          </p:nvSpPr>
          <p:spPr>
            <a:xfrm>
              <a:off x="7243762" y="3532005"/>
              <a:ext cx="218332" cy="88008"/>
            </a:xfrm>
            <a:custGeom>
              <a:avLst/>
              <a:gdLst/>
              <a:ahLst/>
              <a:cxnLst/>
              <a:rect l="l" t="t" r="r" b="b"/>
              <a:pathLst>
                <a:path w="1682" h="678" extrusionOk="0">
                  <a:moveTo>
                    <a:pt x="0" y="0"/>
                  </a:moveTo>
                  <a:lnTo>
                    <a:pt x="19" y="140"/>
                  </a:lnTo>
                  <a:cubicBezTo>
                    <a:pt x="0" y="418"/>
                    <a:pt x="380" y="678"/>
                    <a:pt x="841" y="678"/>
                  </a:cubicBezTo>
                  <a:cubicBezTo>
                    <a:pt x="1302" y="678"/>
                    <a:pt x="1682" y="457"/>
                    <a:pt x="1682" y="159"/>
                  </a:cubicBezTo>
                  <a:lnTo>
                    <a:pt x="1682" y="20"/>
                  </a:lnTo>
                  <a:lnTo>
                    <a:pt x="0" y="0"/>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103;p60">
              <a:extLst>
                <a:ext uri="{FF2B5EF4-FFF2-40B4-BE49-F238E27FC236}">
                  <a16:creationId xmlns:a16="http://schemas.microsoft.com/office/drawing/2014/main" id="{54B3595C-AC59-EF56-073D-2D2395C2433D}"/>
                </a:ext>
              </a:extLst>
            </p:cNvPr>
            <p:cNvSpPr/>
            <p:nvPr/>
          </p:nvSpPr>
          <p:spPr>
            <a:xfrm>
              <a:off x="7243762" y="3463986"/>
              <a:ext cx="218332" cy="137983"/>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104;p60">
              <a:extLst>
                <a:ext uri="{FF2B5EF4-FFF2-40B4-BE49-F238E27FC236}">
                  <a16:creationId xmlns:a16="http://schemas.microsoft.com/office/drawing/2014/main" id="{1E1E205C-FE88-C7D2-F550-F80EC26142C5}"/>
                </a:ext>
              </a:extLst>
            </p:cNvPr>
            <p:cNvSpPr/>
            <p:nvPr/>
          </p:nvSpPr>
          <p:spPr>
            <a:xfrm>
              <a:off x="7261805" y="3474630"/>
              <a:ext cx="182246" cy="116695"/>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105;p60">
              <a:extLst>
                <a:ext uri="{FF2B5EF4-FFF2-40B4-BE49-F238E27FC236}">
                  <a16:creationId xmlns:a16="http://schemas.microsoft.com/office/drawing/2014/main" id="{181DAC57-66B4-34EF-1994-9162F8C804AE}"/>
                </a:ext>
              </a:extLst>
            </p:cNvPr>
            <p:cNvSpPr/>
            <p:nvPr/>
          </p:nvSpPr>
          <p:spPr>
            <a:xfrm>
              <a:off x="6129365" y="3532005"/>
              <a:ext cx="215217" cy="88008"/>
            </a:xfrm>
            <a:custGeom>
              <a:avLst/>
              <a:gdLst/>
              <a:ahLst/>
              <a:cxnLst/>
              <a:rect l="l" t="t" r="r" b="b"/>
              <a:pathLst>
                <a:path w="1658" h="678" extrusionOk="0">
                  <a:moveTo>
                    <a:pt x="1658" y="0"/>
                  </a:moveTo>
                  <a:lnTo>
                    <a:pt x="0" y="20"/>
                  </a:lnTo>
                  <a:lnTo>
                    <a:pt x="0" y="159"/>
                  </a:lnTo>
                  <a:cubicBezTo>
                    <a:pt x="0" y="457"/>
                    <a:pt x="380" y="678"/>
                    <a:pt x="817" y="678"/>
                  </a:cubicBezTo>
                  <a:cubicBezTo>
                    <a:pt x="1278" y="678"/>
                    <a:pt x="1658" y="418"/>
                    <a:pt x="1658" y="140"/>
                  </a:cubicBezTo>
                  <a:lnTo>
                    <a:pt x="1658" y="0"/>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106;p60">
              <a:extLst>
                <a:ext uri="{FF2B5EF4-FFF2-40B4-BE49-F238E27FC236}">
                  <a16:creationId xmlns:a16="http://schemas.microsoft.com/office/drawing/2014/main" id="{96BB37DC-2955-22D0-2385-540CB546233C}"/>
                </a:ext>
              </a:extLst>
            </p:cNvPr>
            <p:cNvSpPr/>
            <p:nvPr/>
          </p:nvSpPr>
          <p:spPr>
            <a:xfrm>
              <a:off x="6129365" y="3463986"/>
              <a:ext cx="215217" cy="137983"/>
            </a:xfrm>
            <a:custGeom>
              <a:avLst/>
              <a:gdLst/>
              <a:ahLst/>
              <a:cxnLst/>
              <a:rect l="l" t="t" r="r" b="b"/>
              <a:pathLst>
                <a:path w="1658" h="1063" extrusionOk="0">
                  <a:moveTo>
                    <a:pt x="817" y="1"/>
                  </a:moveTo>
                  <a:cubicBezTo>
                    <a:pt x="361" y="1"/>
                    <a:pt x="0" y="241"/>
                    <a:pt x="0" y="544"/>
                  </a:cubicBezTo>
                  <a:cubicBezTo>
                    <a:pt x="0" y="841"/>
                    <a:pt x="380" y="1062"/>
                    <a:pt x="841" y="1062"/>
                  </a:cubicBezTo>
                  <a:cubicBezTo>
                    <a:pt x="1297" y="1062"/>
                    <a:pt x="1658" y="822"/>
                    <a:pt x="1658" y="524"/>
                  </a:cubicBezTo>
                  <a:cubicBezTo>
                    <a:pt x="1658" y="222"/>
                    <a:pt x="1278" y="1"/>
                    <a:pt x="817" y="1"/>
                  </a:cubicBez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07;p60">
              <a:extLst>
                <a:ext uri="{FF2B5EF4-FFF2-40B4-BE49-F238E27FC236}">
                  <a16:creationId xmlns:a16="http://schemas.microsoft.com/office/drawing/2014/main" id="{511AB2EC-7B81-3C53-6827-9E1D60646C8B}"/>
                </a:ext>
              </a:extLst>
            </p:cNvPr>
            <p:cNvSpPr/>
            <p:nvPr/>
          </p:nvSpPr>
          <p:spPr>
            <a:xfrm>
              <a:off x="6144942" y="3474630"/>
              <a:ext cx="184063" cy="116695"/>
            </a:xfrm>
            <a:custGeom>
              <a:avLst/>
              <a:gdLst/>
              <a:ahLst/>
              <a:cxnLst/>
              <a:rect l="l" t="t" r="r" b="b"/>
              <a:pathLst>
                <a:path w="1418" h="899" extrusionOk="0">
                  <a:moveTo>
                    <a:pt x="721" y="20"/>
                  </a:moveTo>
                  <a:cubicBezTo>
                    <a:pt x="899" y="20"/>
                    <a:pt x="1081" y="58"/>
                    <a:pt x="1201" y="140"/>
                  </a:cubicBezTo>
                  <a:cubicBezTo>
                    <a:pt x="1321" y="221"/>
                    <a:pt x="1398" y="322"/>
                    <a:pt x="1398" y="442"/>
                  </a:cubicBezTo>
                  <a:cubicBezTo>
                    <a:pt x="1398" y="562"/>
                    <a:pt x="1321" y="683"/>
                    <a:pt x="1201" y="740"/>
                  </a:cubicBezTo>
                  <a:cubicBezTo>
                    <a:pt x="1081" y="822"/>
                    <a:pt x="899" y="879"/>
                    <a:pt x="721" y="879"/>
                  </a:cubicBezTo>
                  <a:lnTo>
                    <a:pt x="697" y="879"/>
                  </a:lnTo>
                  <a:cubicBezTo>
                    <a:pt x="519" y="879"/>
                    <a:pt x="361" y="841"/>
                    <a:pt x="217" y="759"/>
                  </a:cubicBezTo>
                  <a:cubicBezTo>
                    <a:pt x="96" y="683"/>
                    <a:pt x="39" y="582"/>
                    <a:pt x="39" y="462"/>
                  </a:cubicBezTo>
                  <a:cubicBezTo>
                    <a:pt x="39" y="341"/>
                    <a:pt x="96" y="241"/>
                    <a:pt x="217" y="159"/>
                  </a:cubicBezTo>
                  <a:cubicBezTo>
                    <a:pt x="361" y="82"/>
                    <a:pt x="519" y="20"/>
                    <a:pt x="697" y="20"/>
                  </a:cubicBezTo>
                  <a:close/>
                  <a:moveTo>
                    <a:pt x="697" y="0"/>
                  </a:moveTo>
                  <a:cubicBezTo>
                    <a:pt x="519" y="0"/>
                    <a:pt x="337" y="39"/>
                    <a:pt x="217" y="140"/>
                  </a:cubicBezTo>
                  <a:cubicBezTo>
                    <a:pt x="77" y="221"/>
                    <a:pt x="0" y="322"/>
                    <a:pt x="0" y="462"/>
                  </a:cubicBezTo>
                  <a:cubicBezTo>
                    <a:pt x="0" y="582"/>
                    <a:pt x="77" y="702"/>
                    <a:pt x="217" y="779"/>
                  </a:cubicBezTo>
                  <a:cubicBezTo>
                    <a:pt x="337" y="860"/>
                    <a:pt x="519" y="899"/>
                    <a:pt x="697" y="899"/>
                  </a:cubicBezTo>
                  <a:lnTo>
                    <a:pt x="721" y="899"/>
                  </a:lnTo>
                  <a:cubicBezTo>
                    <a:pt x="918" y="899"/>
                    <a:pt x="1081" y="860"/>
                    <a:pt x="1221" y="779"/>
                  </a:cubicBezTo>
                  <a:cubicBezTo>
                    <a:pt x="1341" y="683"/>
                    <a:pt x="1418" y="582"/>
                    <a:pt x="1418" y="442"/>
                  </a:cubicBezTo>
                  <a:cubicBezTo>
                    <a:pt x="1418" y="322"/>
                    <a:pt x="1341" y="202"/>
                    <a:pt x="1221" y="120"/>
                  </a:cubicBezTo>
                  <a:cubicBezTo>
                    <a:pt x="1081" y="39"/>
                    <a:pt x="918" y="0"/>
                    <a:pt x="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108;p60">
              <a:extLst>
                <a:ext uri="{FF2B5EF4-FFF2-40B4-BE49-F238E27FC236}">
                  <a16:creationId xmlns:a16="http://schemas.microsoft.com/office/drawing/2014/main" id="{11D66350-657C-2C0C-507A-601FAECF2891}"/>
                </a:ext>
              </a:extLst>
            </p:cNvPr>
            <p:cNvSpPr/>
            <p:nvPr/>
          </p:nvSpPr>
          <p:spPr>
            <a:xfrm>
              <a:off x="6583951" y="3372991"/>
              <a:ext cx="423554" cy="242086"/>
            </a:xfrm>
            <a:custGeom>
              <a:avLst/>
              <a:gdLst/>
              <a:ahLst/>
              <a:cxnLst/>
              <a:rect l="l" t="t" r="r" b="b"/>
              <a:pathLst>
                <a:path w="3263" h="1865" extrusionOk="0">
                  <a:moveTo>
                    <a:pt x="1619" y="0"/>
                  </a:moveTo>
                  <a:lnTo>
                    <a:pt x="0" y="942"/>
                  </a:lnTo>
                  <a:lnTo>
                    <a:pt x="1619" y="1864"/>
                  </a:lnTo>
                  <a:lnTo>
                    <a:pt x="3262" y="942"/>
                  </a:lnTo>
                  <a:lnTo>
                    <a:pt x="1619"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109;p60">
              <a:extLst>
                <a:ext uri="{FF2B5EF4-FFF2-40B4-BE49-F238E27FC236}">
                  <a16:creationId xmlns:a16="http://schemas.microsoft.com/office/drawing/2014/main" id="{F4E6E1CD-45E1-5D46-DEA5-AA97985105AC}"/>
                </a:ext>
              </a:extLst>
            </p:cNvPr>
            <p:cNvSpPr/>
            <p:nvPr/>
          </p:nvSpPr>
          <p:spPr>
            <a:xfrm>
              <a:off x="6583951" y="3495139"/>
              <a:ext cx="210284" cy="226510"/>
            </a:xfrm>
            <a:custGeom>
              <a:avLst/>
              <a:gdLst/>
              <a:ahLst/>
              <a:cxnLst/>
              <a:rect l="l" t="t" r="r" b="b"/>
              <a:pathLst>
                <a:path w="1620" h="1745" extrusionOk="0">
                  <a:moveTo>
                    <a:pt x="0" y="1"/>
                  </a:moveTo>
                  <a:lnTo>
                    <a:pt x="0" y="803"/>
                  </a:lnTo>
                  <a:lnTo>
                    <a:pt x="1619" y="1745"/>
                  </a:lnTo>
                  <a:lnTo>
                    <a:pt x="1619" y="923"/>
                  </a:lnTo>
                  <a:lnTo>
                    <a:pt x="0" y="1"/>
                  </a:lnTo>
                  <a:close/>
                </a:path>
              </a:pathLst>
            </a:custGeom>
            <a:gradFill>
              <a:gsLst>
                <a:gs pos="0">
                  <a:schemeClr val="accent1"/>
                </a:gs>
                <a:gs pos="100000">
                  <a:schemeClr val="dk2"/>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110;p60">
              <a:extLst>
                <a:ext uri="{FF2B5EF4-FFF2-40B4-BE49-F238E27FC236}">
                  <a16:creationId xmlns:a16="http://schemas.microsoft.com/office/drawing/2014/main" id="{ED41DAA0-61AD-3BF1-5E3C-96E7AC764D4F}"/>
                </a:ext>
              </a:extLst>
            </p:cNvPr>
            <p:cNvSpPr/>
            <p:nvPr/>
          </p:nvSpPr>
          <p:spPr>
            <a:xfrm>
              <a:off x="6794109" y="3495139"/>
              <a:ext cx="213399" cy="226510"/>
            </a:xfrm>
            <a:custGeom>
              <a:avLst/>
              <a:gdLst/>
              <a:ahLst/>
              <a:cxnLst/>
              <a:rect l="l" t="t" r="r" b="b"/>
              <a:pathLst>
                <a:path w="1644" h="1745" extrusionOk="0">
                  <a:moveTo>
                    <a:pt x="1643" y="1"/>
                  </a:moveTo>
                  <a:lnTo>
                    <a:pt x="0" y="923"/>
                  </a:lnTo>
                  <a:lnTo>
                    <a:pt x="0" y="1745"/>
                  </a:lnTo>
                  <a:lnTo>
                    <a:pt x="1643" y="803"/>
                  </a:lnTo>
                  <a:lnTo>
                    <a:pt x="1643" y="1"/>
                  </a:lnTo>
                  <a:close/>
                </a:path>
              </a:pathLst>
            </a:custGeom>
            <a:gradFill>
              <a:gsLst>
                <a:gs pos="0">
                  <a:schemeClr val="accent1"/>
                </a:gs>
                <a:gs pos="100000">
                  <a:schemeClr val="dk2"/>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11;p60">
              <a:extLst>
                <a:ext uri="{FF2B5EF4-FFF2-40B4-BE49-F238E27FC236}">
                  <a16:creationId xmlns:a16="http://schemas.microsoft.com/office/drawing/2014/main" id="{D45C44D0-50B5-24A7-7260-7BD149BB289E}"/>
                </a:ext>
              </a:extLst>
            </p:cNvPr>
            <p:cNvSpPr/>
            <p:nvPr/>
          </p:nvSpPr>
          <p:spPr>
            <a:xfrm>
              <a:off x="6179727" y="2947287"/>
              <a:ext cx="439130" cy="252730"/>
            </a:xfrm>
            <a:custGeom>
              <a:avLst/>
              <a:gdLst/>
              <a:ahLst/>
              <a:cxnLst/>
              <a:rect l="l" t="t" r="r" b="b"/>
              <a:pathLst>
                <a:path w="3383" h="1947" extrusionOk="0">
                  <a:moveTo>
                    <a:pt x="1682" y="1"/>
                  </a:moveTo>
                  <a:lnTo>
                    <a:pt x="1" y="962"/>
                  </a:lnTo>
                  <a:lnTo>
                    <a:pt x="1682" y="1947"/>
                  </a:lnTo>
                  <a:lnTo>
                    <a:pt x="3383" y="962"/>
                  </a:lnTo>
                  <a:lnTo>
                    <a:pt x="168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12;p60">
              <a:extLst>
                <a:ext uri="{FF2B5EF4-FFF2-40B4-BE49-F238E27FC236}">
                  <a16:creationId xmlns:a16="http://schemas.microsoft.com/office/drawing/2014/main" id="{657A201F-0DD8-B71F-B8D9-A778605A1575}"/>
                </a:ext>
              </a:extLst>
            </p:cNvPr>
            <p:cNvSpPr/>
            <p:nvPr/>
          </p:nvSpPr>
          <p:spPr>
            <a:xfrm>
              <a:off x="6179727" y="3072032"/>
              <a:ext cx="218462" cy="164203"/>
            </a:xfrm>
            <a:custGeom>
              <a:avLst/>
              <a:gdLst/>
              <a:ahLst/>
              <a:cxnLst/>
              <a:rect l="l" t="t" r="r" b="b"/>
              <a:pathLst>
                <a:path w="1683" h="1265" extrusionOk="0">
                  <a:moveTo>
                    <a:pt x="1" y="1"/>
                  </a:moveTo>
                  <a:lnTo>
                    <a:pt x="1" y="284"/>
                  </a:lnTo>
                  <a:lnTo>
                    <a:pt x="1682" y="1264"/>
                  </a:lnTo>
                  <a:lnTo>
                    <a:pt x="1682" y="986"/>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13;p60">
              <a:extLst>
                <a:ext uri="{FF2B5EF4-FFF2-40B4-BE49-F238E27FC236}">
                  <a16:creationId xmlns:a16="http://schemas.microsoft.com/office/drawing/2014/main" id="{10689EDA-5468-E6D4-E110-E86D38F55FAF}"/>
                </a:ext>
              </a:extLst>
            </p:cNvPr>
            <p:cNvSpPr/>
            <p:nvPr/>
          </p:nvSpPr>
          <p:spPr>
            <a:xfrm>
              <a:off x="6398063" y="3072032"/>
              <a:ext cx="220798" cy="164203"/>
            </a:xfrm>
            <a:custGeom>
              <a:avLst/>
              <a:gdLst/>
              <a:ahLst/>
              <a:cxnLst/>
              <a:rect l="l" t="t" r="r" b="b"/>
              <a:pathLst>
                <a:path w="1701" h="1265" extrusionOk="0">
                  <a:moveTo>
                    <a:pt x="1701" y="1"/>
                  </a:moveTo>
                  <a:lnTo>
                    <a:pt x="0" y="986"/>
                  </a:lnTo>
                  <a:lnTo>
                    <a:pt x="0" y="1264"/>
                  </a:lnTo>
                  <a:lnTo>
                    <a:pt x="1701" y="284"/>
                  </a:lnTo>
                  <a:lnTo>
                    <a:pt x="1701"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114;p60">
              <a:extLst>
                <a:ext uri="{FF2B5EF4-FFF2-40B4-BE49-F238E27FC236}">
                  <a16:creationId xmlns:a16="http://schemas.microsoft.com/office/drawing/2014/main" id="{76A6117D-E7F9-0FB4-D49E-DA2FC778C935}"/>
                </a:ext>
              </a:extLst>
            </p:cNvPr>
            <p:cNvSpPr/>
            <p:nvPr/>
          </p:nvSpPr>
          <p:spPr>
            <a:xfrm>
              <a:off x="5961521" y="3108897"/>
              <a:ext cx="436664" cy="251952"/>
            </a:xfrm>
            <a:custGeom>
              <a:avLst/>
              <a:gdLst/>
              <a:ahLst/>
              <a:cxnLst/>
              <a:rect l="l" t="t" r="r" b="b"/>
              <a:pathLst>
                <a:path w="3364" h="1941" extrusionOk="0">
                  <a:moveTo>
                    <a:pt x="1682" y="0"/>
                  </a:moveTo>
                  <a:lnTo>
                    <a:pt x="1" y="980"/>
                  </a:lnTo>
                  <a:lnTo>
                    <a:pt x="1682" y="1941"/>
                  </a:lnTo>
                  <a:lnTo>
                    <a:pt x="3363" y="980"/>
                  </a:lnTo>
                  <a:lnTo>
                    <a:pt x="1682"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15;p60">
              <a:extLst>
                <a:ext uri="{FF2B5EF4-FFF2-40B4-BE49-F238E27FC236}">
                  <a16:creationId xmlns:a16="http://schemas.microsoft.com/office/drawing/2014/main" id="{E5085C9D-838A-3FC5-0D33-A7ACFA17497D}"/>
                </a:ext>
              </a:extLst>
            </p:cNvPr>
            <p:cNvSpPr/>
            <p:nvPr/>
          </p:nvSpPr>
          <p:spPr>
            <a:xfrm>
              <a:off x="5961521" y="3236108"/>
              <a:ext cx="218332" cy="160958"/>
            </a:xfrm>
            <a:custGeom>
              <a:avLst/>
              <a:gdLst/>
              <a:ahLst/>
              <a:cxnLst/>
              <a:rect l="l" t="t" r="r" b="b"/>
              <a:pathLst>
                <a:path w="1682" h="1240" extrusionOk="0">
                  <a:moveTo>
                    <a:pt x="1" y="0"/>
                  </a:moveTo>
                  <a:lnTo>
                    <a:pt x="1" y="279"/>
                  </a:lnTo>
                  <a:lnTo>
                    <a:pt x="1682" y="1240"/>
                  </a:lnTo>
                  <a:lnTo>
                    <a:pt x="1682" y="961"/>
                  </a:lnTo>
                  <a:lnTo>
                    <a:pt x="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116;p60">
              <a:extLst>
                <a:ext uri="{FF2B5EF4-FFF2-40B4-BE49-F238E27FC236}">
                  <a16:creationId xmlns:a16="http://schemas.microsoft.com/office/drawing/2014/main" id="{059B0FBD-79E2-D8FE-16B7-1F3B37833913}"/>
                </a:ext>
              </a:extLst>
            </p:cNvPr>
            <p:cNvSpPr/>
            <p:nvPr/>
          </p:nvSpPr>
          <p:spPr>
            <a:xfrm>
              <a:off x="6179727" y="3236108"/>
              <a:ext cx="218462" cy="160958"/>
            </a:xfrm>
            <a:custGeom>
              <a:avLst/>
              <a:gdLst/>
              <a:ahLst/>
              <a:cxnLst/>
              <a:rect l="l" t="t" r="r" b="b"/>
              <a:pathLst>
                <a:path w="1683" h="1240" extrusionOk="0">
                  <a:moveTo>
                    <a:pt x="1682" y="0"/>
                  </a:moveTo>
                  <a:lnTo>
                    <a:pt x="1" y="961"/>
                  </a:lnTo>
                  <a:lnTo>
                    <a:pt x="1" y="1240"/>
                  </a:lnTo>
                  <a:lnTo>
                    <a:pt x="1682" y="279"/>
                  </a:lnTo>
                  <a:lnTo>
                    <a:pt x="168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117;p60">
              <a:extLst>
                <a:ext uri="{FF2B5EF4-FFF2-40B4-BE49-F238E27FC236}">
                  <a16:creationId xmlns:a16="http://schemas.microsoft.com/office/drawing/2014/main" id="{B04957EB-DCEC-0A27-A46E-655D16CC47B1}"/>
                </a:ext>
              </a:extLst>
            </p:cNvPr>
            <p:cNvSpPr/>
            <p:nvPr/>
          </p:nvSpPr>
          <p:spPr>
            <a:xfrm>
              <a:off x="5740199" y="3272195"/>
              <a:ext cx="439650" cy="252081"/>
            </a:xfrm>
            <a:custGeom>
              <a:avLst/>
              <a:gdLst/>
              <a:ahLst/>
              <a:cxnLst/>
              <a:rect l="l" t="t" r="r" b="b"/>
              <a:pathLst>
                <a:path w="3387" h="1942" extrusionOk="0">
                  <a:moveTo>
                    <a:pt x="1706" y="1"/>
                  </a:moveTo>
                  <a:lnTo>
                    <a:pt x="0" y="962"/>
                  </a:lnTo>
                  <a:lnTo>
                    <a:pt x="1706" y="1942"/>
                  </a:lnTo>
                  <a:lnTo>
                    <a:pt x="3387" y="962"/>
                  </a:lnTo>
                  <a:lnTo>
                    <a:pt x="1706"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118;p60">
              <a:extLst>
                <a:ext uri="{FF2B5EF4-FFF2-40B4-BE49-F238E27FC236}">
                  <a16:creationId xmlns:a16="http://schemas.microsoft.com/office/drawing/2014/main" id="{6BDF782C-0128-6223-FC66-1F4B6C268559}"/>
                </a:ext>
              </a:extLst>
            </p:cNvPr>
            <p:cNvSpPr/>
            <p:nvPr/>
          </p:nvSpPr>
          <p:spPr>
            <a:xfrm>
              <a:off x="5740199" y="3396939"/>
              <a:ext cx="221447" cy="164203"/>
            </a:xfrm>
            <a:custGeom>
              <a:avLst/>
              <a:gdLst/>
              <a:ahLst/>
              <a:cxnLst/>
              <a:rect l="l" t="t" r="r" b="b"/>
              <a:pathLst>
                <a:path w="1706" h="1265" extrusionOk="0">
                  <a:moveTo>
                    <a:pt x="0" y="1"/>
                  </a:moveTo>
                  <a:lnTo>
                    <a:pt x="0" y="284"/>
                  </a:lnTo>
                  <a:lnTo>
                    <a:pt x="1706" y="1264"/>
                  </a:lnTo>
                  <a:lnTo>
                    <a:pt x="1706" y="981"/>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119;p60">
              <a:extLst>
                <a:ext uri="{FF2B5EF4-FFF2-40B4-BE49-F238E27FC236}">
                  <a16:creationId xmlns:a16="http://schemas.microsoft.com/office/drawing/2014/main" id="{9316711A-5191-55CA-45AC-AD3A0A45D879}"/>
                </a:ext>
              </a:extLst>
            </p:cNvPr>
            <p:cNvSpPr/>
            <p:nvPr/>
          </p:nvSpPr>
          <p:spPr>
            <a:xfrm>
              <a:off x="5961521" y="3396939"/>
              <a:ext cx="218332" cy="164203"/>
            </a:xfrm>
            <a:custGeom>
              <a:avLst/>
              <a:gdLst/>
              <a:ahLst/>
              <a:cxnLst/>
              <a:rect l="l" t="t" r="r" b="b"/>
              <a:pathLst>
                <a:path w="1682" h="1265" extrusionOk="0">
                  <a:moveTo>
                    <a:pt x="1682" y="1"/>
                  </a:moveTo>
                  <a:lnTo>
                    <a:pt x="1" y="981"/>
                  </a:lnTo>
                  <a:lnTo>
                    <a:pt x="1" y="1264"/>
                  </a:lnTo>
                  <a:lnTo>
                    <a:pt x="1682" y="284"/>
                  </a:lnTo>
                  <a:lnTo>
                    <a:pt x="1682"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2120;p60">
              <a:extLst>
                <a:ext uri="{FF2B5EF4-FFF2-40B4-BE49-F238E27FC236}">
                  <a16:creationId xmlns:a16="http://schemas.microsoft.com/office/drawing/2014/main" id="{710BB3CA-BCCB-3D63-B625-AFCA964D129F}"/>
                </a:ext>
              </a:extLst>
            </p:cNvPr>
            <p:cNvSpPr/>
            <p:nvPr/>
          </p:nvSpPr>
          <p:spPr>
            <a:xfrm>
              <a:off x="6992971" y="2947287"/>
              <a:ext cx="436664" cy="252730"/>
            </a:xfrm>
            <a:custGeom>
              <a:avLst/>
              <a:gdLst/>
              <a:ahLst/>
              <a:cxnLst/>
              <a:rect l="l" t="t" r="r" b="b"/>
              <a:pathLst>
                <a:path w="3364" h="1947" extrusionOk="0">
                  <a:moveTo>
                    <a:pt x="1682" y="1"/>
                  </a:moveTo>
                  <a:lnTo>
                    <a:pt x="0" y="962"/>
                  </a:lnTo>
                  <a:lnTo>
                    <a:pt x="1682" y="1947"/>
                  </a:lnTo>
                  <a:lnTo>
                    <a:pt x="3363" y="962"/>
                  </a:lnTo>
                  <a:lnTo>
                    <a:pt x="168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2121;p60">
              <a:extLst>
                <a:ext uri="{FF2B5EF4-FFF2-40B4-BE49-F238E27FC236}">
                  <a16:creationId xmlns:a16="http://schemas.microsoft.com/office/drawing/2014/main" id="{25F85C38-467D-09E8-93C2-3F8695EDA18E}"/>
                </a:ext>
              </a:extLst>
            </p:cNvPr>
            <p:cNvSpPr/>
            <p:nvPr/>
          </p:nvSpPr>
          <p:spPr>
            <a:xfrm>
              <a:off x="7211177" y="3072032"/>
              <a:ext cx="218462" cy="164203"/>
            </a:xfrm>
            <a:custGeom>
              <a:avLst/>
              <a:gdLst/>
              <a:ahLst/>
              <a:cxnLst/>
              <a:rect l="l" t="t" r="r" b="b"/>
              <a:pathLst>
                <a:path w="1683" h="1265" extrusionOk="0">
                  <a:moveTo>
                    <a:pt x="1682" y="1"/>
                  </a:moveTo>
                  <a:lnTo>
                    <a:pt x="1" y="986"/>
                  </a:lnTo>
                  <a:lnTo>
                    <a:pt x="1" y="1264"/>
                  </a:lnTo>
                  <a:lnTo>
                    <a:pt x="1682" y="284"/>
                  </a:lnTo>
                  <a:lnTo>
                    <a:pt x="1682"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2122;p60">
              <a:extLst>
                <a:ext uri="{FF2B5EF4-FFF2-40B4-BE49-F238E27FC236}">
                  <a16:creationId xmlns:a16="http://schemas.microsoft.com/office/drawing/2014/main" id="{0DF0474F-FD1C-7571-4ABE-9A6880ECFF95}"/>
                </a:ext>
              </a:extLst>
            </p:cNvPr>
            <p:cNvSpPr/>
            <p:nvPr/>
          </p:nvSpPr>
          <p:spPr>
            <a:xfrm>
              <a:off x="6992971" y="3072032"/>
              <a:ext cx="218332" cy="164203"/>
            </a:xfrm>
            <a:custGeom>
              <a:avLst/>
              <a:gdLst/>
              <a:ahLst/>
              <a:cxnLst/>
              <a:rect l="l" t="t" r="r" b="b"/>
              <a:pathLst>
                <a:path w="1682" h="1265" extrusionOk="0">
                  <a:moveTo>
                    <a:pt x="0" y="1"/>
                  </a:moveTo>
                  <a:lnTo>
                    <a:pt x="0" y="284"/>
                  </a:lnTo>
                  <a:lnTo>
                    <a:pt x="1682" y="1264"/>
                  </a:lnTo>
                  <a:lnTo>
                    <a:pt x="1682" y="986"/>
                  </a:lnTo>
                  <a:lnTo>
                    <a:pt x="0"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2123;p60">
              <a:extLst>
                <a:ext uri="{FF2B5EF4-FFF2-40B4-BE49-F238E27FC236}">
                  <a16:creationId xmlns:a16="http://schemas.microsoft.com/office/drawing/2014/main" id="{E8D6D0C1-261F-AAC6-5899-7405A7336B9C}"/>
                </a:ext>
              </a:extLst>
            </p:cNvPr>
            <p:cNvSpPr/>
            <p:nvPr/>
          </p:nvSpPr>
          <p:spPr>
            <a:xfrm>
              <a:off x="7211177" y="3108897"/>
              <a:ext cx="439130" cy="251952"/>
            </a:xfrm>
            <a:custGeom>
              <a:avLst/>
              <a:gdLst/>
              <a:ahLst/>
              <a:cxnLst/>
              <a:rect l="l" t="t" r="r" b="b"/>
              <a:pathLst>
                <a:path w="3383" h="1941" extrusionOk="0">
                  <a:moveTo>
                    <a:pt x="1682" y="0"/>
                  </a:moveTo>
                  <a:lnTo>
                    <a:pt x="1" y="980"/>
                  </a:lnTo>
                  <a:lnTo>
                    <a:pt x="1682" y="1941"/>
                  </a:lnTo>
                  <a:lnTo>
                    <a:pt x="3383" y="980"/>
                  </a:lnTo>
                  <a:lnTo>
                    <a:pt x="1682"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2124;p60">
              <a:extLst>
                <a:ext uri="{FF2B5EF4-FFF2-40B4-BE49-F238E27FC236}">
                  <a16:creationId xmlns:a16="http://schemas.microsoft.com/office/drawing/2014/main" id="{CDD0C19C-FFAE-87A0-F034-79510CC8B6A3}"/>
                </a:ext>
              </a:extLst>
            </p:cNvPr>
            <p:cNvSpPr/>
            <p:nvPr/>
          </p:nvSpPr>
          <p:spPr>
            <a:xfrm>
              <a:off x="7429513" y="3236108"/>
              <a:ext cx="220798" cy="160958"/>
            </a:xfrm>
            <a:custGeom>
              <a:avLst/>
              <a:gdLst/>
              <a:ahLst/>
              <a:cxnLst/>
              <a:rect l="l" t="t" r="r" b="b"/>
              <a:pathLst>
                <a:path w="1701" h="1240" extrusionOk="0">
                  <a:moveTo>
                    <a:pt x="1701" y="0"/>
                  </a:moveTo>
                  <a:lnTo>
                    <a:pt x="0" y="961"/>
                  </a:lnTo>
                  <a:lnTo>
                    <a:pt x="0" y="1240"/>
                  </a:lnTo>
                  <a:lnTo>
                    <a:pt x="1701" y="279"/>
                  </a:lnTo>
                  <a:lnTo>
                    <a:pt x="170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2125;p60">
              <a:extLst>
                <a:ext uri="{FF2B5EF4-FFF2-40B4-BE49-F238E27FC236}">
                  <a16:creationId xmlns:a16="http://schemas.microsoft.com/office/drawing/2014/main" id="{801EC448-50FF-2920-74A2-C371E77A233F}"/>
                </a:ext>
              </a:extLst>
            </p:cNvPr>
            <p:cNvSpPr/>
            <p:nvPr/>
          </p:nvSpPr>
          <p:spPr>
            <a:xfrm>
              <a:off x="7211177" y="3236108"/>
              <a:ext cx="218462" cy="160958"/>
            </a:xfrm>
            <a:custGeom>
              <a:avLst/>
              <a:gdLst/>
              <a:ahLst/>
              <a:cxnLst/>
              <a:rect l="l" t="t" r="r" b="b"/>
              <a:pathLst>
                <a:path w="1683" h="1240" extrusionOk="0">
                  <a:moveTo>
                    <a:pt x="1" y="0"/>
                  </a:moveTo>
                  <a:lnTo>
                    <a:pt x="1" y="279"/>
                  </a:lnTo>
                  <a:lnTo>
                    <a:pt x="1682" y="1240"/>
                  </a:lnTo>
                  <a:lnTo>
                    <a:pt x="1682" y="961"/>
                  </a:lnTo>
                  <a:lnTo>
                    <a:pt x="1"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2126;p60">
              <a:extLst>
                <a:ext uri="{FF2B5EF4-FFF2-40B4-BE49-F238E27FC236}">
                  <a16:creationId xmlns:a16="http://schemas.microsoft.com/office/drawing/2014/main" id="{A1FE788A-4B7C-C021-52AE-7DA174C259AD}"/>
                </a:ext>
              </a:extLst>
            </p:cNvPr>
            <p:cNvSpPr/>
            <p:nvPr/>
          </p:nvSpPr>
          <p:spPr>
            <a:xfrm>
              <a:off x="7429513" y="3272195"/>
              <a:ext cx="439130" cy="252081"/>
            </a:xfrm>
            <a:custGeom>
              <a:avLst/>
              <a:gdLst/>
              <a:ahLst/>
              <a:cxnLst/>
              <a:rect l="l" t="t" r="r" b="b"/>
              <a:pathLst>
                <a:path w="3383" h="1942" extrusionOk="0">
                  <a:moveTo>
                    <a:pt x="1701" y="1"/>
                  </a:moveTo>
                  <a:lnTo>
                    <a:pt x="0" y="962"/>
                  </a:lnTo>
                  <a:lnTo>
                    <a:pt x="1701" y="1942"/>
                  </a:lnTo>
                  <a:lnTo>
                    <a:pt x="3382" y="962"/>
                  </a:lnTo>
                  <a:lnTo>
                    <a:pt x="1701"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2127;p60">
              <a:extLst>
                <a:ext uri="{FF2B5EF4-FFF2-40B4-BE49-F238E27FC236}">
                  <a16:creationId xmlns:a16="http://schemas.microsoft.com/office/drawing/2014/main" id="{C81F3FA1-61DC-B268-706E-E01841313874}"/>
                </a:ext>
              </a:extLst>
            </p:cNvPr>
            <p:cNvSpPr/>
            <p:nvPr/>
          </p:nvSpPr>
          <p:spPr>
            <a:xfrm>
              <a:off x="7650186" y="3396939"/>
              <a:ext cx="218462" cy="164203"/>
            </a:xfrm>
            <a:custGeom>
              <a:avLst/>
              <a:gdLst/>
              <a:ahLst/>
              <a:cxnLst/>
              <a:rect l="l" t="t" r="r" b="b"/>
              <a:pathLst>
                <a:path w="1683" h="1265" extrusionOk="0">
                  <a:moveTo>
                    <a:pt x="1682" y="1"/>
                  </a:moveTo>
                  <a:lnTo>
                    <a:pt x="1" y="981"/>
                  </a:lnTo>
                  <a:lnTo>
                    <a:pt x="1" y="1264"/>
                  </a:lnTo>
                  <a:lnTo>
                    <a:pt x="1682" y="284"/>
                  </a:lnTo>
                  <a:lnTo>
                    <a:pt x="1682"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2128;p60">
              <a:extLst>
                <a:ext uri="{FF2B5EF4-FFF2-40B4-BE49-F238E27FC236}">
                  <a16:creationId xmlns:a16="http://schemas.microsoft.com/office/drawing/2014/main" id="{90B4BB70-4325-5092-E77B-661C5B7617C0}"/>
                </a:ext>
              </a:extLst>
            </p:cNvPr>
            <p:cNvSpPr/>
            <p:nvPr/>
          </p:nvSpPr>
          <p:spPr>
            <a:xfrm>
              <a:off x="7429513" y="3396939"/>
              <a:ext cx="220798" cy="164203"/>
            </a:xfrm>
            <a:custGeom>
              <a:avLst/>
              <a:gdLst/>
              <a:ahLst/>
              <a:cxnLst/>
              <a:rect l="l" t="t" r="r" b="b"/>
              <a:pathLst>
                <a:path w="1701" h="1265" extrusionOk="0">
                  <a:moveTo>
                    <a:pt x="0" y="1"/>
                  </a:moveTo>
                  <a:lnTo>
                    <a:pt x="0" y="284"/>
                  </a:lnTo>
                  <a:lnTo>
                    <a:pt x="1701" y="1264"/>
                  </a:lnTo>
                  <a:lnTo>
                    <a:pt x="1701" y="981"/>
                  </a:lnTo>
                  <a:lnTo>
                    <a:pt x="0"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2129;p60">
              <a:extLst>
                <a:ext uri="{FF2B5EF4-FFF2-40B4-BE49-F238E27FC236}">
                  <a16:creationId xmlns:a16="http://schemas.microsoft.com/office/drawing/2014/main" id="{59081558-93BD-EBD5-9EDF-398522A5F6E5}"/>
                </a:ext>
              </a:extLst>
            </p:cNvPr>
            <p:cNvSpPr/>
            <p:nvPr/>
          </p:nvSpPr>
          <p:spPr>
            <a:xfrm>
              <a:off x="6568374" y="2065200"/>
              <a:ext cx="452241" cy="187309"/>
            </a:xfrm>
            <a:custGeom>
              <a:avLst/>
              <a:gdLst/>
              <a:ahLst/>
              <a:cxnLst/>
              <a:rect l="l" t="t" r="r" b="b"/>
              <a:pathLst>
                <a:path w="3484" h="1443" extrusionOk="0">
                  <a:moveTo>
                    <a:pt x="20" y="1"/>
                  </a:moveTo>
                  <a:lnTo>
                    <a:pt x="20" y="299"/>
                  </a:lnTo>
                  <a:cubicBezTo>
                    <a:pt x="0" y="923"/>
                    <a:pt x="798" y="1442"/>
                    <a:pt x="1759" y="1442"/>
                  </a:cubicBezTo>
                  <a:cubicBezTo>
                    <a:pt x="1777" y="1442"/>
                    <a:pt x="1794" y="1443"/>
                    <a:pt x="1812" y="1443"/>
                  </a:cubicBezTo>
                  <a:cubicBezTo>
                    <a:pt x="2748" y="1443"/>
                    <a:pt x="3483" y="950"/>
                    <a:pt x="3483" y="361"/>
                  </a:cubicBezTo>
                  <a:lnTo>
                    <a:pt x="3483" y="58"/>
                  </a:lnTo>
                  <a:lnTo>
                    <a:pt x="20"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2130;p60">
              <a:extLst>
                <a:ext uri="{FF2B5EF4-FFF2-40B4-BE49-F238E27FC236}">
                  <a16:creationId xmlns:a16="http://schemas.microsoft.com/office/drawing/2014/main" id="{933D24CB-517A-9A53-32BF-158930518959}"/>
                </a:ext>
              </a:extLst>
            </p:cNvPr>
            <p:cNvSpPr/>
            <p:nvPr/>
          </p:nvSpPr>
          <p:spPr>
            <a:xfrm>
              <a:off x="6568374" y="1927345"/>
              <a:ext cx="454707" cy="288946"/>
            </a:xfrm>
            <a:custGeom>
              <a:avLst/>
              <a:gdLst/>
              <a:ahLst/>
              <a:cxnLst/>
              <a:rect l="l" t="t" r="r" b="b"/>
              <a:pathLst>
                <a:path w="3503" h="2226" extrusionOk="0">
                  <a:moveTo>
                    <a:pt x="1705" y="1"/>
                  </a:moveTo>
                  <a:cubicBezTo>
                    <a:pt x="769" y="1"/>
                    <a:pt x="20" y="493"/>
                    <a:pt x="20" y="1082"/>
                  </a:cubicBezTo>
                  <a:cubicBezTo>
                    <a:pt x="0" y="1702"/>
                    <a:pt x="779" y="2201"/>
                    <a:pt x="1739" y="2225"/>
                  </a:cubicBezTo>
                  <a:cubicBezTo>
                    <a:pt x="2700" y="2225"/>
                    <a:pt x="3483" y="1745"/>
                    <a:pt x="3483" y="1120"/>
                  </a:cubicBezTo>
                  <a:cubicBezTo>
                    <a:pt x="3502" y="520"/>
                    <a:pt x="2719" y="1"/>
                    <a:pt x="1759" y="1"/>
                  </a:cubicBezTo>
                  <a:cubicBezTo>
                    <a:pt x="1741" y="1"/>
                    <a:pt x="1723" y="1"/>
                    <a:pt x="1705" y="1"/>
                  </a:cubicBezTo>
                  <a:close/>
                </a:path>
              </a:pathLst>
            </a:custGeom>
            <a:gradFill>
              <a:gsLst>
                <a:gs pos="0">
                  <a:srgbClr val="1501A9"/>
                </a:gs>
                <a:gs pos="100000">
                  <a:srgbClr val="17163E"/>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2131;p60">
              <a:extLst>
                <a:ext uri="{FF2B5EF4-FFF2-40B4-BE49-F238E27FC236}">
                  <a16:creationId xmlns:a16="http://schemas.microsoft.com/office/drawing/2014/main" id="{AEA85A9E-08F9-34A0-FB84-1226FC3F3155}"/>
                </a:ext>
              </a:extLst>
            </p:cNvPr>
            <p:cNvSpPr/>
            <p:nvPr/>
          </p:nvSpPr>
          <p:spPr>
            <a:xfrm>
              <a:off x="6582392" y="836186"/>
              <a:ext cx="426669" cy="1361525"/>
            </a:xfrm>
            <a:custGeom>
              <a:avLst/>
              <a:gdLst/>
              <a:ahLst/>
              <a:cxnLst/>
              <a:rect l="l" t="t" r="r" b="b"/>
              <a:pathLst>
                <a:path w="3287" h="10489" extrusionOk="0">
                  <a:moveTo>
                    <a:pt x="1" y="0"/>
                  </a:moveTo>
                  <a:lnTo>
                    <a:pt x="1" y="9406"/>
                  </a:lnTo>
                  <a:cubicBezTo>
                    <a:pt x="1" y="9988"/>
                    <a:pt x="746" y="10487"/>
                    <a:pt x="1644" y="10487"/>
                  </a:cubicBezTo>
                  <a:cubicBezTo>
                    <a:pt x="1667" y="10488"/>
                    <a:pt x="1690" y="10488"/>
                    <a:pt x="1713" y="10488"/>
                  </a:cubicBezTo>
                  <a:cubicBezTo>
                    <a:pt x="2602" y="10488"/>
                    <a:pt x="3287" y="10036"/>
                    <a:pt x="3287" y="9469"/>
                  </a:cubicBezTo>
                  <a:lnTo>
                    <a:pt x="3287" y="38"/>
                  </a:lnTo>
                  <a:lnTo>
                    <a:pt x="1" y="0"/>
                  </a:lnTo>
                  <a:close/>
                </a:path>
              </a:pathLst>
            </a:custGeom>
            <a:gradFill>
              <a:gsLst>
                <a:gs pos="0">
                  <a:srgbClr val="FFFFFF">
                    <a:alpha val="75294"/>
                  </a:srgbClr>
                </a:gs>
                <a:gs pos="50000">
                  <a:srgbClr val="FFFFFF">
                    <a:alpha val="29019"/>
                  </a:srgbClr>
                </a:gs>
                <a:gs pos="100000">
                  <a:srgbClr val="FFFFFF">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2132;p60">
              <a:extLst>
                <a:ext uri="{FF2B5EF4-FFF2-40B4-BE49-F238E27FC236}">
                  <a16:creationId xmlns:a16="http://schemas.microsoft.com/office/drawing/2014/main" id="{497C5D8E-2977-9AB5-22E5-3C3F741A8123}"/>
                </a:ext>
              </a:extLst>
            </p:cNvPr>
            <p:cNvSpPr/>
            <p:nvPr/>
          </p:nvSpPr>
          <p:spPr>
            <a:xfrm>
              <a:off x="6797484" y="1679413"/>
              <a:ext cx="37773" cy="31023"/>
            </a:xfrm>
            <a:custGeom>
              <a:avLst/>
              <a:gdLst/>
              <a:ahLst/>
              <a:cxnLst/>
              <a:rect l="l" t="t" r="r" b="b"/>
              <a:pathLst>
                <a:path w="291" h="239" extrusionOk="0">
                  <a:moveTo>
                    <a:pt x="151" y="0"/>
                  </a:moveTo>
                  <a:cubicBezTo>
                    <a:pt x="68" y="0"/>
                    <a:pt x="0" y="86"/>
                    <a:pt x="37" y="172"/>
                  </a:cubicBezTo>
                  <a:cubicBezTo>
                    <a:pt x="37" y="191"/>
                    <a:pt x="75" y="230"/>
                    <a:pt x="94" y="230"/>
                  </a:cubicBezTo>
                  <a:cubicBezTo>
                    <a:pt x="110" y="236"/>
                    <a:pt x="126" y="238"/>
                    <a:pt x="141" y="238"/>
                  </a:cubicBezTo>
                  <a:cubicBezTo>
                    <a:pt x="223" y="238"/>
                    <a:pt x="290" y="156"/>
                    <a:pt x="258" y="71"/>
                  </a:cubicBezTo>
                  <a:cubicBezTo>
                    <a:pt x="258" y="52"/>
                    <a:pt x="215" y="9"/>
                    <a:pt x="195" y="9"/>
                  </a:cubicBezTo>
                  <a:cubicBezTo>
                    <a:pt x="180" y="3"/>
                    <a:pt x="165" y="0"/>
                    <a:pt x="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2133;p60">
              <a:extLst>
                <a:ext uri="{FF2B5EF4-FFF2-40B4-BE49-F238E27FC236}">
                  <a16:creationId xmlns:a16="http://schemas.microsoft.com/office/drawing/2014/main" id="{AB82CA77-B42D-A3CF-3721-91D50D93DDAD}"/>
                </a:ext>
              </a:extLst>
            </p:cNvPr>
            <p:cNvSpPr/>
            <p:nvPr/>
          </p:nvSpPr>
          <p:spPr>
            <a:xfrm>
              <a:off x="6847330" y="1780793"/>
              <a:ext cx="37254" cy="31283"/>
            </a:xfrm>
            <a:custGeom>
              <a:avLst/>
              <a:gdLst/>
              <a:ahLst/>
              <a:cxnLst/>
              <a:rect l="l" t="t" r="r" b="b"/>
              <a:pathLst>
                <a:path w="287" h="241" extrusionOk="0">
                  <a:moveTo>
                    <a:pt x="142" y="0"/>
                  </a:moveTo>
                  <a:cubicBezTo>
                    <a:pt x="62" y="0"/>
                    <a:pt x="0" y="85"/>
                    <a:pt x="32" y="169"/>
                  </a:cubicBezTo>
                  <a:cubicBezTo>
                    <a:pt x="32" y="188"/>
                    <a:pt x="52" y="232"/>
                    <a:pt x="90" y="232"/>
                  </a:cubicBezTo>
                  <a:cubicBezTo>
                    <a:pt x="105" y="237"/>
                    <a:pt x="120" y="240"/>
                    <a:pt x="135" y="240"/>
                  </a:cubicBezTo>
                  <a:cubicBezTo>
                    <a:pt x="218" y="240"/>
                    <a:pt x="286" y="154"/>
                    <a:pt x="253" y="68"/>
                  </a:cubicBezTo>
                  <a:cubicBezTo>
                    <a:pt x="234" y="49"/>
                    <a:pt x="210" y="11"/>
                    <a:pt x="191" y="11"/>
                  </a:cubicBezTo>
                  <a:cubicBezTo>
                    <a:pt x="174" y="4"/>
                    <a:pt x="158" y="0"/>
                    <a:pt x="1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2134;p60">
              <a:extLst>
                <a:ext uri="{FF2B5EF4-FFF2-40B4-BE49-F238E27FC236}">
                  <a16:creationId xmlns:a16="http://schemas.microsoft.com/office/drawing/2014/main" id="{AB7B33DA-445E-AB38-1ABA-80464E623A1F}"/>
                </a:ext>
              </a:extLst>
            </p:cNvPr>
            <p:cNvSpPr/>
            <p:nvPr/>
          </p:nvSpPr>
          <p:spPr>
            <a:xfrm>
              <a:off x="6722585" y="1731466"/>
              <a:ext cx="37514" cy="33100"/>
            </a:xfrm>
            <a:custGeom>
              <a:avLst/>
              <a:gdLst/>
              <a:ahLst/>
              <a:cxnLst/>
              <a:rect l="l" t="t" r="r" b="b"/>
              <a:pathLst>
                <a:path w="289" h="255" extrusionOk="0">
                  <a:moveTo>
                    <a:pt x="143" y="1"/>
                  </a:moveTo>
                  <a:cubicBezTo>
                    <a:pt x="62" y="1"/>
                    <a:pt x="0" y="85"/>
                    <a:pt x="33" y="170"/>
                  </a:cubicBezTo>
                  <a:cubicBezTo>
                    <a:pt x="33" y="208"/>
                    <a:pt x="71" y="227"/>
                    <a:pt x="90" y="251"/>
                  </a:cubicBezTo>
                  <a:cubicBezTo>
                    <a:pt x="100" y="253"/>
                    <a:pt x="110" y="254"/>
                    <a:pt x="120" y="254"/>
                  </a:cubicBezTo>
                  <a:cubicBezTo>
                    <a:pt x="210" y="254"/>
                    <a:pt x="288" y="179"/>
                    <a:pt x="254" y="88"/>
                  </a:cubicBezTo>
                  <a:cubicBezTo>
                    <a:pt x="254" y="50"/>
                    <a:pt x="210" y="30"/>
                    <a:pt x="191" y="11"/>
                  </a:cubicBezTo>
                  <a:cubicBezTo>
                    <a:pt x="175" y="4"/>
                    <a:pt x="158" y="1"/>
                    <a:pt x="1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2135;p60">
              <a:extLst>
                <a:ext uri="{FF2B5EF4-FFF2-40B4-BE49-F238E27FC236}">
                  <a16:creationId xmlns:a16="http://schemas.microsoft.com/office/drawing/2014/main" id="{0576E192-A05F-8562-0051-4ADDFC6C7DDA}"/>
                </a:ext>
              </a:extLst>
            </p:cNvPr>
            <p:cNvSpPr/>
            <p:nvPr/>
          </p:nvSpPr>
          <p:spPr>
            <a:xfrm>
              <a:off x="6779052" y="1817918"/>
              <a:ext cx="38033" cy="32841"/>
            </a:xfrm>
            <a:custGeom>
              <a:avLst/>
              <a:gdLst/>
              <a:ahLst/>
              <a:cxnLst/>
              <a:rect l="l" t="t" r="r" b="b"/>
              <a:pathLst>
                <a:path w="293" h="253" extrusionOk="0">
                  <a:moveTo>
                    <a:pt x="168" y="1"/>
                  </a:moveTo>
                  <a:cubicBezTo>
                    <a:pt x="79" y="1"/>
                    <a:pt x="1" y="75"/>
                    <a:pt x="40" y="162"/>
                  </a:cubicBezTo>
                  <a:cubicBezTo>
                    <a:pt x="40" y="205"/>
                    <a:pt x="78" y="224"/>
                    <a:pt x="97" y="244"/>
                  </a:cubicBezTo>
                  <a:cubicBezTo>
                    <a:pt x="113" y="250"/>
                    <a:pt x="128" y="252"/>
                    <a:pt x="143" y="252"/>
                  </a:cubicBezTo>
                  <a:cubicBezTo>
                    <a:pt x="226" y="252"/>
                    <a:pt x="292" y="170"/>
                    <a:pt x="256" y="85"/>
                  </a:cubicBezTo>
                  <a:cubicBezTo>
                    <a:pt x="256" y="42"/>
                    <a:pt x="217" y="23"/>
                    <a:pt x="198" y="3"/>
                  </a:cubicBezTo>
                  <a:cubicBezTo>
                    <a:pt x="188" y="1"/>
                    <a:pt x="178" y="1"/>
                    <a:pt x="1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2136;p60">
              <a:extLst>
                <a:ext uri="{FF2B5EF4-FFF2-40B4-BE49-F238E27FC236}">
                  <a16:creationId xmlns:a16="http://schemas.microsoft.com/office/drawing/2014/main" id="{239BAC05-5E7C-C223-35AE-130F95C63769}"/>
                </a:ext>
              </a:extLst>
            </p:cNvPr>
            <p:cNvSpPr/>
            <p:nvPr/>
          </p:nvSpPr>
          <p:spPr>
            <a:xfrm>
              <a:off x="6797614" y="1892427"/>
              <a:ext cx="37643" cy="31283"/>
            </a:xfrm>
            <a:custGeom>
              <a:avLst/>
              <a:gdLst/>
              <a:ahLst/>
              <a:cxnLst/>
              <a:rect l="l" t="t" r="r" b="b"/>
              <a:pathLst>
                <a:path w="290" h="241" extrusionOk="0">
                  <a:moveTo>
                    <a:pt x="142" y="1"/>
                  </a:moveTo>
                  <a:cubicBezTo>
                    <a:pt x="62" y="1"/>
                    <a:pt x="0" y="70"/>
                    <a:pt x="36" y="169"/>
                  </a:cubicBezTo>
                  <a:cubicBezTo>
                    <a:pt x="36" y="188"/>
                    <a:pt x="74" y="212"/>
                    <a:pt x="93" y="232"/>
                  </a:cubicBezTo>
                  <a:cubicBezTo>
                    <a:pt x="109" y="237"/>
                    <a:pt x="124" y="240"/>
                    <a:pt x="138" y="240"/>
                  </a:cubicBezTo>
                  <a:cubicBezTo>
                    <a:pt x="221" y="240"/>
                    <a:pt x="290" y="154"/>
                    <a:pt x="257" y="68"/>
                  </a:cubicBezTo>
                  <a:cubicBezTo>
                    <a:pt x="257" y="30"/>
                    <a:pt x="214" y="11"/>
                    <a:pt x="194" y="11"/>
                  </a:cubicBezTo>
                  <a:cubicBezTo>
                    <a:pt x="177" y="4"/>
                    <a:pt x="159" y="1"/>
                    <a:pt x="1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2137;p60">
              <a:extLst>
                <a:ext uri="{FF2B5EF4-FFF2-40B4-BE49-F238E27FC236}">
                  <a16:creationId xmlns:a16="http://schemas.microsoft.com/office/drawing/2014/main" id="{ACDE5C87-5EE4-E958-31D1-3262BAB4DAA3}"/>
                </a:ext>
              </a:extLst>
            </p:cNvPr>
            <p:cNvSpPr/>
            <p:nvPr/>
          </p:nvSpPr>
          <p:spPr>
            <a:xfrm>
              <a:off x="6797484" y="1934225"/>
              <a:ext cx="37643" cy="31023"/>
            </a:xfrm>
            <a:custGeom>
              <a:avLst/>
              <a:gdLst/>
              <a:ahLst/>
              <a:cxnLst/>
              <a:rect l="l" t="t" r="r" b="b"/>
              <a:pathLst>
                <a:path w="290" h="239" extrusionOk="0">
                  <a:moveTo>
                    <a:pt x="147" y="0"/>
                  </a:moveTo>
                  <a:cubicBezTo>
                    <a:pt x="65" y="0"/>
                    <a:pt x="1" y="85"/>
                    <a:pt x="37" y="169"/>
                  </a:cubicBezTo>
                  <a:cubicBezTo>
                    <a:pt x="37" y="207"/>
                    <a:pt x="75" y="227"/>
                    <a:pt x="94" y="227"/>
                  </a:cubicBezTo>
                  <a:cubicBezTo>
                    <a:pt x="113" y="235"/>
                    <a:pt x="132" y="238"/>
                    <a:pt x="150" y="238"/>
                  </a:cubicBezTo>
                  <a:cubicBezTo>
                    <a:pt x="228" y="238"/>
                    <a:pt x="289" y="166"/>
                    <a:pt x="258" y="68"/>
                  </a:cubicBezTo>
                  <a:cubicBezTo>
                    <a:pt x="258" y="49"/>
                    <a:pt x="215" y="30"/>
                    <a:pt x="195" y="11"/>
                  </a:cubicBezTo>
                  <a:cubicBezTo>
                    <a:pt x="179" y="3"/>
                    <a:pt x="162" y="0"/>
                    <a:pt x="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2138;p60">
              <a:extLst>
                <a:ext uri="{FF2B5EF4-FFF2-40B4-BE49-F238E27FC236}">
                  <a16:creationId xmlns:a16="http://schemas.microsoft.com/office/drawing/2014/main" id="{4A896837-5B63-209A-5EDA-1CA846852ED4}"/>
                </a:ext>
              </a:extLst>
            </p:cNvPr>
            <p:cNvSpPr/>
            <p:nvPr/>
          </p:nvSpPr>
          <p:spPr>
            <a:xfrm>
              <a:off x="6738162" y="1908263"/>
              <a:ext cx="37254" cy="31023"/>
            </a:xfrm>
            <a:custGeom>
              <a:avLst/>
              <a:gdLst/>
              <a:ahLst/>
              <a:cxnLst/>
              <a:rect l="l" t="t" r="r" b="b"/>
              <a:pathLst>
                <a:path w="287" h="239" extrusionOk="0">
                  <a:moveTo>
                    <a:pt x="145" y="0"/>
                  </a:moveTo>
                  <a:cubicBezTo>
                    <a:pt x="64" y="0"/>
                    <a:pt x="0" y="82"/>
                    <a:pt x="33" y="167"/>
                  </a:cubicBezTo>
                  <a:cubicBezTo>
                    <a:pt x="52" y="187"/>
                    <a:pt x="71" y="230"/>
                    <a:pt x="114" y="230"/>
                  </a:cubicBezTo>
                  <a:cubicBezTo>
                    <a:pt x="129" y="235"/>
                    <a:pt x="143" y="238"/>
                    <a:pt x="156" y="238"/>
                  </a:cubicBezTo>
                  <a:cubicBezTo>
                    <a:pt x="232" y="238"/>
                    <a:pt x="286" y="152"/>
                    <a:pt x="254" y="66"/>
                  </a:cubicBezTo>
                  <a:cubicBezTo>
                    <a:pt x="254" y="47"/>
                    <a:pt x="234" y="9"/>
                    <a:pt x="191" y="9"/>
                  </a:cubicBezTo>
                  <a:cubicBezTo>
                    <a:pt x="176" y="3"/>
                    <a:pt x="160" y="0"/>
                    <a:pt x="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2139;p60">
              <a:extLst>
                <a:ext uri="{FF2B5EF4-FFF2-40B4-BE49-F238E27FC236}">
                  <a16:creationId xmlns:a16="http://schemas.microsoft.com/office/drawing/2014/main" id="{0A3FE2CA-DDA7-B72F-3DE6-91211415E3EB}"/>
                </a:ext>
              </a:extLst>
            </p:cNvPr>
            <p:cNvSpPr/>
            <p:nvPr/>
          </p:nvSpPr>
          <p:spPr>
            <a:xfrm>
              <a:off x="6846941" y="1875292"/>
              <a:ext cx="37643" cy="32711"/>
            </a:xfrm>
            <a:custGeom>
              <a:avLst/>
              <a:gdLst/>
              <a:ahLst/>
              <a:cxnLst/>
              <a:rect l="l" t="t" r="r" b="b"/>
              <a:pathLst>
                <a:path w="290" h="252" extrusionOk="0">
                  <a:moveTo>
                    <a:pt x="163" y="0"/>
                  </a:moveTo>
                  <a:cubicBezTo>
                    <a:pt x="74" y="0"/>
                    <a:pt x="1" y="71"/>
                    <a:pt x="35" y="162"/>
                  </a:cubicBezTo>
                  <a:cubicBezTo>
                    <a:pt x="35" y="200"/>
                    <a:pt x="74" y="224"/>
                    <a:pt x="93" y="244"/>
                  </a:cubicBezTo>
                  <a:cubicBezTo>
                    <a:pt x="108" y="249"/>
                    <a:pt x="123" y="252"/>
                    <a:pt x="138" y="252"/>
                  </a:cubicBezTo>
                  <a:cubicBezTo>
                    <a:pt x="221" y="252"/>
                    <a:pt x="289" y="166"/>
                    <a:pt x="256" y="80"/>
                  </a:cubicBezTo>
                  <a:cubicBezTo>
                    <a:pt x="256" y="42"/>
                    <a:pt x="213" y="23"/>
                    <a:pt x="194" y="3"/>
                  </a:cubicBezTo>
                  <a:cubicBezTo>
                    <a:pt x="183" y="1"/>
                    <a:pt x="173" y="0"/>
                    <a:pt x="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2140;p60">
              <a:extLst>
                <a:ext uri="{FF2B5EF4-FFF2-40B4-BE49-F238E27FC236}">
                  <a16:creationId xmlns:a16="http://schemas.microsoft.com/office/drawing/2014/main" id="{7A71EEB7-2EB3-A8AD-B4FC-DF37F0E25E42}"/>
                </a:ext>
              </a:extLst>
            </p:cNvPr>
            <p:cNvSpPr/>
            <p:nvPr/>
          </p:nvSpPr>
          <p:spPr>
            <a:xfrm>
              <a:off x="6831624" y="1986148"/>
              <a:ext cx="37254" cy="31023"/>
            </a:xfrm>
            <a:custGeom>
              <a:avLst/>
              <a:gdLst/>
              <a:ahLst/>
              <a:cxnLst/>
              <a:rect l="l" t="t" r="r" b="b"/>
              <a:pathLst>
                <a:path w="287" h="239" extrusionOk="0">
                  <a:moveTo>
                    <a:pt x="128" y="1"/>
                  </a:moveTo>
                  <a:cubicBezTo>
                    <a:pt x="51" y="1"/>
                    <a:pt x="1" y="82"/>
                    <a:pt x="33" y="168"/>
                  </a:cubicBezTo>
                  <a:cubicBezTo>
                    <a:pt x="33" y="187"/>
                    <a:pt x="52" y="230"/>
                    <a:pt x="91" y="230"/>
                  </a:cubicBezTo>
                  <a:cubicBezTo>
                    <a:pt x="106" y="236"/>
                    <a:pt x="121" y="239"/>
                    <a:pt x="136" y="239"/>
                  </a:cubicBezTo>
                  <a:cubicBezTo>
                    <a:pt x="219" y="239"/>
                    <a:pt x="287" y="153"/>
                    <a:pt x="254" y="67"/>
                  </a:cubicBezTo>
                  <a:cubicBezTo>
                    <a:pt x="235" y="48"/>
                    <a:pt x="211" y="9"/>
                    <a:pt x="173" y="9"/>
                  </a:cubicBezTo>
                  <a:cubicBezTo>
                    <a:pt x="157" y="3"/>
                    <a:pt x="142" y="1"/>
                    <a:pt x="1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2141;p60">
              <a:extLst>
                <a:ext uri="{FF2B5EF4-FFF2-40B4-BE49-F238E27FC236}">
                  <a16:creationId xmlns:a16="http://schemas.microsoft.com/office/drawing/2014/main" id="{1BE3F53D-BE27-4ECC-E7D8-9EDC61C92D9C}"/>
                </a:ext>
              </a:extLst>
            </p:cNvPr>
            <p:cNvSpPr/>
            <p:nvPr/>
          </p:nvSpPr>
          <p:spPr>
            <a:xfrm>
              <a:off x="6878484" y="1934225"/>
              <a:ext cx="36994" cy="31023"/>
            </a:xfrm>
            <a:custGeom>
              <a:avLst/>
              <a:gdLst/>
              <a:ahLst/>
              <a:cxnLst/>
              <a:rect l="l" t="t" r="r" b="b"/>
              <a:pathLst>
                <a:path w="285" h="239" extrusionOk="0">
                  <a:moveTo>
                    <a:pt x="143" y="0"/>
                  </a:moveTo>
                  <a:cubicBezTo>
                    <a:pt x="62" y="0"/>
                    <a:pt x="0" y="85"/>
                    <a:pt x="33" y="169"/>
                  </a:cubicBezTo>
                  <a:cubicBezTo>
                    <a:pt x="33" y="188"/>
                    <a:pt x="71" y="227"/>
                    <a:pt x="90" y="227"/>
                  </a:cubicBezTo>
                  <a:cubicBezTo>
                    <a:pt x="109" y="235"/>
                    <a:pt x="128" y="238"/>
                    <a:pt x="145" y="238"/>
                  </a:cubicBezTo>
                  <a:cubicBezTo>
                    <a:pt x="224" y="238"/>
                    <a:pt x="285" y="166"/>
                    <a:pt x="254" y="68"/>
                  </a:cubicBezTo>
                  <a:cubicBezTo>
                    <a:pt x="254" y="49"/>
                    <a:pt x="210" y="30"/>
                    <a:pt x="191" y="11"/>
                  </a:cubicBezTo>
                  <a:cubicBezTo>
                    <a:pt x="175" y="3"/>
                    <a:pt x="158" y="0"/>
                    <a:pt x="1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2142;p60">
              <a:extLst>
                <a:ext uri="{FF2B5EF4-FFF2-40B4-BE49-F238E27FC236}">
                  <a16:creationId xmlns:a16="http://schemas.microsoft.com/office/drawing/2014/main" id="{15B1865E-DDBD-E67F-4E19-7E15808F9C87}"/>
                </a:ext>
              </a:extLst>
            </p:cNvPr>
            <p:cNvSpPr/>
            <p:nvPr/>
          </p:nvSpPr>
          <p:spPr>
            <a:xfrm>
              <a:off x="6878484" y="2017301"/>
              <a:ext cx="37254" cy="33619"/>
            </a:xfrm>
            <a:custGeom>
              <a:avLst/>
              <a:gdLst/>
              <a:ahLst/>
              <a:cxnLst/>
              <a:rect l="l" t="t" r="r" b="b"/>
              <a:pathLst>
                <a:path w="287" h="259" extrusionOk="0">
                  <a:moveTo>
                    <a:pt x="145" y="1"/>
                  </a:moveTo>
                  <a:cubicBezTo>
                    <a:pt x="64" y="1"/>
                    <a:pt x="0" y="83"/>
                    <a:pt x="33" y="168"/>
                  </a:cubicBezTo>
                  <a:cubicBezTo>
                    <a:pt x="33" y="211"/>
                    <a:pt x="71" y="230"/>
                    <a:pt x="90" y="250"/>
                  </a:cubicBezTo>
                  <a:cubicBezTo>
                    <a:pt x="105" y="255"/>
                    <a:pt x="120" y="258"/>
                    <a:pt x="135" y="258"/>
                  </a:cubicBezTo>
                  <a:cubicBezTo>
                    <a:pt x="218" y="258"/>
                    <a:pt x="286" y="173"/>
                    <a:pt x="254" y="91"/>
                  </a:cubicBezTo>
                  <a:cubicBezTo>
                    <a:pt x="254" y="48"/>
                    <a:pt x="210" y="29"/>
                    <a:pt x="191" y="9"/>
                  </a:cubicBezTo>
                  <a:cubicBezTo>
                    <a:pt x="176" y="4"/>
                    <a:pt x="160" y="1"/>
                    <a:pt x="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2143;p60">
              <a:extLst>
                <a:ext uri="{FF2B5EF4-FFF2-40B4-BE49-F238E27FC236}">
                  <a16:creationId xmlns:a16="http://schemas.microsoft.com/office/drawing/2014/main" id="{BAA5A935-805E-9454-2D9D-01E5EF9FC5DE}"/>
                </a:ext>
              </a:extLst>
            </p:cNvPr>
            <p:cNvSpPr/>
            <p:nvPr/>
          </p:nvSpPr>
          <p:spPr>
            <a:xfrm>
              <a:off x="6797095" y="1241054"/>
              <a:ext cx="38163" cy="32841"/>
            </a:xfrm>
            <a:custGeom>
              <a:avLst/>
              <a:gdLst/>
              <a:ahLst/>
              <a:cxnLst/>
              <a:rect l="l" t="t" r="r" b="b"/>
              <a:pathLst>
                <a:path w="294" h="253" extrusionOk="0">
                  <a:moveTo>
                    <a:pt x="168" y="1"/>
                  </a:moveTo>
                  <a:cubicBezTo>
                    <a:pt x="79" y="1"/>
                    <a:pt x="1" y="76"/>
                    <a:pt x="40" y="162"/>
                  </a:cubicBezTo>
                  <a:cubicBezTo>
                    <a:pt x="40" y="205"/>
                    <a:pt x="78" y="225"/>
                    <a:pt x="97" y="244"/>
                  </a:cubicBezTo>
                  <a:cubicBezTo>
                    <a:pt x="113" y="250"/>
                    <a:pt x="129" y="252"/>
                    <a:pt x="144" y="252"/>
                  </a:cubicBezTo>
                  <a:cubicBezTo>
                    <a:pt x="226" y="252"/>
                    <a:pt x="293" y="171"/>
                    <a:pt x="261" y="85"/>
                  </a:cubicBezTo>
                  <a:cubicBezTo>
                    <a:pt x="261" y="42"/>
                    <a:pt x="218" y="23"/>
                    <a:pt x="198" y="4"/>
                  </a:cubicBezTo>
                  <a:cubicBezTo>
                    <a:pt x="188" y="2"/>
                    <a:pt x="178" y="1"/>
                    <a:pt x="1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2144;p60">
              <a:extLst>
                <a:ext uri="{FF2B5EF4-FFF2-40B4-BE49-F238E27FC236}">
                  <a16:creationId xmlns:a16="http://schemas.microsoft.com/office/drawing/2014/main" id="{07D45DC1-631F-EF49-994B-F96DDBB2A3DC}"/>
                </a:ext>
              </a:extLst>
            </p:cNvPr>
            <p:cNvSpPr/>
            <p:nvPr/>
          </p:nvSpPr>
          <p:spPr>
            <a:xfrm>
              <a:off x="6893801" y="1875292"/>
              <a:ext cx="37514" cy="32711"/>
            </a:xfrm>
            <a:custGeom>
              <a:avLst/>
              <a:gdLst/>
              <a:ahLst/>
              <a:cxnLst/>
              <a:rect l="l" t="t" r="r" b="b"/>
              <a:pathLst>
                <a:path w="289" h="252" extrusionOk="0">
                  <a:moveTo>
                    <a:pt x="162" y="0"/>
                  </a:moveTo>
                  <a:cubicBezTo>
                    <a:pt x="74" y="0"/>
                    <a:pt x="0" y="71"/>
                    <a:pt x="35" y="162"/>
                  </a:cubicBezTo>
                  <a:cubicBezTo>
                    <a:pt x="54" y="200"/>
                    <a:pt x="73" y="224"/>
                    <a:pt x="92" y="244"/>
                  </a:cubicBezTo>
                  <a:cubicBezTo>
                    <a:pt x="110" y="249"/>
                    <a:pt x="127" y="252"/>
                    <a:pt x="143" y="252"/>
                  </a:cubicBezTo>
                  <a:cubicBezTo>
                    <a:pt x="234" y="252"/>
                    <a:pt x="288" y="166"/>
                    <a:pt x="256" y="80"/>
                  </a:cubicBezTo>
                  <a:cubicBezTo>
                    <a:pt x="256" y="42"/>
                    <a:pt x="236" y="23"/>
                    <a:pt x="193" y="3"/>
                  </a:cubicBezTo>
                  <a:cubicBezTo>
                    <a:pt x="183" y="1"/>
                    <a:pt x="172" y="0"/>
                    <a:pt x="1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2145;p60">
              <a:extLst>
                <a:ext uri="{FF2B5EF4-FFF2-40B4-BE49-F238E27FC236}">
                  <a16:creationId xmlns:a16="http://schemas.microsoft.com/office/drawing/2014/main" id="{DAB9275B-EBA6-18EF-F8C4-306FD23EBEFC}"/>
                </a:ext>
              </a:extLst>
            </p:cNvPr>
            <p:cNvSpPr/>
            <p:nvPr/>
          </p:nvSpPr>
          <p:spPr>
            <a:xfrm>
              <a:off x="6894061" y="1827523"/>
              <a:ext cx="37254" cy="31283"/>
            </a:xfrm>
            <a:custGeom>
              <a:avLst/>
              <a:gdLst/>
              <a:ahLst/>
              <a:cxnLst/>
              <a:rect l="l" t="t" r="r" b="b"/>
              <a:pathLst>
                <a:path w="287" h="241" extrusionOk="0">
                  <a:moveTo>
                    <a:pt x="143" y="1"/>
                  </a:moveTo>
                  <a:cubicBezTo>
                    <a:pt x="63" y="1"/>
                    <a:pt x="0" y="85"/>
                    <a:pt x="33" y="170"/>
                  </a:cubicBezTo>
                  <a:cubicBezTo>
                    <a:pt x="52" y="189"/>
                    <a:pt x="71" y="232"/>
                    <a:pt x="90" y="232"/>
                  </a:cubicBezTo>
                  <a:cubicBezTo>
                    <a:pt x="108" y="238"/>
                    <a:pt x="125" y="240"/>
                    <a:pt x="141" y="240"/>
                  </a:cubicBezTo>
                  <a:cubicBezTo>
                    <a:pt x="232" y="240"/>
                    <a:pt x="286" y="155"/>
                    <a:pt x="254" y="69"/>
                  </a:cubicBezTo>
                  <a:cubicBezTo>
                    <a:pt x="254" y="49"/>
                    <a:pt x="210" y="11"/>
                    <a:pt x="191" y="11"/>
                  </a:cubicBezTo>
                  <a:cubicBezTo>
                    <a:pt x="175" y="4"/>
                    <a:pt x="158" y="1"/>
                    <a:pt x="1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2146;p60">
              <a:extLst>
                <a:ext uri="{FF2B5EF4-FFF2-40B4-BE49-F238E27FC236}">
                  <a16:creationId xmlns:a16="http://schemas.microsoft.com/office/drawing/2014/main" id="{FE04C11A-ACE2-DE31-123E-A121F5569FA8}"/>
                </a:ext>
              </a:extLst>
            </p:cNvPr>
            <p:cNvSpPr/>
            <p:nvPr/>
          </p:nvSpPr>
          <p:spPr>
            <a:xfrm>
              <a:off x="6734268" y="1797668"/>
              <a:ext cx="31283" cy="31413"/>
            </a:xfrm>
            <a:custGeom>
              <a:avLst/>
              <a:gdLst/>
              <a:ahLst/>
              <a:cxnLst/>
              <a:rect l="l" t="t" r="r" b="b"/>
              <a:pathLst>
                <a:path w="241" h="242" extrusionOk="0">
                  <a:moveTo>
                    <a:pt x="120" y="1"/>
                  </a:moveTo>
                  <a:cubicBezTo>
                    <a:pt x="63" y="1"/>
                    <a:pt x="0" y="39"/>
                    <a:pt x="0" y="121"/>
                  </a:cubicBezTo>
                  <a:cubicBezTo>
                    <a:pt x="0" y="179"/>
                    <a:pt x="63" y="241"/>
                    <a:pt x="120" y="241"/>
                  </a:cubicBezTo>
                  <a:cubicBezTo>
                    <a:pt x="202" y="241"/>
                    <a:pt x="240" y="179"/>
                    <a:pt x="240" y="121"/>
                  </a:cubicBezTo>
                  <a:cubicBezTo>
                    <a:pt x="240" y="39"/>
                    <a:pt x="202" y="1"/>
                    <a:pt x="1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2147;p60">
              <a:extLst>
                <a:ext uri="{FF2B5EF4-FFF2-40B4-BE49-F238E27FC236}">
                  <a16:creationId xmlns:a16="http://schemas.microsoft.com/office/drawing/2014/main" id="{90536D9E-DD3D-E429-B975-4B966D2B799B}"/>
                </a:ext>
              </a:extLst>
            </p:cNvPr>
            <p:cNvSpPr/>
            <p:nvPr/>
          </p:nvSpPr>
          <p:spPr>
            <a:xfrm>
              <a:off x="6707008" y="1663577"/>
              <a:ext cx="37124" cy="31283"/>
            </a:xfrm>
            <a:custGeom>
              <a:avLst/>
              <a:gdLst/>
              <a:ahLst/>
              <a:cxnLst/>
              <a:rect l="l" t="t" r="r" b="b"/>
              <a:pathLst>
                <a:path w="286" h="241" extrusionOk="0">
                  <a:moveTo>
                    <a:pt x="141" y="1"/>
                  </a:moveTo>
                  <a:cubicBezTo>
                    <a:pt x="61" y="1"/>
                    <a:pt x="1" y="74"/>
                    <a:pt x="32" y="174"/>
                  </a:cubicBezTo>
                  <a:cubicBezTo>
                    <a:pt x="32" y="193"/>
                    <a:pt x="71" y="212"/>
                    <a:pt x="90" y="232"/>
                  </a:cubicBezTo>
                  <a:cubicBezTo>
                    <a:pt x="106" y="237"/>
                    <a:pt x="121" y="240"/>
                    <a:pt x="136" y="240"/>
                  </a:cubicBezTo>
                  <a:cubicBezTo>
                    <a:pt x="219" y="240"/>
                    <a:pt x="286" y="158"/>
                    <a:pt x="253" y="73"/>
                  </a:cubicBezTo>
                  <a:cubicBezTo>
                    <a:pt x="253" y="30"/>
                    <a:pt x="210" y="11"/>
                    <a:pt x="191" y="11"/>
                  </a:cubicBezTo>
                  <a:cubicBezTo>
                    <a:pt x="174" y="4"/>
                    <a:pt x="157" y="1"/>
                    <a:pt x="1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2148;p60">
              <a:extLst>
                <a:ext uri="{FF2B5EF4-FFF2-40B4-BE49-F238E27FC236}">
                  <a16:creationId xmlns:a16="http://schemas.microsoft.com/office/drawing/2014/main" id="{9DB1D4CA-CCA4-8F61-C37B-1C25597C9398}"/>
                </a:ext>
              </a:extLst>
            </p:cNvPr>
            <p:cNvSpPr/>
            <p:nvPr/>
          </p:nvSpPr>
          <p:spPr>
            <a:xfrm>
              <a:off x="6797484" y="1572712"/>
              <a:ext cx="37903" cy="32970"/>
            </a:xfrm>
            <a:custGeom>
              <a:avLst/>
              <a:gdLst/>
              <a:ahLst/>
              <a:cxnLst/>
              <a:rect l="l" t="t" r="r" b="b"/>
              <a:pathLst>
                <a:path w="292" h="254" extrusionOk="0">
                  <a:moveTo>
                    <a:pt x="151" y="1"/>
                  </a:moveTo>
                  <a:cubicBezTo>
                    <a:pt x="68" y="1"/>
                    <a:pt x="0" y="87"/>
                    <a:pt x="37" y="173"/>
                  </a:cubicBezTo>
                  <a:cubicBezTo>
                    <a:pt x="37" y="211"/>
                    <a:pt x="75" y="230"/>
                    <a:pt x="94" y="249"/>
                  </a:cubicBezTo>
                  <a:cubicBezTo>
                    <a:pt x="107" y="252"/>
                    <a:pt x="119" y="254"/>
                    <a:pt x="130" y="254"/>
                  </a:cubicBezTo>
                  <a:cubicBezTo>
                    <a:pt x="217" y="254"/>
                    <a:pt x="292" y="180"/>
                    <a:pt x="258" y="91"/>
                  </a:cubicBezTo>
                  <a:cubicBezTo>
                    <a:pt x="258" y="52"/>
                    <a:pt x="215" y="33"/>
                    <a:pt x="195" y="9"/>
                  </a:cubicBezTo>
                  <a:cubicBezTo>
                    <a:pt x="180" y="3"/>
                    <a:pt x="165" y="1"/>
                    <a:pt x="1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2149;p60">
              <a:extLst>
                <a:ext uri="{FF2B5EF4-FFF2-40B4-BE49-F238E27FC236}">
                  <a16:creationId xmlns:a16="http://schemas.microsoft.com/office/drawing/2014/main" id="{D74CA343-63F2-E253-FCF0-FE0D0E842CE2}"/>
                </a:ext>
              </a:extLst>
            </p:cNvPr>
            <p:cNvSpPr/>
            <p:nvPr/>
          </p:nvSpPr>
          <p:spPr>
            <a:xfrm>
              <a:off x="6878354" y="1557135"/>
              <a:ext cx="37124" cy="31413"/>
            </a:xfrm>
            <a:custGeom>
              <a:avLst/>
              <a:gdLst/>
              <a:ahLst/>
              <a:cxnLst/>
              <a:rect l="l" t="t" r="r" b="b"/>
              <a:pathLst>
                <a:path w="286" h="242" extrusionOk="0">
                  <a:moveTo>
                    <a:pt x="148" y="1"/>
                  </a:moveTo>
                  <a:cubicBezTo>
                    <a:pt x="66" y="1"/>
                    <a:pt x="1" y="87"/>
                    <a:pt x="34" y="172"/>
                  </a:cubicBezTo>
                  <a:cubicBezTo>
                    <a:pt x="34" y="211"/>
                    <a:pt x="72" y="230"/>
                    <a:pt x="91" y="230"/>
                  </a:cubicBezTo>
                  <a:cubicBezTo>
                    <a:pt x="110" y="238"/>
                    <a:pt x="129" y="242"/>
                    <a:pt x="147" y="242"/>
                  </a:cubicBezTo>
                  <a:cubicBezTo>
                    <a:pt x="225" y="242"/>
                    <a:pt x="286" y="173"/>
                    <a:pt x="255" y="91"/>
                  </a:cubicBezTo>
                  <a:cubicBezTo>
                    <a:pt x="255" y="52"/>
                    <a:pt x="211" y="33"/>
                    <a:pt x="192" y="9"/>
                  </a:cubicBezTo>
                  <a:cubicBezTo>
                    <a:pt x="177" y="3"/>
                    <a:pt x="162" y="1"/>
                    <a:pt x="1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2150;p60">
              <a:extLst>
                <a:ext uri="{FF2B5EF4-FFF2-40B4-BE49-F238E27FC236}">
                  <a16:creationId xmlns:a16="http://schemas.microsoft.com/office/drawing/2014/main" id="{AED913C7-74C2-9BD9-CBCC-47FD64CD6720}"/>
                </a:ext>
              </a:extLst>
            </p:cNvPr>
            <p:cNvSpPr/>
            <p:nvPr/>
          </p:nvSpPr>
          <p:spPr>
            <a:xfrm>
              <a:off x="6893931" y="1445501"/>
              <a:ext cx="37254" cy="33749"/>
            </a:xfrm>
            <a:custGeom>
              <a:avLst/>
              <a:gdLst/>
              <a:ahLst/>
              <a:cxnLst/>
              <a:rect l="l" t="t" r="r" b="b"/>
              <a:pathLst>
                <a:path w="287" h="260" extrusionOk="0">
                  <a:moveTo>
                    <a:pt x="148" y="1"/>
                  </a:moveTo>
                  <a:cubicBezTo>
                    <a:pt x="66" y="1"/>
                    <a:pt x="1" y="87"/>
                    <a:pt x="34" y="172"/>
                  </a:cubicBezTo>
                  <a:cubicBezTo>
                    <a:pt x="53" y="211"/>
                    <a:pt x="72" y="230"/>
                    <a:pt x="91" y="249"/>
                  </a:cubicBezTo>
                  <a:cubicBezTo>
                    <a:pt x="111" y="256"/>
                    <a:pt x="130" y="260"/>
                    <a:pt x="147" y="260"/>
                  </a:cubicBezTo>
                  <a:cubicBezTo>
                    <a:pt x="235" y="260"/>
                    <a:pt x="287" y="175"/>
                    <a:pt x="255" y="91"/>
                  </a:cubicBezTo>
                  <a:cubicBezTo>
                    <a:pt x="255" y="52"/>
                    <a:pt x="235" y="28"/>
                    <a:pt x="192" y="9"/>
                  </a:cubicBezTo>
                  <a:cubicBezTo>
                    <a:pt x="177" y="3"/>
                    <a:pt x="162" y="1"/>
                    <a:pt x="1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2151;p60">
              <a:extLst>
                <a:ext uri="{FF2B5EF4-FFF2-40B4-BE49-F238E27FC236}">
                  <a16:creationId xmlns:a16="http://schemas.microsoft.com/office/drawing/2014/main" id="{4DDB438E-4C15-B52C-8354-A48CBB263382}"/>
                </a:ext>
              </a:extLst>
            </p:cNvPr>
            <p:cNvSpPr/>
            <p:nvPr/>
          </p:nvSpPr>
          <p:spPr>
            <a:xfrm>
              <a:off x="6748157" y="1429924"/>
              <a:ext cx="38033" cy="32841"/>
            </a:xfrm>
            <a:custGeom>
              <a:avLst/>
              <a:gdLst/>
              <a:ahLst/>
              <a:cxnLst/>
              <a:rect l="l" t="t" r="r" b="b"/>
              <a:pathLst>
                <a:path w="293" h="253" extrusionOk="0">
                  <a:moveTo>
                    <a:pt x="151" y="1"/>
                  </a:moveTo>
                  <a:cubicBezTo>
                    <a:pt x="68" y="1"/>
                    <a:pt x="1" y="87"/>
                    <a:pt x="37" y="172"/>
                  </a:cubicBezTo>
                  <a:cubicBezTo>
                    <a:pt x="37" y="211"/>
                    <a:pt x="76" y="230"/>
                    <a:pt x="95" y="249"/>
                  </a:cubicBezTo>
                  <a:cubicBezTo>
                    <a:pt x="105" y="251"/>
                    <a:pt x="116" y="252"/>
                    <a:pt x="126" y="252"/>
                  </a:cubicBezTo>
                  <a:cubicBezTo>
                    <a:pt x="215" y="252"/>
                    <a:pt x="292" y="181"/>
                    <a:pt x="253" y="91"/>
                  </a:cubicBezTo>
                  <a:cubicBezTo>
                    <a:pt x="234" y="52"/>
                    <a:pt x="215" y="28"/>
                    <a:pt x="196" y="9"/>
                  </a:cubicBezTo>
                  <a:cubicBezTo>
                    <a:pt x="181" y="3"/>
                    <a:pt x="166" y="1"/>
                    <a:pt x="1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2152;p60">
              <a:extLst>
                <a:ext uri="{FF2B5EF4-FFF2-40B4-BE49-F238E27FC236}">
                  <a16:creationId xmlns:a16="http://schemas.microsoft.com/office/drawing/2014/main" id="{1939ED7F-B30A-F21A-5387-34DA087F9673}"/>
                </a:ext>
              </a:extLst>
            </p:cNvPr>
            <p:cNvSpPr/>
            <p:nvPr/>
          </p:nvSpPr>
          <p:spPr>
            <a:xfrm>
              <a:off x="6765941" y="1007272"/>
              <a:ext cx="38163" cy="32711"/>
            </a:xfrm>
            <a:custGeom>
              <a:avLst/>
              <a:gdLst/>
              <a:ahLst/>
              <a:cxnLst/>
              <a:rect l="l" t="t" r="r" b="b"/>
              <a:pathLst>
                <a:path w="294" h="252" extrusionOk="0">
                  <a:moveTo>
                    <a:pt x="164" y="0"/>
                  </a:moveTo>
                  <a:cubicBezTo>
                    <a:pt x="63" y="0"/>
                    <a:pt x="1" y="75"/>
                    <a:pt x="40" y="162"/>
                  </a:cubicBezTo>
                  <a:cubicBezTo>
                    <a:pt x="40" y="205"/>
                    <a:pt x="59" y="224"/>
                    <a:pt x="97" y="243"/>
                  </a:cubicBezTo>
                  <a:cubicBezTo>
                    <a:pt x="113" y="249"/>
                    <a:pt x="128" y="252"/>
                    <a:pt x="143" y="252"/>
                  </a:cubicBezTo>
                  <a:cubicBezTo>
                    <a:pt x="226" y="252"/>
                    <a:pt x="293" y="170"/>
                    <a:pt x="261" y="85"/>
                  </a:cubicBezTo>
                  <a:cubicBezTo>
                    <a:pt x="237" y="42"/>
                    <a:pt x="217" y="22"/>
                    <a:pt x="198" y="3"/>
                  </a:cubicBezTo>
                  <a:cubicBezTo>
                    <a:pt x="186" y="1"/>
                    <a:pt x="175" y="0"/>
                    <a:pt x="1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2153;p60">
              <a:extLst>
                <a:ext uri="{FF2B5EF4-FFF2-40B4-BE49-F238E27FC236}">
                  <a16:creationId xmlns:a16="http://schemas.microsoft.com/office/drawing/2014/main" id="{B0264FA3-E4C5-52B6-BEEC-DE585072E265}"/>
                </a:ext>
              </a:extLst>
            </p:cNvPr>
            <p:cNvSpPr/>
            <p:nvPr/>
          </p:nvSpPr>
          <p:spPr>
            <a:xfrm>
              <a:off x="6909638" y="1679413"/>
              <a:ext cx="37643" cy="31023"/>
            </a:xfrm>
            <a:custGeom>
              <a:avLst/>
              <a:gdLst/>
              <a:ahLst/>
              <a:cxnLst/>
              <a:rect l="l" t="t" r="r" b="b"/>
              <a:pathLst>
                <a:path w="290" h="239" extrusionOk="0">
                  <a:moveTo>
                    <a:pt x="147" y="0"/>
                  </a:moveTo>
                  <a:cubicBezTo>
                    <a:pt x="65" y="0"/>
                    <a:pt x="0" y="86"/>
                    <a:pt x="33" y="172"/>
                  </a:cubicBezTo>
                  <a:cubicBezTo>
                    <a:pt x="52" y="191"/>
                    <a:pt x="71" y="230"/>
                    <a:pt x="114" y="230"/>
                  </a:cubicBezTo>
                  <a:cubicBezTo>
                    <a:pt x="129" y="236"/>
                    <a:pt x="144" y="238"/>
                    <a:pt x="158" y="238"/>
                  </a:cubicBezTo>
                  <a:cubicBezTo>
                    <a:pt x="233" y="238"/>
                    <a:pt x="289" y="156"/>
                    <a:pt x="273" y="71"/>
                  </a:cubicBezTo>
                  <a:cubicBezTo>
                    <a:pt x="254" y="52"/>
                    <a:pt x="235" y="9"/>
                    <a:pt x="191" y="9"/>
                  </a:cubicBezTo>
                  <a:cubicBezTo>
                    <a:pt x="176" y="3"/>
                    <a:pt x="161" y="0"/>
                    <a:pt x="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2154;p60">
              <a:extLst>
                <a:ext uri="{FF2B5EF4-FFF2-40B4-BE49-F238E27FC236}">
                  <a16:creationId xmlns:a16="http://schemas.microsoft.com/office/drawing/2014/main" id="{9692C98F-F6E4-D5E2-DFB0-69175CE1D4D2}"/>
                </a:ext>
              </a:extLst>
            </p:cNvPr>
            <p:cNvSpPr/>
            <p:nvPr/>
          </p:nvSpPr>
          <p:spPr>
            <a:xfrm>
              <a:off x="6898215" y="1797668"/>
              <a:ext cx="31283" cy="31413"/>
            </a:xfrm>
            <a:custGeom>
              <a:avLst/>
              <a:gdLst/>
              <a:ahLst/>
              <a:cxnLst/>
              <a:rect l="l" t="t" r="r" b="b"/>
              <a:pathLst>
                <a:path w="241" h="242" extrusionOk="0">
                  <a:moveTo>
                    <a:pt x="121" y="1"/>
                  </a:moveTo>
                  <a:cubicBezTo>
                    <a:pt x="39" y="1"/>
                    <a:pt x="1" y="39"/>
                    <a:pt x="1" y="121"/>
                  </a:cubicBezTo>
                  <a:cubicBezTo>
                    <a:pt x="1" y="179"/>
                    <a:pt x="39" y="241"/>
                    <a:pt x="121" y="241"/>
                  </a:cubicBezTo>
                  <a:cubicBezTo>
                    <a:pt x="178" y="241"/>
                    <a:pt x="241" y="179"/>
                    <a:pt x="241" y="121"/>
                  </a:cubicBezTo>
                  <a:cubicBezTo>
                    <a:pt x="241" y="39"/>
                    <a:pt x="178" y="1"/>
                    <a:pt x="1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2155;p60">
              <a:extLst>
                <a:ext uri="{FF2B5EF4-FFF2-40B4-BE49-F238E27FC236}">
                  <a16:creationId xmlns:a16="http://schemas.microsoft.com/office/drawing/2014/main" id="{461364E3-79AA-DAA6-961B-574BA0520961}"/>
                </a:ext>
              </a:extLst>
            </p:cNvPr>
            <p:cNvSpPr/>
            <p:nvPr/>
          </p:nvSpPr>
          <p:spPr>
            <a:xfrm>
              <a:off x="6831753" y="1843100"/>
              <a:ext cx="37384" cy="33100"/>
            </a:xfrm>
            <a:custGeom>
              <a:avLst/>
              <a:gdLst/>
              <a:ahLst/>
              <a:cxnLst/>
              <a:rect l="l" t="t" r="r" b="b"/>
              <a:pathLst>
                <a:path w="288" h="255" extrusionOk="0">
                  <a:moveTo>
                    <a:pt x="136" y="1"/>
                  </a:moveTo>
                  <a:cubicBezTo>
                    <a:pt x="49" y="1"/>
                    <a:pt x="0" y="85"/>
                    <a:pt x="32" y="170"/>
                  </a:cubicBezTo>
                  <a:cubicBezTo>
                    <a:pt x="32" y="208"/>
                    <a:pt x="71" y="232"/>
                    <a:pt x="90" y="251"/>
                  </a:cubicBezTo>
                  <a:cubicBezTo>
                    <a:pt x="100" y="253"/>
                    <a:pt x="110" y="254"/>
                    <a:pt x="120" y="254"/>
                  </a:cubicBezTo>
                  <a:cubicBezTo>
                    <a:pt x="209" y="254"/>
                    <a:pt x="288" y="179"/>
                    <a:pt x="253" y="88"/>
                  </a:cubicBezTo>
                  <a:cubicBezTo>
                    <a:pt x="234" y="50"/>
                    <a:pt x="210" y="30"/>
                    <a:pt x="191" y="11"/>
                  </a:cubicBezTo>
                  <a:cubicBezTo>
                    <a:pt x="171" y="4"/>
                    <a:pt x="153" y="1"/>
                    <a:pt x="1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2156;p60">
              <a:extLst>
                <a:ext uri="{FF2B5EF4-FFF2-40B4-BE49-F238E27FC236}">
                  <a16:creationId xmlns:a16="http://schemas.microsoft.com/office/drawing/2014/main" id="{1C548329-30F3-81C4-FC4B-7AC7828CF45F}"/>
                </a:ext>
              </a:extLst>
            </p:cNvPr>
            <p:cNvSpPr/>
            <p:nvPr/>
          </p:nvSpPr>
          <p:spPr>
            <a:xfrm>
              <a:off x="6763864" y="1970441"/>
              <a:ext cx="37643" cy="31153"/>
            </a:xfrm>
            <a:custGeom>
              <a:avLst/>
              <a:gdLst/>
              <a:ahLst/>
              <a:cxnLst/>
              <a:rect l="l" t="t" r="r" b="b"/>
              <a:pathLst>
                <a:path w="290" h="240" extrusionOk="0">
                  <a:moveTo>
                    <a:pt x="141" y="0"/>
                  </a:moveTo>
                  <a:cubicBezTo>
                    <a:pt x="62" y="0"/>
                    <a:pt x="1" y="67"/>
                    <a:pt x="36" y="149"/>
                  </a:cubicBezTo>
                  <a:cubicBezTo>
                    <a:pt x="36" y="188"/>
                    <a:pt x="75" y="212"/>
                    <a:pt x="94" y="231"/>
                  </a:cubicBezTo>
                  <a:cubicBezTo>
                    <a:pt x="109" y="237"/>
                    <a:pt x="124" y="240"/>
                    <a:pt x="139" y="240"/>
                  </a:cubicBezTo>
                  <a:cubicBezTo>
                    <a:pt x="222" y="240"/>
                    <a:pt x="289" y="154"/>
                    <a:pt x="253" y="68"/>
                  </a:cubicBezTo>
                  <a:cubicBezTo>
                    <a:pt x="253" y="29"/>
                    <a:pt x="214" y="10"/>
                    <a:pt x="195" y="10"/>
                  </a:cubicBezTo>
                  <a:cubicBezTo>
                    <a:pt x="177" y="3"/>
                    <a:pt x="159" y="0"/>
                    <a:pt x="1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2157;p60">
              <a:extLst>
                <a:ext uri="{FF2B5EF4-FFF2-40B4-BE49-F238E27FC236}">
                  <a16:creationId xmlns:a16="http://schemas.microsoft.com/office/drawing/2014/main" id="{F3B84536-4DBC-4308-A88D-4477A6448C9A}"/>
                </a:ext>
              </a:extLst>
            </p:cNvPr>
            <p:cNvSpPr/>
            <p:nvPr/>
          </p:nvSpPr>
          <p:spPr>
            <a:xfrm>
              <a:off x="6738162" y="2079739"/>
              <a:ext cx="37514" cy="32711"/>
            </a:xfrm>
            <a:custGeom>
              <a:avLst/>
              <a:gdLst/>
              <a:ahLst/>
              <a:cxnLst/>
              <a:rect l="l" t="t" r="r" b="b"/>
              <a:pathLst>
                <a:path w="289" h="252" extrusionOk="0">
                  <a:moveTo>
                    <a:pt x="145" y="0"/>
                  </a:moveTo>
                  <a:cubicBezTo>
                    <a:pt x="64" y="0"/>
                    <a:pt x="0" y="82"/>
                    <a:pt x="33" y="167"/>
                  </a:cubicBezTo>
                  <a:cubicBezTo>
                    <a:pt x="52" y="211"/>
                    <a:pt x="71" y="230"/>
                    <a:pt x="114" y="249"/>
                  </a:cubicBezTo>
                  <a:cubicBezTo>
                    <a:pt x="124" y="251"/>
                    <a:pt x="133" y="252"/>
                    <a:pt x="142" y="252"/>
                  </a:cubicBezTo>
                  <a:cubicBezTo>
                    <a:pt x="225" y="252"/>
                    <a:pt x="288" y="177"/>
                    <a:pt x="254" y="91"/>
                  </a:cubicBezTo>
                  <a:cubicBezTo>
                    <a:pt x="254" y="47"/>
                    <a:pt x="234" y="28"/>
                    <a:pt x="191" y="9"/>
                  </a:cubicBezTo>
                  <a:cubicBezTo>
                    <a:pt x="176" y="3"/>
                    <a:pt x="160" y="0"/>
                    <a:pt x="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2158;p60">
              <a:extLst>
                <a:ext uri="{FF2B5EF4-FFF2-40B4-BE49-F238E27FC236}">
                  <a16:creationId xmlns:a16="http://schemas.microsoft.com/office/drawing/2014/main" id="{E985CD5F-8CE6-66D3-879F-C5A348DC2223}"/>
                </a:ext>
              </a:extLst>
            </p:cNvPr>
            <p:cNvSpPr/>
            <p:nvPr/>
          </p:nvSpPr>
          <p:spPr>
            <a:xfrm>
              <a:off x="6691042" y="1955773"/>
              <a:ext cx="37514" cy="32711"/>
            </a:xfrm>
            <a:custGeom>
              <a:avLst/>
              <a:gdLst/>
              <a:ahLst/>
              <a:cxnLst/>
              <a:rect l="l" t="t" r="r" b="b"/>
              <a:pathLst>
                <a:path w="289" h="252" extrusionOk="0">
                  <a:moveTo>
                    <a:pt x="158" y="0"/>
                  </a:moveTo>
                  <a:cubicBezTo>
                    <a:pt x="59" y="0"/>
                    <a:pt x="1" y="71"/>
                    <a:pt x="35" y="162"/>
                  </a:cubicBezTo>
                  <a:cubicBezTo>
                    <a:pt x="35" y="205"/>
                    <a:pt x="55" y="224"/>
                    <a:pt x="93" y="243"/>
                  </a:cubicBezTo>
                  <a:cubicBezTo>
                    <a:pt x="108" y="249"/>
                    <a:pt x="123" y="252"/>
                    <a:pt x="138" y="252"/>
                  </a:cubicBezTo>
                  <a:cubicBezTo>
                    <a:pt x="221" y="252"/>
                    <a:pt x="289" y="166"/>
                    <a:pt x="256" y="85"/>
                  </a:cubicBezTo>
                  <a:cubicBezTo>
                    <a:pt x="237" y="41"/>
                    <a:pt x="213" y="22"/>
                    <a:pt x="194" y="3"/>
                  </a:cubicBezTo>
                  <a:cubicBezTo>
                    <a:pt x="181" y="1"/>
                    <a:pt x="169" y="0"/>
                    <a:pt x="1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2159;p60">
              <a:extLst>
                <a:ext uri="{FF2B5EF4-FFF2-40B4-BE49-F238E27FC236}">
                  <a16:creationId xmlns:a16="http://schemas.microsoft.com/office/drawing/2014/main" id="{DB7C06CA-ED34-5326-A22E-579497FECB17}"/>
                </a:ext>
              </a:extLst>
            </p:cNvPr>
            <p:cNvSpPr/>
            <p:nvPr/>
          </p:nvSpPr>
          <p:spPr>
            <a:xfrm>
              <a:off x="6659888" y="1811817"/>
              <a:ext cx="37514" cy="31413"/>
            </a:xfrm>
            <a:custGeom>
              <a:avLst/>
              <a:gdLst/>
              <a:ahLst/>
              <a:cxnLst/>
              <a:rect l="l" t="t" r="r" b="b"/>
              <a:pathLst>
                <a:path w="289" h="242" extrusionOk="0">
                  <a:moveTo>
                    <a:pt x="121" y="0"/>
                  </a:moveTo>
                  <a:cubicBezTo>
                    <a:pt x="48" y="0"/>
                    <a:pt x="0" y="73"/>
                    <a:pt x="16" y="170"/>
                  </a:cubicBezTo>
                  <a:cubicBezTo>
                    <a:pt x="35" y="190"/>
                    <a:pt x="54" y="209"/>
                    <a:pt x="93" y="233"/>
                  </a:cubicBezTo>
                  <a:cubicBezTo>
                    <a:pt x="108" y="239"/>
                    <a:pt x="123" y="241"/>
                    <a:pt x="137" y="241"/>
                  </a:cubicBezTo>
                  <a:cubicBezTo>
                    <a:pt x="221" y="241"/>
                    <a:pt x="289" y="155"/>
                    <a:pt x="256" y="70"/>
                  </a:cubicBezTo>
                  <a:cubicBezTo>
                    <a:pt x="237" y="31"/>
                    <a:pt x="213" y="12"/>
                    <a:pt x="174" y="12"/>
                  </a:cubicBezTo>
                  <a:cubicBezTo>
                    <a:pt x="156" y="4"/>
                    <a:pt x="138" y="0"/>
                    <a:pt x="1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2160;p60">
              <a:extLst>
                <a:ext uri="{FF2B5EF4-FFF2-40B4-BE49-F238E27FC236}">
                  <a16:creationId xmlns:a16="http://schemas.microsoft.com/office/drawing/2014/main" id="{85DE3FDB-24CB-7182-ECD3-61D6A28CC4C0}"/>
                </a:ext>
              </a:extLst>
            </p:cNvPr>
            <p:cNvSpPr/>
            <p:nvPr/>
          </p:nvSpPr>
          <p:spPr>
            <a:xfrm>
              <a:off x="6716614" y="1858677"/>
              <a:ext cx="38163" cy="33749"/>
            </a:xfrm>
            <a:custGeom>
              <a:avLst/>
              <a:gdLst/>
              <a:ahLst/>
              <a:cxnLst/>
              <a:rect l="l" t="t" r="r" b="b"/>
              <a:pathLst>
                <a:path w="294" h="260" extrusionOk="0">
                  <a:moveTo>
                    <a:pt x="132" y="1"/>
                  </a:moveTo>
                  <a:cubicBezTo>
                    <a:pt x="55" y="1"/>
                    <a:pt x="0" y="85"/>
                    <a:pt x="16" y="170"/>
                  </a:cubicBezTo>
                  <a:cubicBezTo>
                    <a:pt x="40" y="208"/>
                    <a:pt x="59" y="232"/>
                    <a:pt x="98" y="251"/>
                  </a:cubicBezTo>
                  <a:cubicBezTo>
                    <a:pt x="113" y="257"/>
                    <a:pt x="128" y="260"/>
                    <a:pt x="142" y="260"/>
                  </a:cubicBezTo>
                  <a:cubicBezTo>
                    <a:pt x="226" y="260"/>
                    <a:pt x="293" y="174"/>
                    <a:pt x="256" y="88"/>
                  </a:cubicBezTo>
                  <a:cubicBezTo>
                    <a:pt x="237" y="50"/>
                    <a:pt x="218" y="30"/>
                    <a:pt x="179" y="11"/>
                  </a:cubicBezTo>
                  <a:cubicBezTo>
                    <a:pt x="163" y="4"/>
                    <a:pt x="147" y="1"/>
                    <a:pt x="1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2161;p60">
              <a:extLst>
                <a:ext uri="{FF2B5EF4-FFF2-40B4-BE49-F238E27FC236}">
                  <a16:creationId xmlns:a16="http://schemas.microsoft.com/office/drawing/2014/main" id="{DE569822-2E7D-B4A7-352B-8324273D3A9B}"/>
                </a:ext>
              </a:extLst>
            </p:cNvPr>
            <p:cNvSpPr/>
            <p:nvPr/>
          </p:nvSpPr>
          <p:spPr>
            <a:xfrm>
              <a:off x="6862907" y="1622428"/>
              <a:ext cx="37514" cy="32970"/>
            </a:xfrm>
            <a:custGeom>
              <a:avLst/>
              <a:gdLst/>
              <a:ahLst/>
              <a:cxnLst/>
              <a:rect l="l" t="t" r="r" b="b"/>
              <a:pathLst>
                <a:path w="289" h="254" extrusionOk="0">
                  <a:moveTo>
                    <a:pt x="142" y="0"/>
                  </a:moveTo>
                  <a:cubicBezTo>
                    <a:pt x="62" y="0"/>
                    <a:pt x="0" y="85"/>
                    <a:pt x="32" y="169"/>
                  </a:cubicBezTo>
                  <a:cubicBezTo>
                    <a:pt x="32" y="207"/>
                    <a:pt x="71" y="227"/>
                    <a:pt x="90" y="251"/>
                  </a:cubicBezTo>
                  <a:cubicBezTo>
                    <a:pt x="100" y="253"/>
                    <a:pt x="110" y="254"/>
                    <a:pt x="120" y="254"/>
                  </a:cubicBezTo>
                  <a:cubicBezTo>
                    <a:pt x="210" y="254"/>
                    <a:pt x="288" y="178"/>
                    <a:pt x="253" y="87"/>
                  </a:cubicBezTo>
                  <a:cubicBezTo>
                    <a:pt x="253" y="49"/>
                    <a:pt x="210" y="30"/>
                    <a:pt x="191" y="11"/>
                  </a:cubicBezTo>
                  <a:cubicBezTo>
                    <a:pt x="175" y="3"/>
                    <a:pt x="158" y="0"/>
                    <a:pt x="1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2162;p60">
              <a:extLst>
                <a:ext uri="{FF2B5EF4-FFF2-40B4-BE49-F238E27FC236}">
                  <a16:creationId xmlns:a16="http://schemas.microsoft.com/office/drawing/2014/main" id="{495F9B49-B0A4-41E6-6835-9DA18307DB47}"/>
                </a:ext>
              </a:extLst>
            </p:cNvPr>
            <p:cNvSpPr/>
            <p:nvPr/>
          </p:nvSpPr>
          <p:spPr>
            <a:xfrm>
              <a:off x="6659759" y="1414347"/>
              <a:ext cx="37903" cy="32841"/>
            </a:xfrm>
            <a:custGeom>
              <a:avLst/>
              <a:gdLst/>
              <a:ahLst/>
              <a:cxnLst/>
              <a:rect l="l" t="t" r="r" b="b"/>
              <a:pathLst>
                <a:path w="292" h="253" extrusionOk="0">
                  <a:moveTo>
                    <a:pt x="132" y="1"/>
                  </a:moveTo>
                  <a:cubicBezTo>
                    <a:pt x="54" y="1"/>
                    <a:pt x="1" y="86"/>
                    <a:pt x="17" y="172"/>
                  </a:cubicBezTo>
                  <a:cubicBezTo>
                    <a:pt x="36" y="211"/>
                    <a:pt x="55" y="230"/>
                    <a:pt x="94" y="249"/>
                  </a:cubicBezTo>
                  <a:cubicBezTo>
                    <a:pt x="104" y="251"/>
                    <a:pt x="115" y="252"/>
                    <a:pt x="125" y="252"/>
                  </a:cubicBezTo>
                  <a:cubicBezTo>
                    <a:pt x="214" y="252"/>
                    <a:pt x="292" y="181"/>
                    <a:pt x="257" y="91"/>
                  </a:cubicBezTo>
                  <a:cubicBezTo>
                    <a:pt x="238" y="52"/>
                    <a:pt x="214" y="28"/>
                    <a:pt x="175" y="9"/>
                  </a:cubicBezTo>
                  <a:cubicBezTo>
                    <a:pt x="160" y="3"/>
                    <a:pt x="146" y="1"/>
                    <a:pt x="1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2163;p60">
              <a:extLst>
                <a:ext uri="{FF2B5EF4-FFF2-40B4-BE49-F238E27FC236}">
                  <a16:creationId xmlns:a16="http://schemas.microsoft.com/office/drawing/2014/main" id="{806D869A-0838-39EE-DFA3-7E9D1DFE1611}"/>
                </a:ext>
              </a:extLst>
            </p:cNvPr>
            <p:cNvSpPr/>
            <p:nvPr/>
          </p:nvSpPr>
          <p:spPr>
            <a:xfrm>
              <a:off x="6675335" y="1066334"/>
              <a:ext cx="37643" cy="31023"/>
            </a:xfrm>
            <a:custGeom>
              <a:avLst/>
              <a:gdLst/>
              <a:ahLst/>
              <a:cxnLst/>
              <a:rect l="l" t="t" r="r" b="b"/>
              <a:pathLst>
                <a:path w="290" h="239" extrusionOk="0">
                  <a:moveTo>
                    <a:pt x="131" y="1"/>
                  </a:moveTo>
                  <a:cubicBezTo>
                    <a:pt x="53" y="1"/>
                    <a:pt x="1" y="83"/>
                    <a:pt x="17" y="168"/>
                  </a:cubicBezTo>
                  <a:cubicBezTo>
                    <a:pt x="36" y="187"/>
                    <a:pt x="55" y="230"/>
                    <a:pt x="94" y="230"/>
                  </a:cubicBezTo>
                  <a:cubicBezTo>
                    <a:pt x="109" y="236"/>
                    <a:pt x="124" y="239"/>
                    <a:pt x="139" y="239"/>
                  </a:cubicBezTo>
                  <a:cubicBezTo>
                    <a:pt x="222" y="239"/>
                    <a:pt x="290" y="153"/>
                    <a:pt x="257" y="67"/>
                  </a:cubicBezTo>
                  <a:cubicBezTo>
                    <a:pt x="238" y="48"/>
                    <a:pt x="214" y="9"/>
                    <a:pt x="176" y="9"/>
                  </a:cubicBezTo>
                  <a:cubicBezTo>
                    <a:pt x="160" y="3"/>
                    <a:pt x="145" y="1"/>
                    <a:pt x="1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2164;p60">
              <a:extLst>
                <a:ext uri="{FF2B5EF4-FFF2-40B4-BE49-F238E27FC236}">
                  <a16:creationId xmlns:a16="http://schemas.microsoft.com/office/drawing/2014/main" id="{76BD482C-811E-00D3-959B-67960E17F3B3}"/>
                </a:ext>
              </a:extLst>
            </p:cNvPr>
            <p:cNvSpPr/>
            <p:nvPr/>
          </p:nvSpPr>
          <p:spPr>
            <a:xfrm>
              <a:off x="6675335" y="1170310"/>
              <a:ext cx="37643" cy="30894"/>
            </a:xfrm>
            <a:custGeom>
              <a:avLst/>
              <a:gdLst/>
              <a:ahLst/>
              <a:cxnLst/>
              <a:rect l="l" t="t" r="r" b="b"/>
              <a:pathLst>
                <a:path w="290" h="238" extrusionOk="0">
                  <a:moveTo>
                    <a:pt x="128" y="0"/>
                  </a:moveTo>
                  <a:cubicBezTo>
                    <a:pt x="52" y="0"/>
                    <a:pt x="1" y="85"/>
                    <a:pt x="17" y="169"/>
                  </a:cubicBezTo>
                  <a:cubicBezTo>
                    <a:pt x="36" y="188"/>
                    <a:pt x="55" y="208"/>
                    <a:pt x="94" y="227"/>
                  </a:cubicBezTo>
                  <a:cubicBezTo>
                    <a:pt x="110" y="234"/>
                    <a:pt x="127" y="237"/>
                    <a:pt x="143" y="237"/>
                  </a:cubicBezTo>
                  <a:cubicBezTo>
                    <a:pt x="224" y="237"/>
                    <a:pt x="289" y="153"/>
                    <a:pt x="257" y="68"/>
                  </a:cubicBezTo>
                  <a:cubicBezTo>
                    <a:pt x="238" y="49"/>
                    <a:pt x="214" y="11"/>
                    <a:pt x="176" y="11"/>
                  </a:cubicBezTo>
                  <a:cubicBezTo>
                    <a:pt x="159" y="4"/>
                    <a:pt x="143" y="0"/>
                    <a:pt x="1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2165;p60">
              <a:extLst>
                <a:ext uri="{FF2B5EF4-FFF2-40B4-BE49-F238E27FC236}">
                  <a16:creationId xmlns:a16="http://schemas.microsoft.com/office/drawing/2014/main" id="{D3914EB2-3039-D78F-DE3F-6DC0210667C4}"/>
                </a:ext>
              </a:extLst>
            </p:cNvPr>
            <p:cNvSpPr/>
            <p:nvPr/>
          </p:nvSpPr>
          <p:spPr>
            <a:xfrm>
              <a:off x="6781777" y="1429924"/>
              <a:ext cx="38163" cy="32841"/>
            </a:xfrm>
            <a:custGeom>
              <a:avLst/>
              <a:gdLst/>
              <a:ahLst/>
              <a:cxnLst/>
              <a:rect l="l" t="t" r="r" b="b"/>
              <a:pathLst>
                <a:path w="294" h="253" extrusionOk="0">
                  <a:moveTo>
                    <a:pt x="152" y="1"/>
                  </a:moveTo>
                  <a:cubicBezTo>
                    <a:pt x="69" y="1"/>
                    <a:pt x="1" y="87"/>
                    <a:pt x="38" y="172"/>
                  </a:cubicBezTo>
                  <a:cubicBezTo>
                    <a:pt x="38" y="211"/>
                    <a:pt x="76" y="230"/>
                    <a:pt x="95" y="249"/>
                  </a:cubicBezTo>
                  <a:cubicBezTo>
                    <a:pt x="106" y="251"/>
                    <a:pt x="116" y="252"/>
                    <a:pt x="127" y="252"/>
                  </a:cubicBezTo>
                  <a:cubicBezTo>
                    <a:pt x="216" y="252"/>
                    <a:pt x="293" y="181"/>
                    <a:pt x="259" y="91"/>
                  </a:cubicBezTo>
                  <a:cubicBezTo>
                    <a:pt x="259" y="52"/>
                    <a:pt x="215" y="28"/>
                    <a:pt x="196" y="9"/>
                  </a:cubicBezTo>
                  <a:cubicBezTo>
                    <a:pt x="181" y="3"/>
                    <a:pt x="166" y="1"/>
                    <a:pt x="1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2166;p60">
              <a:extLst>
                <a:ext uri="{FF2B5EF4-FFF2-40B4-BE49-F238E27FC236}">
                  <a16:creationId xmlns:a16="http://schemas.microsoft.com/office/drawing/2014/main" id="{BA6CCE2D-B3C8-FE39-55BD-F204083BA3BE}"/>
                </a:ext>
              </a:extLst>
            </p:cNvPr>
            <p:cNvSpPr/>
            <p:nvPr/>
          </p:nvSpPr>
          <p:spPr>
            <a:xfrm>
              <a:off x="6831364" y="1287915"/>
              <a:ext cx="37514" cy="32711"/>
            </a:xfrm>
            <a:custGeom>
              <a:avLst/>
              <a:gdLst/>
              <a:ahLst/>
              <a:cxnLst/>
              <a:rect l="l" t="t" r="r" b="b"/>
              <a:pathLst>
                <a:path w="289" h="252" extrusionOk="0">
                  <a:moveTo>
                    <a:pt x="145" y="0"/>
                  </a:moveTo>
                  <a:cubicBezTo>
                    <a:pt x="60" y="0"/>
                    <a:pt x="1" y="75"/>
                    <a:pt x="35" y="161"/>
                  </a:cubicBezTo>
                  <a:cubicBezTo>
                    <a:pt x="35" y="205"/>
                    <a:pt x="54" y="224"/>
                    <a:pt x="93" y="243"/>
                  </a:cubicBezTo>
                  <a:cubicBezTo>
                    <a:pt x="108" y="249"/>
                    <a:pt x="124" y="252"/>
                    <a:pt x="139" y="252"/>
                  </a:cubicBezTo>
                  <a:cubicBezTo>
                    <a:pt x="222" y="252"/>
                    <a:pt x="289" y="170"/>
                    <a:pt x="256" y="85"/>
                  </a:cubicBezTo>
                  <a:cubicBezTo>
                    <a:pt x="237" y="41"/>
                    <a:pt x="213" y="22"/>
                    <a:pt x="175" y="3"/>
                  </a:cubicBezTo>
                  <a:cubicBezTo>
                    <a:pt x="165" y="1"/>
                    <a:pt x="155" y="0"/>
                    <a:pt x="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2167;p60">
              <a:extLst>
                <a:ext uri="{FF2B5EF4-FFF2-40B4-BE49-F238E27FC236}">
                  <a16:creationId xmlns:a16="http://schemas.microsoft.com/office/drawing/2014/main" id="{54D4B28C-48B4-FE92-54F5-9CF99F6328BC}"/>
                </a:ext>
              </a:extLst>
            </p:cNvPr>
            <p:cNvSpPr/>
            <p:nvPr/>
          </p:nvSpPr>
          <p:spPr>
            <a:xfrm>
              <a:off x="6812672" y="1321535"/>
              <a:ext cx="38163" cy="32970"/>
            </a:xfrm>
            <a:custGeom>
              <a:avLst/>
              <a:gdLst/>
              <a:ahLst/>
              <a:cxnLst/>
              <a:rect l="l" t="t" r="r" b="b"/>
              <a:pathLst>
                <a:path w="294" h="254" extrusionOk="0">
                  <a:moveTo>
                    <a:pt x="169" y="1"/>
                  </a:moveTo>
                  <a:cubicBezTo>
                    <a:pt x="79" y="1"/>
                    <a:pt x="1" y="76"/>
                    <a:pt x="40" y="167"/>
                  </a:cubicBezTo>
                  <a:cubicBezTo>
                    <a:pt x="40" y="205"/>
                    <a:pt x="78" y="224"/>
                    <a:pt x="98" y="244"/>
                  </a:cubicBezTo>
                  <a:cubicBezTo>
                    <a:pt x="114" y="251"/>
                    <a:pt x="131" y="254"/>
                    <a:pt x="146" y="254"/>
                  </a:cubicBezTo>
                  <a:cubicBezTo>
                    <a:pt x="228" y="254"/>
                    <a:pt x="293" y="169"/>
                    <a:pt x="261" y="85"/>
                  </a:cubicBezTo>
                  <a:cubicBezTo>
                    <a:pt x="261" y="47"/>
                    <a:pt x="218" y="23"/>
                    <a:pt x="198" y="3"/>
                  </a:cubicBezTo>
                  <a:cubicBezTo>
                    <a:pt x="188" y="1"/>
                    <a:pt x="178" y="1"/>
                    <a:pt x="1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2168;p60">
              <a:extLst>
                <a:ext uri="{FF2B5EF4-FFF2-40B4-BE49-F238E27FC236}">
                  <a16:creationId xmlns:a16="http://schemas.microsoft.com/office/drawing/2014/main" id="{49B3F9FE-5FD4-EBE6-C9E8-4190416DA737}"/>
                </a:ext>
              </a:extLst>
            </p:cNvPr>
            <p:cNvSpPr/>
            <p:nvPr/>
          </p:nvSpPr>
          <p:spPr>
            <a:xfrm>
              <a:off x="6878484" y="1066334"/>
              <a:ext cx="37254" cy="31023"/>
            </a:xfrm>
            <a:custGeom>
              <a:avLst/>
              <a:gdLst/>
              <a:ahLst/>
              <a:cxnLst/>
              <a:rect l="l" t="t" r="r" b="b"/>
              <a:pathLst>
                <a:path w="287" h="239" extrusionOk="0">
                  <a:moveTo>
                    <a:pt x="145" y="1"/>
                  </a:moveTo>
                  <a:cubicBezTo>
                    <a:pt x="64" y="1"/>
                    <a:pt x="0" y="83"/>
                    <a:pt x="33" y="168"/>
                  </a:cubicBezTo>
                  <a:cubicBezTo>
                    <a:pt x="33" y="187"/>
                    <a:pt x="71" y="230"/>
                    <a:pt x="90" y="230"/>
                  </a:cubicBezTo>
                  <a:cubicBezTo>
                    <a:pt x="105" y="236"/>
                    <a:pt x="120" y="239"/>
                    <a:pt x="135" y="239"/>
                  </a:cubicBezTo>
                  <a:cubicBezTo>
                    <a:pt x="218" y="239"/>
                    <a:pt x="286" y="153"/>
                    <a:pt x="254" y="67"/>
                  </a:cubicBezTo>
                  <a:cubicBezTo>
                    <a:pt x="254" y="48"/>
                    <a:pt x="210" y="9"/>
                    <a:pt x="191" y="9"/>
                  </a:cubicBezTo>
                  <a:cubicBezTo>
                    <a:pt x="176" y="3"/>
                    <a:pt x="160" y="1"/>
                    <a:pt x="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2169;p60">
              <a:extLst>
                <a:ext uri="{FF2B5EF4-FFF2-40B4-BE49-F238E27FC236}">
                  <a16:creationId xmlns:a16="http://schemas.microsoft.com/office/drawing/2014/main" id="{04C3C16F-50C6-E376-DAB6-92785EEDAB67}"/>
                </a:ext>
              </a:extLst>
            </p:cNvPr>
            <p:cNvSpPr/>
            <p:nvPr/>
          </p:nvSpPr>
          <p:spPr>
            <a:xfrm>
              <a:off x="6815268" y="900960"/>
              <a:ext cx="31283" cy="31283"/>
            </a:xfrm>
            <a:custGeom>
              <a:avLst/>
              <a:gdLst/>
              <a:ahLst/>
              <a:cxnLst/>
              <a:rect l="l" t="t" r="r" b="b"/>
              <a:pathLst>
                <a:path w="241" h="241" extrusionOk="0">
                  <a:moveTo>
                    <a:pt x="121" y="1"/>
                  </a:moveTo>
                  <a:cubicBezTo>
                    <a:pt x="39" y="1"/>
                    <a:pt x="1" y="63"/>
                    <a:pt x="1" y="121"/>
                  </a:cubicBezTo>
                  <a:cubicBezTo>
                    <a:pt x="1" y="183"/>
                    <a:pt x="39" y="241"/>
                    <a:pt x="121" y="241"/>
                  </a:cubicBezTo>
                  <a:cubicBezTo>
                    <a:pt x="178" y="241"/>
                    <a:pt x="241" y="183"/>
                    <a:pt x="241" y="121"/>
                  </a:cubicBezTo>
                  <a:cubicBezTo>
                    <a:pt x="241" y="63"/>
                    <a:pt x="178" y="1"/>
                    <a:pt x="1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2170;p60">
              <a:extLst>
                <a:ext uri="{FF2B5EF4-FFF2-40B4-BE49-F238E27FC236}">
                  <a16:creationId xmlns:a16="http://schemas.microsoft.com/office/drawing/2014/main" id="{B3EDFA8B-E4A6-CD7E-E340-CCEF59900024}"/>
                </a:ext>
              </a:extLst>
            </p:cNvPr>
            <p:cNvSpPr/>
            <p:nvPr/>
          </p:nvSpPr>
          <p:spPr>
            <a:xfrm>
              <a:off x="6779571" y="1170050"/>
              <a:ext cx="37384" cy="31153"/>
            </a:xfrm>
            <a:custGeom>
              <a:avLst/>
              <a:gdLst/>
              <a:ahLst/>
              <a:cxnLst/>
              <a:rect l="l" t="t" r="r" b="b"/>
              <a:pathLst>
                <a:path w="288" h="240" extrusionOk="0">
                  <a:moveTo>
                    <a:pt x="138" y="1"/>
                  </a:moveTo>
                  <a:cubicBezTo>
                    <a:pt x="60" y="1"/>
                    <a:pt x="0" y="70"/>
                    <a:pt x="36" y="152"/>
                  </a:cubicBezTo>
                  <a:cubicBezTo>
                    <a:pt x="36" y="190"/>
                    <a:pt x="74" y="210"/>
                    <a:pt x="93" y="229"/>
                  </a:cubicBezTo>
                  <a:cubicBezTo>
                    <a:pt x="110" y="236"/>
                    <a:pt x="126" y="239"/>
                    <a:pt x="142" y="239"/>
                  </a:cubicBezTo>
                  <a:cubicBezTo>
                    <a:pt x="223" y="239"/>
                    <a:pt x="288" y="155"/>
                    <a:pt x="252" y="70"/>
                  </a:cubicBezTo>
                  <a:cubicBezTo>
                    <a:pt x="252" y="32"/>
                    <a:pt x="213" y="13"/>
                    <a:pt x="194" y="13"/>
                  </a:cubicBezTo>
                  <a:cubicBezTo>
                    <a:pt x="175" y="4"/>
                    <a:pt x="156" y="1"/>
                    <a:pt x="1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2171;p60">
              <a:extLst>
                <a:ext uri="{FF2B5EF4-FFF2-40B4-BE49-F238E27FC236}">
                  <a16:creationId xmlns:a16="http://schemas.microsoft.com/office/drawing/2014/main" id="{374AF8C6-AC34-E62B-30DB-BA8C55CC0531}"/>
                </a:ext>
              </a:extLst>
            </p:cNvPr>
            <p:cNvSpPr/>
            <p:nvPr/>
          </p:nvSpPr>
          <p:spPr>
            <a:xfrm>
              <a:off x="6862518" y="1152526"/>
              <a:ext cx="37514" cy="32970"/>
            </a:xfrm>
            <a:custGeom>
              <a:avLst/>
              <a:gdLst/>
              <a:ahLst/>
              <a:cxnLst/>
              <a:rect l="l" t="t" r="r" b="b"/>
              <a:pathLst>
                <a:path w="289" h="254" extrusionOk="0">
                  <a:moveTo>
                    <a:pt x="164" y="1"/>
                  </a:moveTo>
                  <a:cubicBezTo>
                    <a:pt x="75" y="1"/>
                    <a:pt x="1" y="76"/>
                    <a:pt x="35" y="167"/>
                  </a:cubicBezTo>
                  <a:cubicBezTo>
                    <a:pt x="35" y="205"/>
                    <a:pt x="74" y="224"/>
                    <a:pt x="93" y="244"/>
                  </a:cubicBezTo>
                  <a:cubicBezTo>
                    <a:pt x="110" y="251"/>
                    <a:pt x="126" y="254"/>
                    <a:pt x="142" y="254"/>
                  </a:cubicBezTo>
                  <a:cubicBezTo>
                    <a:pt x="223" y="254"/>
                    <a:pt x="289" y="170"/>
                    <a:pt x="256" y="85"/>
                  </a:cubicBezTo>
                  <a:cubicBezTo>
                    <a:pt x="256" y="47"/>
                    <a:pt x="213" y="27"/>
                    <a:pt x="194" y="3"/>
                  </a:cubicBezTo>
                  <a:cubicBezTo>
                    <a:pt x="184" y="2"/>
                    <a:pt x="174" y="1"/>
                    <a:pt x="1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2172;p60">
              <a:extLst>
                <a:ext uri="{FF2B5EF4-FFF2-40B4-BE49-F238E27FC236}">
                  <a16:creationId xmlns:a16="http://schemas.microsoft.com/office/drawing/2014/main" id="{6EE10284-6486-6A77-AD15-B03FDA6354E5}"/>
                </a:ext>
              </a:extLst>
            </p:cNvPr>
            <p:cNvSpPr/>
            <p:nvPr/>
          </p:nvSpPr>
          <p:spPr>
            <a:xfrm>
              <a:off x="6641585" y="1320626"/>
              <a:ext cx="40240" cy="31153"/>
            </a:xfrm>
            <a:custGeom>
              <a:avLst/>
              <a:gdLst/>
              <a:ahLst/>
              <a:cxnLst/>
              <a:rect l="l" t="t" r="r" b="b"/>
              <a:pathLst>
                <a:path w="310" h="240" extrusionOk="0">
                  <a:moveTo>
                    <a:pt x="145" y="1"/>
                  </a:moveTo>
                  <a:cubicBezTo>
                    <a:pt x="64" y="1"/>
                    <a:pt x="1" y="74"/>
                    <a:pt x="37" y="174"/>
                  </a:cubicBezTo>
                  <a:cubicBezTo>
                    <a:pt x="56" y="193"/>
                    <a:pt x="75" y="212"/>
                    <a:pt x="114" y="231"/>
                  </a:cubicBezTo>
                  <a:cubicBezTo>
                    <a:pt x="129" y="237"/>
                    <a:pt x="145" y="240"/>
                    <a:pt x="160" y="240"/>
                  </a:cubicBezTo>
                  <a:cubicBezTo>
                    <a:pt x="242" y="240"/>
                    <a:pt x="310" y="158"/>
                    <a:pt x="277" y="73"/>
                  </a:cubicBezTo>
                  <a:cubicBezTo>
                    <a:pt x="258" y="30"/>
                    <a:pt x="234" y="10"/>
                    <a:pt x="195" y="10"/>
                  </a:cubicBezTo>
                  <a:cubicBezTo>
                    <a:pt x="178" y="4"/>
                    <a:pt x="161" y="1"/>
                    <a:pt x="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2173;p60">
              <a:extLst>
                <a:ext uri="{FF2B5EF4-FFF2-40B4-BE49-F238E27FC236}">
                  <a16:creationId xmlns:a16="http://schemas.microsoft.com/office/drawing/2014/main" id="{89F1EEE6-59F9-CEA8-9FC7-94F00585D02F}"/>
                </a:ext>
              </a:extLst>
            </p:cNvPr>
            <p:cNvSpPr/>
            <p:nvPr/>
          </p:nvSpPr>
          <p:spPr>
            <a:xfrm>
              <a:off x="6763734" y="1510404"/>
              <a:ext cx="37903" cy="32970"/>
            </a:xfrm>
            <a:custGeom>
              <a:avLst/>
              <a:gdLst/>
              <a:ahLst/>
              <a:cxnLst/>
              <a:rect l="l" t="t" r="r" b="b"/>
              <a:pathLst>
                <a:path w="292" h="254" extrusionOk="0">
                  <a:moveTo>
                    <a:pt x="151" y="0"/>
                  </a:moveTo>
                  <a:cubicBezTo>
                    <a:pt x="68" y="0"/>
                    <a:pt x="1" y="86"/>
                    <a:pt x="37" y="172"/>
                  </a:cubicBezTo>
                  <a:cubicBezTo>
                    <a:pt x="37" y="211"/>
                    <a:pt x="76" y="230"/>
                    <a:pt x="95" y="249"/>
                  </a:cubicBezTo>
                  <a:cubicBezTo>
                    <a:pt x="107" y="252"/>
                    <a:pt x="119" y="253"/>
                    <a:pt x="131" y="253"/>
                  </a:cubicBezTo>
                  <a:cubicBezTo>
                    <a:pt x="218" y="253"/>
                    <a:pt x="292" y="179"/>
                    <a:pt x="254" y="90"/>
                  </a:cubicBezTo>
                  <a:cubicBezTo>
                    <a:pt x="254" y="52"/>
                    <a:pt x="215" y="33"/>
                    <a:pt x="196" y="9"/>
                  </a:cubicBezTo>
                  <a:cubicBezTo>
                    <a:pt x="181" y="3"/>
                    <a:pt x="166" y="0"/>
                    <a:pt x="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2174;p60">
              <a:extLst>
                <a:ext uri="{FF2B5EF4-FFF2-40B4-BE49-F238E27FC236}">
                  <a16:creationId xmlns:a16="http://schemas.microsoft.com/office/drawing/2014/main" id="{4B7197B4-C9E1-5751-399E-103EA001CF3A}"/>
                </a:ext>
              </a:extLst>
            </p:cNvPr>
            <p:cNvSpPr/>
            <p:nvPr/>
          </p:nvSpPr>
          <p:spPr>
            <a:xfrm>
              <a:off x="6675335" y="1591274"/>
              <a:ext cx="37903" cy="32970"/>
            </a:xfrm>
            <a:custGeom>
              <a:avLst/>
              <a:gdLst/>
              <a:ahLst/>
              <a:cxnLst/>
              <a:rect l="l" t="t" r="r" b="b"/>
              <a:pathLst>
                <a:path w="292" h="254" extrusionOk="0">
                  <a:moveTo>
                    <a:pt x="128" y="0"/>
                  </a:moveTo>
                  <a:cubicBezTo>
                    <a:pt x="52" y="0"/>
                    <a:pt x="1" y="84"/>
                    <a:pt x="17" y="169"/>
                  </a:cubicBezTo>
                  <a:cubicBezTo>
                    <a:pt x="36" y="207"/>
                    <a:pt x="55" y="226"/>
                    <a:pt x="94" y="251"/>
                  </a:cubicBezTo>
                  <a:cubicBezTo>
                    <a:pt x="104" y="252"/>
                    <a:pt x="114" y="253"/>
                    <a:pt x="124" y="253"/>
                  </a:cubicBezTo>
                  <a:cubicBezTo>
                    <a:pt x="213" y="253"/>
                    <a:pt x="292" y="178"/>
                    <a:pt x="257" y="87"/>
                  </a:cubicBezTo>
                  <a:cubicBezTo>
                    <a:pt x="238" y="49"/>
                    <a:pt x="214" y="30"/>
                    <a:pt x="176" y="10"/>
                  </a:cubicBezTo>
                  <a:cubicBezTo>
                    <a:pt x="159" y="3"/>
                    <a:pt x="143" y="0"/>
                    <a:pt x="1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2175;p60">
              <a:extLst>
                <a:ext uri="{FF2B5EF4-FFF2-40B4-BE49-F238E27FC236}">
                  <a16:creationId xmlns:a16="http://schemas.microsoft.com/office/drawing/2014/main" id="{51F34F3E-89B0-49A6-A71D-4708EE54BD13}"/>
                </a:ext>
              </a:extLst>
            </p:cNvPr>
            <p:cNvSpPr/>
            <p:nvPr/>
          </p:nvSpPr>
          <p:spPr>
            <a:xfrm>
              <a:off x="6207250" y="2101416"/>
              <a:ext cx="65032" cy="39461"/>
            </a:xfrm>
            <a:custGeom>
              <a:avLst/>
              <a:gdLst/>
              <a:ahLst/>
              <a:cxnLst/>
              <a:rect l="l" t="t" r="r" b="b"/>
              <a:pathLst>
                <a:path w="501" h="304" extrusionOk="0">
                  <a:moveTo>
                    <a:pt x="260" y="0"/>
                  </a:moveTo>
                  <a:lnTo>
                    <a:pt x="1" y="140"/>
                  </a:lnTo>
                  <a:lnTo>
                    <a:pt x="260" y="303"/>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2176;p60">
              <a:extLst>
                <a:ext uri="{FF2B5EF4-FFF2-40B4-BE49-F238E27FC236}">
                  <a16:creationId xmlns:a16="http://schemas.microsoft.com/office/drawing/2014/main" id="{EA110FA4-F997-6A6B-6042-DA3F5818CB70}"/>
                </a:ext>
              </a:extLst>
            </p:cNvPr>
            <p:cNvSpPr/>
            <p:nvPr/>
          </p:nvSpPr>
          <p:spPr>
            <a:xfrm>
              <a:off x="6207250" y="2119460"/>
              <a:ext cx="33879" cy="65681"/>
            </a:xfrm>
            <a:custGeom>
              <a:avLst/>
              <a:gdLst/>
              <a:ahLst/>
              <a:cxnLst/>
              <a:rect l="l" t="t" r="r" b="b"/>
              <a:pathLst>
                <a:path w="261" h="506" extrusionOk="0">
                  <a:moveTo>
                    <a:pt x="1" y="1"/>
                  </a:moveTo>
                  <a:lnTo>
                    <a:pt x="1" y="361"/>
                  </a:lnTo>
                  <a:lnTo>
                    <a:pt x="260" y="505"/>
                  </a:lnTo>
                  <a:lnTo>
                    <a:pt x="260" y="164"/>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2177;p60">
              <a:extLst>
                <a:ext uri="{FF2B5EF4-FFF2-40B4-BE49-F238E27FC236}">
                  <a16:creationId xmlns:a16="http://schemas.microsoft.com/office/drawing/2014/main" id="{D4C48AA4-3127-946C-1B6A-F90F2FDAE61F}"/>
                </a:ext>
              </a:extLst>
            </p:cNvPr>
            <p:cNvSpPr/>
            <p:nvPr/>
          </p:nvSpPr>
          <p:spPr>
            <a:xfrm>
              <a:off x="6241000" y="2119460"/>
              <a:ext cx="31283" cy="65681"/>
            </a:xfrm>
            <a:custGeom>
              <a:avLst/>
              <a:gdLst/>
              <a:ahLst/>
              <a:cxnLst/>
              <a:rect l="l" t="t" r="r" b="b"/>
              <a:pathLst>
                <a:path w="241" h="506" extrusionOk="0">
                  <a:moveTo>
                    <a:pt x="240" y="1"/>
                  </a:moveTo>
                  <a:lnTo>
                    <a:pt x="0" y="164"/>
                  </a:lnTo>
                  <a:lnTo>
                    <a:pt x="0" y="505"/>
                  </a:lnTo>
                  <a:lnTo>
                    <a:pt x="240" y="361"/>
                  </a:lnTo>
                  <a:lnTo>
                    <a:pt x="24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2178;p60">
              <a:extLst>
                <a:ext uri="{FF2B5EF4-FFF2-40B4-BE49-F238E27FC236}">
                  <a16:creationId xmlns:a16="http://schemas.microsoft.com/office/drawing/2014/main" id="{9CCBFFB3-D0BE-85C0-355C-52AEFC57259F}"/>
                </a:ext>
              </a:extLst>
            </p:cNvPr>
            <p:cNvSpPr/>
            <p:nvPr/>
          </p:nvSpPr>
          <p:spPr>
            <a:xfrm>
              <a:off x="6537220" y="2125041"/>
              <a:ext cx="64903" cy="36345"/>
            </a:xfrm>
            <a:custGeom>
              <a:avLst/>
              <a:gdLst/>
              <a:ahLst/>
              <a:cxnLst/>
              <a:rect l="l" t="t" r="r" b="b"/>
              <a:pathLst>
                <a:path w="500" h="280" extrusionOk="0">
                  <a:moveTo>
                    <a:pt x="260" y="1"/>
                  </a:moveTo>
                  <a:lnTo>
                    <a:pt x="0" y="140"/>
                  </a:lnTo>
                  <a:lnTo>
                    <a:pt x="260" y="280"/>
                  </a:lnTo>
                  <a:lnTo>
                    <a:pt x="500" y="140"/>
                  </a:lnTo>
                  <a:lnTo>
                    <a:pt x="26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2179;p60">
              <a:extLst>
                <a:ext uri="{FF2B5EF4-FFF2-40B4-BE49-F238E27FC236}">
                  <a16:creationId xmlns:a16="http://schemas.microsoft.com/office/drawing/2014/main" id="{9417A408-E752-530C-0F72-0656B9642763}"/>
                </a:ext>
              </a:extLst>
            </p:cNvPr>
            <p:cNvSpPr/>
            <p:nvPr/>
          </p:nvSpPr>
          <p:spPr>
            <a:xfrm>
              <a:off x="6537220" y="2143214"/>
              <a:ext cx="33749" cy="64903"/>
            </a:xfrm>
            <a:custGeom>
              <a:avLst/>
              <a:gdLst/>
              <a:ahLst/>
              <a:cxnLst/>
              <a:rect l="l" t="t" r="r" b="b"/>
              <a:pathLst>
                <a:path w="260" h="500" extrusionOk="0">
                  <a:moveTo>
                    <a:pt x="0" y="0"/>
                  </a:moveTo>
                  <a:lnTo>
                    <a:pt x="0" y="361"/>
                  </a:lnTo>
                  <a:lnTo>
                    <a:pt x="260" y="500"/>
                  </a:lnTo>
                  <a:lnTo>
                    <a:pt x="260" y="140"/>
                  </a:lnTo>
                  <a:lnTo>
                    <a:pt x="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2180;p60">
              <a:extLst>
                <a:ext uri="{FF2B5EF4-FFF2-40B4-BE49-F238E27FC236}">
                  <a16:creationId xmlns:a16="http://schemas.microsoft.com/office/drawing/2014/main" id="{4098F29C-2B8B-5E35-B5D3-3928C0816688}"/>
                </a:ext>
              </a:extLst>
            </p:cNvPr>
            <p:cNvSpPr/>
            <p:nvPr/>
          </p:nvSpPr>
          <p:spPr>
            <a:xfrm>
              <a:off x="6570840" y="2143214"/>
              <a:ext cx="31283" cy="64903"/>
            </a:xfrm>
            <a:custGeom>
              <a:avLst/>
              <a:gdLst/>
              <a:ahLst/>
              <a:cxnLst/>
              <a:rect l="l" t="t" r="r" b="b"/>
              <a:pathLst>
                <a:path w="241" h="500" extrusionOk="0">
                  <a:moveTo>
                    <a:pt x="241" y="0"/>
                  </a:moveTo>
                  <a:lnTo>
                    <a:pt x="1" y="140"/>
                  </a:lnTo>
                  <a:lnTo>
                    <a:pt x="1" y="500"/>
                  </a:lnTo>
                  <a:lnTo>
                    <a:pt x="241" y="361"/>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2181;p60">
              <a:extLst>
                <a:ext uri="{FF2B5EF4-FFF2-40B4-BE49-F238E27FC236}">
                  <a16:creationId xmlns:a16="http://schemas.microsoft.com/office/drawing/2014/main" id="{EDE086B8-A720-C3BD-5681-1A2C6639B6AB}"/>
                </a:ext>
              </a:extLst>
            </p:cNvPr>
            <p:cNvSpPr/>
            <p:nvPr/>
          </p:nvSpPr>
          <p:spPr>
            <a:xfrm>
              <a:off x="6370677" y="1576995"/>
              <a:ext cx="65032" cy="38812"/>
            </a:xfrm>
            <a:custGeom>
              <a:avLst/>
              <a:gdLst/>
              <a:ahLst/>
              <a:cxnLst/>
              <a:rect l="l" t="t" r="r" b="b"/>
              <a:pathLst>
                <a:path w="501" h="299" extrusionOk="0">
                  <a:moveTo>
                    <a:pt x="260" y="0"/>
                  </a:moveTo>
                  <a:lnTo>
                    <a:pt x="0" y="140"/>
                  </a:lnTo>
                  <a:lnTo>
                    <a:pt x="260" y="298"/>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2182;p60">
              <a:extLst>
                <a:ext uri="{FF2B5EF4-FFF2-40B4-BE49-F238E27FC236}">
                  <a16:creationId xmlns:a16="http://schemas.microsoft.com/office/drawing/2014/main" id="{D640CAE2-6613-EFC7-BB12-7F2D230ABD2F}"/>
                </a:ext>
              </a:extLst>
            </p:cNvPr>
            <p:cNvSpPr/>
            <p:nvPr/>
          </p:nvSpPr>
          <p:spPr>
            <a:xfrm>
              <a:off x="6370677" y="1595039"/>
              <a:ext cx="33749" cy="67499"/>
            </a:xfrm>
            <a:custGeom>
              <a:avLst/>
              <a:gdLst/>
              <a:ahLst/>
              <a:cxnLst/>
              <a:rect l="l" t="t" r="r" b="b"/>
              <a:pathLst>
                <a:path w="260" h="520" extrusionOk="0">
                  <a:moveTo>
                    <a:pt x="0" y="1"/>
                  </a:moveTo>
                  <a:lnTo>
                    <a:pt x="0" y="361"/>
                  </a:lnTo>
                  <a:lnTo>
                    <a:pt x="260" y="519"/>
                  </a:lnTo>
                  <a:lnTo>
                    <a:pt x="260" y="159"/>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2183;p60">
              <a:extLst>
                <a:ext uri="{FF2B5EF4-FFF2-40B4-BE49-F238E27FC236}">
                  <a16:creationId xmlns:a16="http://schemas.microsoft.com/office/drawing/2014/main" id="{801D69D4-CA60-1266-661E-F5D1F9F3CF93}"/>
                </a:ext>
              </a:extLst>
            </p:cNvPr>
            <p:cNvSpPr/>
            <p:nvPr/>
          </p:nvSpPr>
          <p:spPr>
            <a:xfrm>
              <a:off x="6404298" y="1595039"/>
              <a:ext cx="31413" cy="67499"/>
            </a:xfrm>
            <a:custGeom>
              <a:avLst/>
              <a:gdLst/>
              <a:ahLst/>
              <a:cxnLst/>
              <a:rect l="l" t="t" r="r" b="b"/>
              <a:pathLst>
                <a:path w="242" h="520" extrusionOk="0">
                  <a:moveTo>
                    <a:pt x="241" y="1"/>
                  </a:moveTo>
                  <a:lnTo>
                    <a:pt x="1" y="159"/>
                  </a:lnTo>
                  <a:lnTo>
                    <a:pt x="1" y="519"/>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2184;p60">
              <a:extLst>
                <a:ext uri="{FF2B5EF4-FFF2-40B4-BE49-F238E27FC236}">
                  <a16:creationId xmlns:a16="http://schemas.microsoft.com/office/drawing/2014/main" id="{F44FB743-1FAE-53E9-FCC9-7C236C5E95B6}"/>
                </a:ext>
              </a:extLst>
            </p:cNvPr>
            <p:cNvSpPr/>
            <p:nvPr/>
          </p:nvSpPr>
          <p:spPr>
            <a:xfrm>
              <a:off x="5944779" y="2007826"/>
              <a:ext cx="62436" cy="36994"/>
            </a:xfrm>
            <a:custGeom>
              <a:avLst/>
              <a:gdLst/>
              <a:ahLst/>
              <a:cxnLst/>
              <a:rect l="l" t="t" r="r" b="b"/>
              <a:pathLst>
                <a:path w="481" h="285" extrusionOk="0">
                  <a:moveTo>
                    <a:pt x="240" y="1"/>
                  </a:moveTo>
                  <a:lnTo>
                    <a:pt x="0" y="140"/>
                  </a:lnTo>
                  <a:lnTo>
                    <a:pt x="240" y="284"/>
                  </a:lnTo>
                  <a:lnTo>
                    <a:pt x="481" y="140"/>
                  </a:lnTo>
                  <a:lnTo>
                    <a:pt x="24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2185;p60">
              <a:extLst>
                <a:ext uri="{FF2B5EF4-FFF2-40B4-BE49-F238E27FC236}">
                  <a16:creationId xmlns:a16="http://schemas.microsoft.com/office/drawing/2014/main" id="{6A96FBA4-AAE2-A54E-A6DA-CBF9832E2EAD}"/>
                </a:ext>
              </a:extLst>
            </p:cNvPr>
            <p:cNvSpPr/>
            <p:nvPr/>
          </p:nvSpPr>
          <p:spPr>
            <a:xfrm>
              <a:off x="5944779" y="2025999"/>
              <a:ext cx="31283" cy="65552"/>
            </a:xfrm>
            <a:custGeom>
              <a:avLst/>
              <a:gdLst/>
              <a:ahLst/>
              <a:cxnLst/>
              <a:rect l="l" t="t" r="r" b="b"/>
              <a:pathLst>
                <a:path w="241" h="505" extrusionOk="0">
                  <a:moveTo>
                    <a:pt x="0" y="0"/>
                  </a:moveTo>
                  <a:lnTo>
                    <a:pt x="0" y="360"/>
                  </a:lnTo>
                  <a:lnTo>
                    <a:pt x="240" y="505"/>
                  </a:lnTo>
                  <a:lnTo>
                    <a:pt x="240" y="144"/>
                  </a:lnTo>
                  <a:lnTo>
                    <a:pt x="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2186;p60">
              <a:extLst>
                <a:ext uri="{FF2B5EF4-FFF2-40B4-BE49-F238E27FC236}">
                  <a16:creationId xmlns:a16="http://schemas.microsoft.com/office/drawing/2014/main" id="{1B61393F-82E7-1997-529E-E8FA079C0811}"/>
                </a:ext>
              </a:extLst>
            </p:cNvPr>
            <p:cNvSpPr/>
            <p:nvPr/>
          </p:nvSpPr>
          <p:spPr>
            <a:xfrm>
              <a:off x="5975933" y="2025999"/>
              <a:ext cx="31283" cy="65552"/>
            </a:xfrm>
            <a:custGeom>
              <a:avLst/>
              <a:gdLst/>
              <a:ahLst/>
              <a:cxnLst/>
              <a:rect l="l" t="t" r="r" b="b"/>
              <a:pathLst>
                <a:path w="241" h="505" extrusionOk="0">
                  <a:moveTo>
                    <a:pt x="241" y="0"/>
                  </a:moveTo>
                  <a:lnTo>
                    <a:pt x="0" y="144"/>
                  </a:lnTo>
                  <a:lnTo>
                    <a:pt x="0" y="505"/>
                  </a:lnTo>
                  <a:lnTo>
                    <a:pt x="241" y="36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2187;p60">
              <a:extLst>
                <a:ext uri="{FF2B5EF4-FFF2-40B4-BE49-F238E27FC236}">
                  <a16:creationId xmlns:a16="http://schemas.microsoft.com/office/drawing/2014/main" id="{5A494A28-68D8-BB3B-6F0C-BD2EC5FF8BD5}"/>
                </a:ext>
              </a:extLst>
            </p:cNvPr>
            <p:cNvSpPr/>
            <p:nvPr/>
          </p:nvSpPr>
          <p:spPr>
            <a:xfrm>
              <a:off x="7168214" y="2174368"/>
              <a:ext cx="65032" cy="36345"/>
            </a:xfrm>
            <a:custGeom>
              <a:avLst/>
              <a:gdLst/>
              <a:ahLst/>
              <a:cxnLst/>
              <a:rect l="l" t="t" r="r" b="b"/>
              <a:pathLst>
                <a:path w="501" h="280" extrusionOk="0">
                  <a:moveTo>
                    <a:pt x="260" y="0"/>
                  </a:moveTo>
                  <a:lnTo>
                    <a:pt x="1" y="140"/>
                  </a:lnTo>
                  <a:lnTo>
                    <a:pt x="260" y="279"/>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2188;p60">
              <a:extLst>
                <a:ext uri="{FF2B5EF4-FFF2-40B4-BE49-F238E27FC236}">
                  <a16:creationId xmlns:a16="http://schemas.microsoft.com/office/drawing/2014/main" id="{99BFE1DC-3D8C-E5EA-9BB8-CE1D16FB4EC3}"/>
                </a:ext>
              </a:extLst>
            </p:cNvPr>
            <p:cNvSpPr/>
            <p:nvPr/>
          </p:nvSpPr>
          <p:spPr>
            <a:xfrm>
              <a:off x="7168214" y="2192411"/>
              <a:ext cx="33879" cy="65032"/>
            </a:xfrm>
            <a:custGeom>
              <a:avLst/>
              <a:gdLst/>
              <a:ahLst/>
              <a:cxnLst/>
              <a:rect l="l" t="t" r="r" b="b"/>
              <a:pathLst>
                <a:path w="261" h="501" extrusionOk="0">
                  <a:moveTo>
                    <a:pt x="1" y="1"/>
                  </a:moveTo>
                  <a:lnTo>
                    <a:pt x="1" y="361"/>
                  </a:lnTo>
                  <a:lnTo>
                    <a:pt x="260" y="500"/>
                  </a:lnTo>
                  <a:lnTo>
                    <a:pt x="260" y="140"/>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2189;p60">
              <a:extLst>
                <a:ext uri="{FF2B5EF4-FFF2-40B4-BE49-F238E27FC236}">
                  <a16:creationId xmlns:a16="http://schemas.microsoft.com/office/drawing/2014/main" id="{D2CFED1B-D189-C4BD-FF7E-FDFEA032152F}"/>
                </a:ext>
              </a:extLst>
            </p:cNvPr>
            <p:cNvSpPr/>
            <p:nvPr/>
          </p:nvSpPr>
          <p:spPr>
            <a:xfrm>
              <a:off x="7201964" y="2192411"/>
              <a:ext cx="31283" cy="65032"/>
            </a:xfrm>
            <a:custGeom>
              <a:avLst/>
              <a:gdLst/>
              <a:ahLst/>
              <a:cxnLst/>
              <a:rect l="l" t="t" r="r" b="b"/>
              <a:pathLst>
                <a:path w="241" h="501" extrusionOk="0">
                  <a:moveTo>
                    <a:pt x="240" y="1"/>
                  </a:moveTo>
                  <a:lnTo>
                    <a:pt x="0" y="140"/>
                  </a:lnTo>
                  <a:lnTo>
                    <a:pt x="0" y="500"/>
                  </a:lnTo>
                  <a:lnTo>
                    <a:pt x="240" y="361"/>
                  </a:lnTo>
                  <a:lnTo>
                    <a:pt x="24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2190;p60">
              <a:extLst>
                <a:ext uri="{FF2B5EF4-FFF2-40B4-BE49-F238E27FC236}">
                  <a16:creationId xmlns:a16="http://schemas.microsoft.com/office/drawing/2014/main" id="{FC38CC1F-2F39-130E-F317-DC05FF0E4CAB}"/>
                </a:ext>
              </a:extLst>
            </p:cNvPr>
            <p:cNvSpPr/>
            <p:nvPr/>
          </p:nvSpPr>
          <p:spPr>
            <a:xfrm>
              <a:off x="7407709" y="2085840"/>
              <a:ext cx="65032" cy="39331"/>
            </a:xfrm>
            <a:custGeom>
              <a:avLst/>
              <a:gdLst/>
              <a:ahLst/>
              <a:cxnLst/>
              <a:rect l="l" t="t" r="r" b="b"/>
              <a:pathLst>
                <a:path w="501" h="303" extrusionOk="0">
                  <a:moveTo>
                    <a:pt x="241" y="0"/>
                  </a:moveTo>
                  <a:lnTo>
                    <a:pt x="1" y="140"/>
                  </a:lnTo>
                  <a:lnTo>
                    <a:pt x="241" y="303"/>
                  </a:lnTo>
                  <a:lnTo>
                    <a:pt x="500" y="14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2191;p60">
              <a:extLst>
                <a:ext uri="{FF2B5EF4-FFF2-40B4-BE49-F238E27FC236}">
                  <a16:creationId xmlns:a16="http://schemas.microsoft.com/office/drawing/2014/main" id="{E7B4F643-226D-660F-DA6A-27F9D9AC9D14}"/>
                </a:ext>
              </a:extLst>
            </p:cNvPr>
            <p:cNvSpPr/>
            <p:nvPr/>
          </p:nvSpPr>
          <p:spPr>
            <a:xfrm>
              <a:off x="7407709" y="2103883"/>
              <a:ext cx="31283" cy="65681"/>
            </a:xfrm>
            <a:custGeom>
              <a:avLst/>
              <a:gdLst/>
              <a:ahLst/>
              <a:cxnLst/>
              <a:rect l="l" t="t" r="r" b="b"/>
              <a:pathLst>
                <a:path w="241" h="506" extrusionOk="0">
                  <a:moveTo>
                    <a:pt x="1" y="1"/>
                  </a:moveTo>
                  <a:lnTo>
                    <a:pt x="1" y="361"/>
                  </a:lnTo>
                  <a:lnTo>
                    <a:pt x="241" y="505"/>
                  </a:lnTo>
                  <a:lnTo>
                    <a:pt x="241" y="164"/>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2192;p60">
              <a:extLst>
                <a:ext uri="{FF2B5EF4-FFF2-40B4-BE49-F238E27FC236}">
                  <a16:creationId xmlns:a16="http://schemas.microsoft.com/office/drawing/2014/main" id="{9522AECF-53B7-C9CC-2DEF-E2479FD40E25}"/>
                </a:ext>
              </a:extLst>
            </p:cNvPr>
            <p:cNvSpPr/>
            <p:nvPr/>
          </p:nvSpPr>
          <p:spPr>
            <a:xfrm>
              <a:off x="7438863" y="2103883"/>
              <a:ext cx="33879" cy="65681"/>
            </a:xfrm>
            <a:custGeom>
              <a:avLst/>
              <a:gdLst/>
              <a:ahLst/>
              <a:cxnLst/>
              <a:rect l="l" t="t" r="r" b="b"/>
              <a:pathLst>
                <a:path w="261" h="506" extrusionOk="0">
                  <a:moveTo>
                    <a:pt x="260" y="1"/>
                  </a:moveTo>
                  <a:lnTo>
                    <a:pt x="1" y="164"/>
                  </a:lnTo>
                  <a:lnTo>
                    <a:pt x="1" y="505"/>
                  </a:lnTo>
                  <a:lnTo>
                    <a:pt x="260" y="361"/>
                  </a:lnTo>
                  <a:lnTo>
                    <a:pt x="26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2193;p60">
              <a:extLst>
                <a:ext uri="{FF2B5EF4-FFF2-40B4-BE49-F238E27FC236}">
                  <a16:creationId xmlns:a16="http://schemas.microsoft.com/office/drawing/2014/main" id="{68961E7E-16E3-1D9E-772D-0E89F2D65C2B}"/>
                </a:ext>
              </a:extLst>
            </p:cNvPr>
            <p:cNvSpPr/>
            <p:nvPr/>
          </p:nvSpPr>
          <p:spPr>
            <a:xfrm>
              <a:off x="7306070" y="1924879"/>
              <a:ext cx="62436" cy="36345"/>
            </a:xfrm>
            <a:custGeom>
              <a:avLst/>
              <a:gdLst/>
              <a:ahLst/>
              <a:cxnLst/>
              <a:rect l="l" t="t" r="r" b="b"/>
              <a:pathLst>
                <a:path w="481" h="280" extrusionOk="0">
                  <a:moveTo>
                    <a:pt x="241" y="1"/>
                  </a:moveTo>
                  <a:lnTo>
                    <a:pt x="1" y="140"/>
                  </a:lnTo>
                  <a:lnTo>
                    <a:pt x="241" y="279"/>
                  </a:lnTo>
                  <a:lnTo>
                    <a:pt x="481" y="140"/>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2194;p60">
              <a:extLst>
                <a:ext uri="{FF2B5EF4-FFF2-40B4-BE49-F238E27FC236}">
                  <a16:creationId xmlns:a16="http://schemas.microsoft.com/office/drawing/2014/main" id="{8C5F5153-1DE6-BB75-74BE-0DE276655BF8}"/>
                </a:ext>
              </a:extLst>
            </p:cNvPr>
            <p:cNvSpPr/>
            <p:nvPr/>
          </p:nvSpPr>
          <p:spPr>
            <a:xfrm>
              <a:off x="7306070" y="1943052"/>
              <a:ext cx="31283" cy="64903"/>
            </a:xfrm>
            <a:custGeom>
              <a:avLst/>
              <a:gdLst/>
              <a:ahLst/>
              <a:cxnLst/>
              <a:rect l="l" t="t" r="r" b="b"/>
              <a:pathLst>
                <a:path w="241" h="500" extrusionOk="0">
                  <a:moveTo>
                    <a:pt x="1" y="0"/>
                  </a:moveTo>
                  <a:lnTo>
                    <a:pt x="1" y="360"/>
                  </a:lnTo>
                  <a:lnTo>
                    <a:pt x="241" y="500"/>
                  </a:lnTo>
                  <a:lnTo>
                    <a:pt x="241" y="139"/>
                  </a:lnTo>
                  <a:lnTo>
                    <a:pt x="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2195;p60">
              <a:extLst>
                <a:ext uri="{FF2B5EF4-FFF2-40B4-BE49-F238E27FC236}">
                  <a16:creationId xmlns:a16="http://schemas.microsoft.com/office/drawing/2014/main" id="{C9415C88-C74A-947F-8CD0-081A8A44E984}"/>
                </a:ext>
              </a:extLst>
            </p:cNvPr>
            <p:cNvSpPr/>
            <p:nvPr/>
          </p:nvSpPr>
          <p:spPr>
            <a:xfrm>
              <a:off x="7337223" y="1943052"/>
              <a:ext cx="31283" cy="64903"/>
            </a:xfrm>
            <a:custGeom>
              <a:avLst/>
              <a:gdLst/>
              <a:ahLst/>
              <a:cxnLst/>
              <a:rect l="l" t="t" r="r" b="b"/>
              <a:pathLst>
                <a:path w="241" h="500" extrusionOk="0">
                  <a:moveTo>
                    <a:pt x="241" y="0"/>
                  </a:moveTo>
                  <a:lnTo>
                    <a:pt x="1" y="139"/>
                  </a:lnTo>
                  <a:lnTo>
                    <a:pt x="1" y="500"/>
                  </a:lnTo>
                  <a:lnTo>
                    <a:pt x="241" y="36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2196;p60">
              <a:extLst>
                <a:ext uri="{FF2B5EF4-FFF2-40B4-BE49-F238E27FC236}">
                  <a16:creationId xmlns:a16="http://schemas.microsoft.com/office/drawing/2014/main" id="{7240F0C4-9614-4DF7-4CB8-13674852C09D}"/>
                </a:ext>
              </a:extLst>
            </p:cNvPr>
            <p:cNvSpPr/>
            <p:nvPr/>
          </p:nvSpPr>
          <p:spPr>
            <a:xfrm>
              <a:off x="7186387" y="1265199"/>
              <a:ext cx="65552" cy="38812"/>
            </a:xfrm>
            <a:custGeom>
              <a:avLst/>
              <a:gdLst/>
              <a:ahLst/>
              <a:cxnLst/>
              <a:rect l="l" t="t" r="r" b="b"/>
              <a:pathLst>
                <a:path w="505" h="299" extrusionOk="0">
                  <a:moveTo>
                    <a:pt x="264" y="0"/>
                  </a:moveTo>
                  <a:lnTo>
                    <a:pt x="0" y="159"/>
                  </a:lnTo>
                  <a:lnTo>
                    <a:pt x="264" y="298"/>
                  </a:lnTo>
                  <a:lnTo>
                    <a:pt x="505" y="159"/>
                  </a:lnTo>
                  <a:lnTo>
                    <a:pt x="264"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2197;p60">
              <a:extLst>
                <a:ext uri="{FF2B5EF4-FFF2-40B4-BE49-F238E27FC236}">
                  <a16:creationId xmlns:a16="http://schemas.microsoft.com/office/drawing/2014/main" id="{F6736F4A-F14E-D486-7B16-057034F2D365}"/>
                </a:ext>
              </a:extLst>
            </p:cNvPr>
            <p:cNvSpPr/>
            <p:nvPr/>
          </p:nvSpPr>
          <p:spPr>
            <a:xfrm>
              <a:off x="7186387" y="1285708"/>
              <a:ext cx="34398" cy="65032"/>
            </a:xfrm>
            <a:custGeom>
              <a:avLst/>
              <a:gdLst/>
              <a:ahLst/>
              <a:cxnLst/>
              <a:rect l="l" t="t" r="r" b="b"/>
              <a:pathLst>
                <a:path w="265" h="501" extrusionOk="0">
                  <a:moveTo>
                    <a:pt x="0" y="1"/>
                  </a:moveTo>
                  <a:lnTo>
                    <a:pt x="0" y="361"/>
                  </a:lnTo>
                  <a:lnTo>
                    <a:pt x="264" y="500"/>
                  </a:lnTo>
                  <a:lnTo>
                    <a:pt x="264" y="140"/>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2198;p60">
              <a:extLst>
                <a:ext uri="{FF2B5EF4-FFF2-40B4-BE49-F238E27FC236}">
                  <a16:creationId xmlns:a16="http://schemas.microsoft.com/office/drawing/2014/main" id="{C38265CF-1188-37A2-96A3-51A8084CDD27}"/>
                </a:ext>
              </a:extLst>
            </p:cNvPr>
            <p:cNvSpPr/>
            <p:nvPr/>
          </p:nvSpPr>
          <p:spPr>
            <a:xfrm>
              <a:off x="7220656" y="1285708"/>
              <a:ext cx="31283" cy="65032"/>
            </a:xfrm>
            <a:custGeom>
              <a:avLst/>
              <a:gdLst/>
              <a:ahLst/>
              <a:cxnLst/>
              <a:rect l="l" t="t" r="r" b="b"/>
              <a:pathLst>
                <a:path w="241" h="501" extrusionOk="0">
                  <a:moveTo>
                    <a:pt x="241" y="1"/>
                  </a:moveTo>
                  <a:lnTo>
                    <a:pt x="0" y="140"/>
                  </a:lnTo>
                  <a:lnTo>
                    <a:pt x="0" y="500"/>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2199;p60">
              <a:extLst>
                <a:ext uri="{FF2B5EF4-FFF2-40B4-BE49-F238E27FC236}">
                  <a16:creationId xmlns:a16="http://schemas.microsoft.com/office/drawing/2014/main" id="{9D737FA3-25A4-5ED1-540B-F10E60C0C6D8}"/>
                </a:ext>
              </a:extLst>
            </p:cNvPr>
            <p:cNvSpPr/>
            <p:nvPr/>
          </p:nvSpPr>
          <p:spPr>
            <a:xfrm>
              <a:off x="6581485" y="3015422"/>
              <a:ext cx="64902" cy="36865"/>
            </a:xfrm>
            <a:custGeom>
              <a:avLst/>
              <a:gdLst/>
              <a:ahLst/>
              <a:cxnLst/>
              <a:rect l="l" t="t" r="r" b="b"/>
              <a:pathLst>
                <a:path w="500" h="284" extrusionOk="0">
                  <a:moveTo>
                    <a:pt x="260" y="0"/>
                  </a:moveTo>
                  <a:lnTo>
                    <a:pt x="0" y="139"/>
                  </a:lnTo>
                  <a:lnTo>
                    <a:pt x="260" y="284"/>
                  </a:lnTo>
                  <a:lnTo>
                    <a:pt x="500" y="139"/>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2200;p60">
              <a:extLst>
                <a:ext uri="{FF2B5EF4-FFF2-40B4-BE49-F238E27FC236}">
                  <a16:creationId xmlns:a16="http://schemas.microsoft.com/office/drawing/2014/main" id="{EB88563D-20EB-B161-F054-C31883AA1381}"/>
                </a:ext>
              </a:extLst>
            </p:cNvPr>
            <p:cNvSpPr/>
            <p:nvPr/>
          </p:nvSpPr>
          <p:spPr>
            <a:xfrm>
              <a:off x="6581485" y="3033466"/>
              <a:ext cx="33749" cy="65552"/>
            </a:xfrm>
            <a:custGeom>
              <a:avLst/>
              <a:gdLst/>
              <a:ahLst/>
              <a:cxnLst/>
              <a:rect l="l" t="t" r="r" b="b"/>
              <a:pathLst>
                <a:path w="260" h="505" extrusionOk="0">
                  <a:moveTo>
                    <a:pt x="0" y="0"/>
                  </a:moveTo>
                  <a:lnTo>
                    <a:pt x="0" y="361"/>
                  </a:lnTo>
                  <a:lnTo>
                    <a:pt x="260" y="505"/>
                  </a:lnTo>
                  <a:lnTo>
                    <a:pt x="260" y="145"/>
                  </a:lnTo>
                  <a:lnTo>
                    <a:pt x="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2201;p60">
              <a:extLst>
                <a:ext uri="{FF2B5EF4-FFF2-40B4-BE49-F238E27FC236}">
                  <a16:creationId xmlns:a16="http://schemas.microsoft.com/office/drawing/2014/main" id="{ADA122FE-F8FE-4727-BBC7-504AFA0AFE68}"/>
                </a:ext>
              </a:extLst>
            </p:cNvPr>
            <p:cNvSpPr/>
            <p:nvPr/>
          </p:nvSpPr>
          <p:spPr>
            <a:xfrm>
              <a:off x="6615105" y="3033466"/>
              <a:ext cx="31283" cy="65552"/>
            </a:xfrm>
            <a:custGeom>
              <a:avLst/>
              <a:gdLst/>
              <a:ahLst/>
              <a:cxnLst/>
              <a:rect l="l" t="t" r="r" b="b"/>
              <a:pathLst>
                <a:path w="241" h="505" extrusionOk="0">
                  <a:moveTo>
                    <a:pt x="241" y="0"/>
                  </a:moveTo>
                  <a:lnTo>
                    <a:pt x="1" y="145"/>
                  </a:lnTo>
                  <a:lnTo>
                    <a:pt x="1" y="505"/>
                  </a:lnTo>
                  <a:lnTo>
                    <a:pt x="241" y="361"/>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2202;p60">
              <a:extLst>
                <a:ext uri="{FF2B5EF4-FFF2-40B4-BE49-F238E27FC236}">
                  <a16:creationId xmlns:a16="http://schemas.microsoft.com/office/drawing/2014/main" id="{A5DC6778-1928-6646-4D38-DB0B279E495C}"/>
                </a:ext>
              </a:extLst>
            </p:cNvPr>
            <p:cNvSpPr/>
            <p:nvPr/>
          </p:nvSpPr>
          <p:spPr>
            <a:xfrm>
              <a:off x="6880171" y="3046576"/>
              <a:ext cx="64902" cy="36865"/>
            </a:xfrm>
            <a:custGeom>
              <a:avLst/>
              <a:gdLst/>
              <a:ahLst/>
              <a:cxnLst/>
              <a:rect l="l" t="t" r="r" b="b"/>
              <a:pathLst>
                <a:path w="500" h="284" extrusionOk="0">
                  <a:moveTo>
                    <a:pt x="260" y="0"/>
                  </a:moveTo>
                  <a:lnTo>
                    <a:pt x="0" y="140"/>
                  </a:lnTo>
                  <a:lnTo>
                    <a:pt x="260" y="284"/>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2203;p60">
              <a:extLst>
                <a:ext uri="{FF2B5EF4-FFF2-40B4-BE49-F238E27FC236}">
                  <a16:creationId xmlns:a16="http://schemas.microsoft.com/office/drawing/2014/main" id="{32035C0F-6FC1-3483-806B-BD4AAF2B8A2D}"/>
                </a:ext>
              </a:extLst>
            </p:cNvPr>
            <p:cNvSpPr/>
            <p:nvPr/>
          </p:nvSpPr>
          <p:spPr>
            <a:xfrm>
              <a:off x="6880171" y="3064619"/>
              <a:ext cx="33749" cy="65681"/>
            </a:xfrm>
            <a:custGeom>
              <a:avLst/>
              <a:gdLst/>
              <a:ahLst/>
              <a:cxnLst/>
              <a:rect l="l" t="t" r="r" b="b"/>
              <a:pathLst>
                <a:path w="260" h="506" extrusionOk="0">
                  <a:moveTo>
                    <a:pt x="0" y="1"/>
                  </a:moveTo>
                  <a:lnTo>
                    <a:pt x="0" y="361"/>
                  </a:lnTo>
                  <a:lnTo>
                    <a:pt x="260" y="505"/>
                  </a:lnTo>
                  <a:lnTo>
                    <a:pt x="260" y="145"/>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2204;p60">
              <a:extLst>
                <a:ext uri="{FF2B5EF4-FFF2-40B4-BE49-F238E27FC236}">
                  <a16:creationId xmlns:a16="http://schemas.microsoft.com/office/drawing/2014/main" id="{C4C1E39F-251F-3A15-2519-239804118751}"/>
                </a:ext>
              </a:extLst>
            </p:cNvPr>
            <p:cNvSpPr/>
            <p:nvPr/>
          </p:nvSpPr>
          <p:spPr>
            <a:xfrm>
              <a:off x="6913792" y="3064619"/>
              <a:ext cx="31283" cy="65681"/>
            </a:xfrm>
            <a:custGeom>
              <a:avLst/>
              <a:gdLst/>
              <a:ahLst/>
              <a:cxnLst/>
              <a:rect l="l" t="t" r="r" b="b"/>
              <a:pathLst>
                <a:path w="241" h="506" extrusionOk="0">
                  <a:moveTo>
                    <a:pt x="241" y="1"/>
                  </a:moveTo>
                  <a:lnTo>
                    <a:pt x="1" y="145"/>
                  </a:lnTo>
                  <a:lnTo>
                    <a:pt x="1" y="505"/>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2205;p60">
              <a:extLst>
                <a:ext uri="{FF2B5EF4-FFF2-40B4-BE49-F238E27FC236}">
                  <a16:creationId xmlns:a16="http://schemas.microsoft.com/office/drawing/2014/main" id="{7FDD1E54-92B1-2447-188F-DD4A22E0F185}"/>
                </a:ext>
              </a:extLst>
            </p:cNvPr>
            <p:cNvSpPr/>
            <p:nvPr/>
          </p:nvSpPr>
          <p:spPr>
            <a:xfrm>
              <a:off x="6357567" y="2771515"/>
              <a:ext cx="62436" cy="36345"/>
            </a:xfrm>
            <a:custGeom>
              <a:avLst/>
              <a:gdLst/>
              <a:ahLst/>
              <a:cxnLst/>
              <a:rect l="l" t="t" r="r" b="b"/>
              <a:pathLst>
                <a:path w="481" h="280" extrusionOk="0">
                  <a:moveTo>
                    <a:pt x="241" y="1"/>
                  </a:moveTo>
                  <a:lnTo>
                    <a:pt x="1" y="140"/>
                  </a:lnTo>
                  <a:lnTo>
                    <a:pt x="241" y="279"/>
                  </a:lnTo>
                  <a:lnTo>
                    <a:pt x="481" y="140"/>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2206;p60">
              <a:extLst>
                <a:ext uri="{FF2B5EF4-FFF2-40B4-BE49-F238E27FC236}">
                  <a16:creationId xmlns:a16="http://schemas.microsoft.com/office/drawing/2014/main" id="{5EA6D10D-B6B0-9FBA-A3CF-C20A34738828}"/>
                </a:ext>
              </a:extLst>
            </p:cNvPr>
            <p:cNvSpPr/>
            <p:nvPr/>
          </p:nvSpPr>
          <p:spPr>
            <a:xfrm>
              <a:off x="6357567" y="2789688"/>
              <a:ext cx="31283" cy="64903"/>
            </a:xfrm>
            <a:custGeom>
              <a:avLst/>
              <a:gdLst/>
              <a:ahLst/>
              <a:cxnLst/>
              <a:rect l="l" t="t" r="r" b="b"/>
              <a:pathLst>
                <a:path w="241" h="500" extrusionOk="0">
                  <a:moveTo>
                    <a:pt x="1" y="0"/>
                  </a:moveTo>
                  <a:lnTo>
                    <a:pt x="1" y="360"/>
                  </a:lnTo>
                  <a:lnTo>
                    <a:pt x="241" y="500"/>
                  </a:lnTo>
                  <a:lnTo>
                    <a:pt x="241" y="139"/>
                  </a:lnTo>
                  <a:lnTo>
                    <a:pt x="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2207;p60">
              <a:extLst>
                <a:ext uri="{FF2B5EF4-FFF2-40B4-BE49-F238E27FC236}">
                  <a16:creationId xmlns:a16="http://schemas.microsoft.com/office/drawing/2014/main" id="{17B2C9CF-973C-684F-2D0A-718ACD9CCBED}"/>
                </a:ext>
              </a:extLst>
            </p:cNvPr>
            <p:cNvSpPr/>
            <p:nvPr/>
          </p:nvSpPr>
          <p:spPr>
            <a:xfrm>
              <a:off x="6388721" y="2789688"/>
              <a:ext cx="31283" cy="64903"/>
            </a:xfrm>
            <a:custGeom>
              <a:avLst/>
              <a:gdLst/>
              <a:ahLst/>
              <a:cxnLst/>
              <a:rect l="l" t="t" r="r" b="b"/>
              <a:pathLst>
                <a:path w="241" h="500" extrusionOk="0">
                  <a:moveTo>
                    <a:pt x="241" y="0"/>
                  </a:moveTo>
                  <a:lnTo>
                    <a:pt x="1" y="139"/>
                  </a:lnTo>
                  <a:lnTo>
                    <a:pt x="1" y="500"/>
                  </a:lnTo>
                  <a:lnTo>
                    <a:pt x="241" y="36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2208;p60">
              <a:extLst>
                <a:ext uri="{FF2B5EF4-FFF2-40B4-BE49-F238E27FC236}">
                  <a16:creationId xmlns:a16="http://schemas.microsoft.com/office/drawing/2014/main" id="{8475E7E8-B1DD-5FC2-7883-836C1782EB14}"/>
                </a:ext>
              </a:extLst>
            </p:cNvPr>
            <p:cNvSpPr/>
            <p:nvPr/>
          </p:nvSpPr>
          <p:spPr>
            <a:xfrm>
              <a:off x="7020493" y="2807731"/>
              <a:ext cx="64902" cy="36345"/>
            </a:xfrm>
            <a:custGeom>
              <a:avLst/>
              <a:gdLst/>
              <a:ahLst/>
              <a:cxnLst/>
              <a:rect l="l" t="t" r="r" b="b"/>
              <a:pathLst>
                <a:path w="500" h="280" extrusionOk="0">
                  <a:moveTo>
                    <a:pt x="260" y="0"/>
                  </a:moveTo>
                  <a:lnTo>
                    <a:pt x="0" y="140"/>
                  </a:lnTo>
                  <a:lnTo>
                    <a:pt x="260" y="279"/>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2209;p60">
              <a:extLst>
                <a:ext uri="{FF2B5EF4-FFF2-40B4-BE49-F238E27FC236}">
                  <a16:creationId xmlns:a16="http://schemas.microsoft.com/office/drawing/2014/main" id="{B215CE12-B925-94B0-1554-40C03BC65D7A}"/>
                </a:ext>
              </a:extLst>
            </p:cNvPr>
            <p:cNvSpPr/>
            <p:nvPr/>
          </p:nvSpPr>
          <p:spPr>
            <a:xfrm>
              <a:off x="7020493" y="2825774"/>
              <a:ext cx="33749" cy="65032"/>
            </a:xfrm>
            <a:custGeom>
              <a:avLst/>
              <a:gdLst/>
              <a:ahLst/>
              <a:cxnLst/>
              <a:rect l="l" t="t" r="r" b="b"/>
              <a:pathLst>
                <a:path w="260" h="501" extrusionOk="0">
                  <a:moveTo>
                    <a:pt x="0" y="1"/>
                  </a:moveTo>
                  <a:lnTo>
                    <a:pt x="0" y="361"/>
                  </a:lnTo>
                  <a:lnTo>
                    <a:pt x="260" y="500"/>
                  </a:lnTo>
                  <a:lnTo>
                    <a:pt x="260" y="140"/>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2210;p60">
              <a:extLst>
                <a:ext uri="{FF2B5EF4-FFF2-40B4-BE49-F238E27FC236}">
                  <a16:creationId xmlns:a16="http://schemas.microsoft.com/office/drawing/2014/main" id="{1F5CE357-CAEE-D352-D436-983D8C12C0A4}"/>
                </a:ext>
              </a:extLst>
            </p:cNvPr>
            <p:cNvSpPr/>
            <p:nvPr/>
          </p:nvSpPr>
          <p:spPr>
            <a:xfrm>
              <a:off x="7054113" y="2825774"/>
              <a:ext cx="31283" cy="65032"/>
            </a:xfrm>
            <a:custGeom>
              <a:avLst/>
              <a:gdLst/>
              <a:ahLst/>
              <a:cxnLst/>
              <a:rect l="l" t="t" r="r" b="b"/>
              <a:pathLst>
                <a:path w="241" h="501" extrusionOk="0">
                  <a:moveTo>
                    <a:pt x="241" y="1"/>
                  </a:moveTo>
                  <a:lnTo>
                    <a:pt x="1" y="140"/>
                  </a:lnTo>
                  <a:lnTo>
                    <a:pt x="1" y="500"/>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2211;p60">
              <a:extLst>
                <a:ext uri="{FF2B5EF4-FFF2-40B4-BE49-F238E27FC236}">
                  <a16:creationId xmlns:a16="http://schemas.microsoft.com/office/drawing/2014/main" id="{2B25A74F-E51B-3EF4-1F3F-1DBAD9FCE4DE}"/>
                </a:ext>
              </a:extLst>
            </p:cNvPr>
            <p:cNvSpPr/>
            <p:nvPr/>
          </p:nvSpPr>
          <p:spPr>
            <a:xfrm>
              <a:off x="6687407" y="3470007"/>
              <a:ext cx="215996" cy="91123"/>
            </a:xfrm>
            <a:custGeom>
              <a:avLst/>
              <a:gdLst/>
              <a:ahLst/>
              <a:cxnLst/>
              <a:rect l="l" t="t" r="r" b="b"/>
              <a:pathLst>
                <a:path w="1664" h="702" extrusionOk="0">
                  <a:moveTo>
                    <a:pt x="1" y="0"/>
                  </a:moveTo>
                  <a:lnTo>
                    <a:pt x="1" y="144"/>
                  </a:lnTo>
                  <a:cubicBezTo>
                    <a:pt x="1" y="442"/>
                    <a:pt x="385" y="682"/>
                    <a:pt x="842" y="702"/>
                  </a:cubicBezTo>
                  <a:cubicBezTo>
                    <a:pt x="1303" y="702"/>
                    <a:pt x="1663" y="461"/>
                    <a:pt x="1663" y="183"/>
                  </a:cubicBezTo>
                  <a:lnTo>
                    <a:pt x="1663" y="44"/>
                  </a:lnTo>
                  <a:lnTo>
                    <a:pt x="1"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2212;p60">
              <a:extLst>
                <a:ext uri="{FF2B5EF4-FFF2-40B4-BE49-F238E27FC236}">
                  <a16:creationId xmlns:a16="http://schemas.microsoft.com/office/drawing/2014/main" id="{78464220-89BA-7AA2-5C0B-474693777555}"/>
                </a:ext>
              </a:extLst>
            </p:cNvPr>
            <p:cNvSpPr/>
            <p:nvPr/>
          </p:nvSpPr>
          <p:spPr>
            <a:xfrm>
              <a:off x="6687407" y="3404974"/>
              <a:ext cx="215996" cy="138113"/>
            </a:xfrm>
            <a:custGeom>
              <a:avLst/>
              <a:gdLst/>
              <a:ahLst/>
              <a:cxnLst/>
              <a:rect l="l" t="t" r="r" b="b"/>
              <a:pathLst>
                <a:path w="1664" h="1064" extrusionOk="0">
                  <a:moveTo>
                    <a:pt x="790" y="1"/>
                  </a:moveTo>
                  <a:cubicBezTo>
                    <a:pt x="357" y="1"/>
                    <a:pt x="1" y="234"/>
                    <a:pt x="1" y="525"/>
                  </a:cubicBezTo>
                  <a:cubicBezTo>
                    <a:pt x="1" y="804"/>
                    <a:pt x="361" y="1044"/>
                    <a:pt x="822" y="1063"/>
                  </a:cubicBezTo>
                  <a:cubicBezTo>
                    <a:pt x="1284" y="1063"/>
                    <a:pt x="1663" y="823"/>
                    <a:pt x="1663" y="545"/>
                  </a:cubicBezTo>
                  <a:cubicBezTo>
                    <a:pt x="1663" y="242"/>
                    <a:pt x="1303" y="2"/>
                    <a:pt x="842" y="2"/>
                  </a:cubicBezTo>
                  <a:cubicBezTo>
                    <a:pt x="824" y="1"/>
                    <a:pt x="807" y="1"/>
                    <a:pt x="790" y="1"/>
                  </a:cubicBezTo>
                  <a:close/>
                </a:path>
              </a:pathLst>
            </a:custGeom>
            <a:gradFill>
              <a:gsLst>
                <a:gs pos="0">
                  <a:srgbClr val="1501A9"/>
                </a:gs>
                <a:gs pos="100000">
                  <a:srgbClr val="17163E"/>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2213;p60">
              <a:extLst>
                <a:ext uri="{FF2B5EF4-FFF2-40B4-BE49-F238E27FC236}">
                  <a16:creationId xmlns:a16="http://schemas.microsoft.com/office/drawing/2014/main" id="{FBF1C1FF-6FE8-8FCF-6297-57F29FFC1184}"/>
                </a:ext>
              </a:extLst>
            </p:cNvPr>
            <p:cNvSpPr/>
            <p:nvPr/>
          </p:nvSpPr>
          <p:spPr>
            <a:xfrm>
              <a:off x="6694675" y="2880683"/>
              <a:ext cx="205352" cy="654866"/>
            </a:xfrm>
            <a:custGeom>
              <a:avLst/>
              <a:gdLst/>
              <a:ahLst/>
              <a:cxnLst/>
              <a:rect l="l" t="t" r="r" b="b"/>
              <a:pathLst>
                <a:path w="1582" h="5045" extrusionOk="0">
                  <a:moveTo>
                    <a:pt x="1" y="0"/>
                  </a:moveTo>
                  <a:lnTo>
                    <a:pt x="1" y="4521"/>
                  </a:lnTo>
                  <a:cubicBezTo>
                    <a:pt x="1" y="4805"/>
                    <a:pt x="361" y="5021"/>
                    <a:pt x="798" y="5045"/>
                  </a:cubicBezTo>
                  <a:cubicBezTo>
                    <a:pt x="1221" y="5045"/>
                    <a:pt x="1581" y="4824"/>
                    <a:pt x="1581" y="4540"/>
                  </a:cubicBezTo>
                  <a:lnTo>
                    <a:pt x="1581" y="39"/>
                  </a:lnTo>
                  <a:lnTo>
                    <a:pt x="1" y="0"/>
                  </a:lnTo>
                  <a:close/>
                </a:path>
              </a:pathLst>
            </a:custGeom>
            <a:gradFill>
              <a:gsLst>
                <a:gs pos="0">
                  <a:srgbClr val="FFFFFF">
                    <a:alpha val="75294"/>
                  </a:srgbClr>
                </a:gs>
                <a:gs pos="50000">
                  <a:srgbClr val="FFFFFF">
                    <a:alpha val="29019"/>
                  </a:srgbClr>
                </a:gs>
                <a:gs pos="100000">
                  <a:srgbClr val="FFFFFF">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2214;p60">
              <a:extLst>
                <a:ext uri="{FF2B5EF4-FFF2-40B4-BE49-F238E27FC236}">
                  <a16:creationId xmlns:a16="http://schemas.microsoft.com/office/drawing/2014/main" id="{868492F8-41A2-5FE5-91FB-CE14CBAD829A}"/>
                </a:ext>
              </a:extLst>
            </p:cNvPr>
            <p:cNvSpPr/>
            <p:nvPr/>
          </p:nvSpPr>
          <p:spPr>
            <a:xfrm>
              <a:off x="6796576" y="3286070"/>
              <a:ext cx="15706" cy="15706"/>
            </a:xfrm>
            <a:custGeom>
              <a:avLst/>
              <a:gdLst/>
              <a:ahLst/>
              <a:cxnLst/>
              <a:rect l="l" t="t" r="r" b="b"/>
              <a:pathLst>
                <a:path w="121" h="121" extrusionOk="0">
                  <a:moveTo>
                    <a:pt x="63" y="0"/>
                  </a:moveTo>
                  <a:cubicBezTo>
                    <a:pt x="44" y="0"/>
                    <a:pt x="1" y="19"/>
                    <a:pt x="1" y="58"/>
                  </a:cubicBezTo>
                  <a:cubicBezTo>
                    <a:pt x="1" y="77"/>
                    <a:pt x="44" y="120"/>
                    <a:pt x="63" y="120"/>
                  </a:cubicBezTo>
                  <a:cubicBezTo>
                    <a:pt x="101" y="120"/>
                    <a:pt x="121" y="77"/>
                    <a:pt x="121" y="58"/>
                  </a:cubicBezTo>
                  <a:cubicBezTo>
                    <a:pt x="121" y="1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2215;p60">
              <a:extLst>
                <a:ext uri="{FF2B5EF4-FFF2-40B4-BE49-F238E27FC236}">
                  <a16:creationId xmlns:a16="http://schemas.microsoft.com/office/drawing/2014/main" id="{34E2E7C9-622B-DF54-67CA-AB59A33863E8}"/>
                </a:ext>
              </a:extLst>
            </p:cNvPr>
            <p:cNvSpPr/>
            <p:nvPr/>
          </p:nvSpPr>
          <p:spPr>
            <a:xfrm>
              <a:off x="6820330" y="3335267"/>
              <a:ext cx="15706" cy="13240"/>
            </a:xfrm>
            <a:custGeom>
              <a:avLst/>
              <a:gdLst/>
              <a:ahLst/>
              <a:cxnLst/>
              <a:rect l="l" t="t" r="r" b="b"/>
              <a:pathLst>
                <a:path w="121" h="102" extrusionOk="0">
                  <a:moveTo>
                    <a:pt x="58" y="1"/>
                  </a:moveTo>
                  <a:cubicBezTo>
                    <a:pt x="39" y="1"/>
                    <a:pt x="0" y="20"/>
                    <a:pt x="0" y="58"/>
                  </a:cubicBezTo>
                  <a:cubicBezTo>
                    <a:pt x="0" y="77"/>
                    <a:pt x="39" y="102"/>
                    <a:pt x="58" y="102"/>
                  </a:cubicBezTo>
                  <a:cubicBezTo>
                    <a:pt x="101" y="102"/>
                    <a:pt x="120" y="77"/>
                    <a:pt x="120" y="58"/>
                  </a:cubicBezTo>
                  <a:cubicBezTo>
                    <a:pt x="120" y="20"/>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2216;p60">
              <a:extLst>
                <a:ext uri="{FF2B5EF4-FFF2-40B4-BE49-F238E27FC236}">
                  <a16:creationId xmlns:a16="http://schemas.microsoft.com/office/drawing/2014/main" id="{746FF51D-AA80-ABE0-359B-8B4E24D8579A}"/>
                </a:ext>
              </a:extLst>
            </p:cNvPr>
            <p:cNvSpPr/>
            <p:nvPr/>
          </p:nvSpPr>
          <p:spPr>
            <a:xfrm>
              <a:off x="6760359" y="3311642"/>
              <a:ext cx="15836" cy="15706"/>
            </a:xfrm>
            <a:custGeom>
              <a:avLst/>
              <a:gdLst/>
              <a:ahLst/>
              <a:cxnLst/>
              <a:rect l="l" t="t" r="r" b="b"/>
              <a:pathLst>
                <a:path w="122" h="121" extrusionOk="0">
                  <a:moveTo>
                    <a:pt x="63" y="0"/>
                  </a:moveTo>
                  <a:cubicBezTo>
                    <a:pt x="39" y="0"/>
                    <a:pt x="1" y="19"/>
                    <a:pt x="1" y="63"/>
                  </a:cubicBezTo>
                  <a:cubicBezTo>
                    <a:pt x="1" y="82"/>
                    <a:pt x="39" y="120"/>
                    <a:pt x="63" y="120"/>
                  </a:cubicBezTo>
                  <a:cubicBezTo>
                    <a:pt x="102" y="120"/>
                    <a:pt x="121" y="82"/>
                    <a:pt x="121" y="63"/>
                  </a:cubicBezTo>
                  <a:cubicBezTo>
                    <a:pt x="121" y="1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2217;p60">
              <a:extLst>
                <a:ext uri="{FF2B5EF4-FFF2-40B4-BE49-F238E27FC236}">
                  <a16:creationId xmlns:a16="http://schemas.microsoft.com/office/drawing/2014/main" id="{4F50240F-6A78-2582-110E-F7B35C7E7C66}"/>
                </a:ext>
              </a:extLst>
            </p:cNvPr>
            <p:cNvSpPr/>
            <p:nvPr/>
          </p:nvSpPr>
          <p:spPr>
            <a:xfrm>
              <a:off x="6789047" y="3353311"/>
              <a:ext cx="15836" cy="13240"/>
            </a:xfrm>
            <a:custGeom>
              <a:avLst/>
              <a:gdLst/>
              <a:ahLst/>
              <a:cxnLst/>
              <a:rect l="l" t="t" r="r" b="b"/>
              <a:pathLst>
                <a:path w="122" h="102" extrusionOk="0">
                  <a:moveTo>
                    <a:pt x="59" y="1"/>
                  </a:moveTo>
                  <a:cubicBezTo>
                    <a:pt x="20" y="1"/>
                    <a:pt x="1" y="20"/>
                    <a:pt x="1" y="39"/>
                  </a:cubicBezTo>
                  <a:cubicBezTo>
                    <a:pt x="1" y="83"/>
                    <a:pt x="20" y="102"/>
                    <a:pt x="59" y="102"/>
                  </a:cubicBezTo>
                  <a:cubicBezTo>
                    <a:pt x="102" y="102"/>
                    <a:pt x="121" y="83"/>
                    <a:pt x="121" y="39"/>
                  </a:cubicBezTo>
                  <a:cubicBezTo>
                    <a:pt x="121" y="20"/>
                    <a:pt x="102" y="1"/>
                    <a:pt x="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2218;p60">
              <a:extLst>
                <a:ext uri="{FF2B5EF4-FFF2-40B4-BE49-F238E27FC236}">
                  <a16:creationId xmlns:a16="http://schemas.microsoft.com/office/drawing/2014/main" id="{C2F2F731-E9B5-D8D0-F024-C7C08CA5B5DD}"/>
                </a:ext>
              </a:extLst>
            </p:cNvPr>
            <p:cNvSpPr/>
            <p:nvPr/>
          </p:nvSpPr>
          <p:spPr>
            <a:xfrm>
              <a:off x="6796576" y="3387060"/>
              <a:ext cx="15706" cy="15706"/>
            </a:xfrm>
            <a:custGeom>
              <a:avLst/>
              <a:gdLst/>
              <a:ahLst/>
              <a:cxnLst/>
              <a:rect l="l" t="t" r="r" b="b"/>
              <a:pathLst>
                <a:path w="121" h="121" extrusionOk="0">
                  <a:moveTo>
                    <a:pt x="63" y="0"/>
                  </a:moveTo>
                  <a:cubicBezTo>
                    <a:pt x="44" y="0"/>
                    <a:pt x="1" y="20"/>
                    <a:pt x="1" y="63"/>
                  </a:cubicBezTo>
                  <a:cubicBezTo>
                    <a:pt x="1" y="101"/>
                    <a:pt x="44" y="120"/>
                    <a:pt x="63" y="120"/>
                  </a:cubicBezTo>
                  <a:cubicBezTo>
                    <a:pt x="101" y="120"/>
                    <a:pt x="121" y="101"/>
                    <a:pt x="121" y="63"/>
                  </a:cubicBezTo>
                  <a:cubicBezTo>
                    <a:pt x="121" y="20"/>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2219;p60">
              <a:extLst>
                <a:ext uri="{FF2B5EF4-FFF2-40B4-BE49-F238E27FC236}">
                  <a16:creationId xmlns:a16="http://schemas.microsoft.com/office/drawing/2014/main" id="{D58BDE9D-7C4C-84C4-2357-9466FF95F3DC}"/>
                </a:ext>
              </a:extLst>
            </p:cNvPr>
            <p:cNvSpPr/>
            <p:nvPr/>
          </p:nvSpPr>
          <p:spPr>
            <a:xfrm>
              <a:off x="6796576" y="3407570"/>
              <a:ext cx="15706" cy="15706"/>
            </a:xfrm>
            <a:custGeom>
              <a:avLst/>
              <a:gdLst/>
              <a:ahLst/>
              <a:cxnLst/>
              <a:rect l="l" t="t" r="r" b="b"/>
              <a:pathLst>
                <a:path w="121" h="121" extrusionOk="0">
                  <a:moveTo>
                    <a:pt x="63" y="1"/>
                  </a:moveTo>
                  <a:cubicBezTo>
                    <a:pt x="44" y="1"/>
                    <a:pt x="1" y="25"/>
                    <a:pt x="1" y="63"/>
                  </a:cubicBezTo>
                  <a:cubicBezTo>
                    <a:pt x="1" y="83"/>
                    <a:pt x="44" y="121"/>
                    <a:pt x="63" y="121"/>
                  </a:cubicBezTo>
                  <a:cubicBezTo>
                    <a:pt x="101" y="121"/>
                    <a:pt x="121" y="83"/>
                    <a:pt x="121" y="63"/>
                  </a:cubicBezTo>
                  <a:cubicBezTo>
                    <a:pt x="121" y="25"/>
                    <a:pt x="101"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2220;p60">
              <a:extLst>
                <a:ext uri="{FF2B5EF4-FFF2-40B4-BE49-F238E27FC236}">
                  <a16:creationId xmlns:a16="http://schemas.microsoft.com/office/drawing/2014/main" id="{FCED8AF3-2623-B667-7E5D-53A2D4885FFC}"/>
                </a:ext>
              </a:extLst>
            </p:cNvPr>
            <p:cNvSpPr/>
            <p:nvPr/>
          </p:nvSpPr>
          <p:spPr>
            <a:xfrm>
              <a:off x="6768537" y="3395109"/>
              <a:ext cx="15706" cy="15706"/>
            </a:xfrm>
            <a:custGeom>
              <a:avLst/>
              <a:gdLst/>
              <a:ahLst/>
              <a:cxnLst/>
              <a:rect l="l" t="t" r="r" b="b"/>
              <a:pathLst>
                <a:path w="121" h="121" extrusionOk="0">
                  <a:moveTo>
                    <a:pt x="58" y="1"/>
                  </a:moveTo>
                  <a:cubicBezTo>
                    <a:pt x="39" y="1"/>
                    <a:pt x="0" y="20"/>
                    <a:pt x="0" y="58"/>
                  </a:cubicBezTo>
                  <a:cubicBezTo>
                    <a:pt x="0" y="97"/>
                    <a:pt x="39" y="121"/>
                    <a:pt x="58" y="121"/>
                  </a:cubicBezTo>
                  <a:cubicBezTo>
                    <a:pt x="96" y="121"/>
                    <a:pt x="121" y="97"/>
                    <a:pt x="121" y="58"/>
                  </a:cubicBezTo>
                  <a:cubicBezTo>
                    <a:pt x="121" y="20"/>
                    <a:pt x="96"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2221;p60">
              <a:extLst>
                <a:ext uri="{FF2B5EF4-FFF2-40B4-BE49-F238E27FC236}">
                  <a16:creationId xmlns:a16="http://schemas.microsoft.com/office/drawing/2014/main" id="{31617E50-D71D-DFAD-E005-A4F95D99CF25}"/>
                </a:ext>
              </a:extLst>
            </p:cNvPr>
            <p:cNvSpPr/>
            <p:nvPr/>
          </p:nvSpPr>
          <p:spPr>
            <a:xfrm>
              <a:off x="6820330" y="3379532"/>
              <a:ext cx="15706" cy="15706"/>
            </a:xfrm>
            <a:custGeom>
              <a:avLst/>
              <a:gdLst/>
              <a:ahLst/>
              <a:cxnLst/>
              <a:rect l="l" t="t" r="r" b="b"/>
              <a:pathLst>
                <a:path w="121" h="121" extrusionOk="0">
                  <a:moveTo>
                    <a:pt x="58" y="1"/>
                  </a:moveTo>
                  <a:cubicBezTo>
                    <a:pt x="39" y="1"/>
                    <a:pt x="0" y="20"/>
                    <a:pt x="0" y="58"/>
                  </a:cubicBezTo>
                  <a:cubicBezTo>
                    <a:pt x="0" y="97"/>
                    <a:pt x="39" y="121"/>
                    <a:pt x="58" y="121"/>
                  </a:cubicBezTo>
                  <a:cubicBezTo>
                    <a:pt x="101" y="121"/>
                    <a:pt x="120" y="97"/>
                    <a:pt x="120" y="58"/>
                  </a:cubicBezTo>
                  <a:cubicBezTo>
                    <a:pt x="120" y="20"/>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2222;p60">
              <a:extLst>
                <a:ext uri="{FF2B5EF4-FFF2-40B4-BE49-F238E27FC236}">
                  <a16:creationId xmlns:a16="http://schemas.microsoft.com/office/drawing/2014/main" id="{B9BF48D2-B7D1-AF7A-154D-21DEA7E2ABF8}"/>
                </a:ext>
              </a:extLst>
            </p:cNvPr>
            <p:cNvSpPr/>
            <p:nvPr/>
          </p:nvSpPr>
          <p:spPr>
            <a:xfrm>
              <a:off x="6812152" y="3431325"/>
              <a:ext cx="15706" cy="15706"/>
            </a:xfrm>
            <a:custGeom>
              <a:avLst/>
              <a:gdLst/>
              <a:ahLst/>
              <a:cxnLst/>
              <a:rect l="l" t="t" r="r" b="b"/>
              <a:pathLst>
                <a:path w="121" h="121" extrusionOk="0">
                  <a:moveTo>
                    <a:pt x="63" y="0"/>
                  </a:moveTo>
                  <a:cubicBezTo>
                    <a:pt x="44" y="0"/>
                    <a:pt x="1" y="39"/>
                    <a:pt x="1" y="58"/>
                  </a:cubicBezTo>
                  <a:cubicBezTo>
                    <a:pt x="1" y="101"/>
                    <a:pt x="44" y="121"/>
                    <a:pt x="63" y="121"/>
                  </a:cubicBezTo>
                  <a:cubicBezTo>
                    <a:pt x="102" y="121"/>
                    <a:pt x="121" y="101"/>
                    <a:pt x="121" y="58"/>
                  </a:cubicBezTo>
                  <a:cubicBezTo>
                    <a:pt x="121" y="3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2223;p60">
              <a:extLst>
                <a:ext uri="{FF2B5EF4-FFF2-40B4-BE49-F238E27FC236}">
                  <a16:creationId xmlns:a16="http://schemas.microsoft.com/office/drawing/2014/main" id="{A89CAC7E-6648-5FF1-E2CD-F186946CD3F5}"/>
                </a:ext>
              </a:extLst>
            </p:cNvPr>
            <p:cNvSpPr/>
            <p:nvPr/>
          </p:nvSpPr>
          <p:spPr>
            <a:xfrm>
              <a:off x="6835907" y="3407570"/>
              <a:ext cx="15706" cy="15706"/>
            </a:xfrm>
            <a:custGeom>
              <a:avLst/>
              <a:gdLst/>
              <a:ahLst/>
              <a:cxnLst/>
              <a:rect l="l" t="t" r="r" b="b"/>
              <a:pathLst>
                <a:path w="121" h="121" extrusionOk="0">
                  <a:moveTo>
                    <a:pt x="58" y="1"/>
                  </a:moveTo>
                  <a:cubicBezTo>
                    <a:pt x="39" y="1"/>
                    <a:pt x="0" y="25"/>
                    <a:pt x="0" y="63"/>
                  </a:cubicBezTo>
                  <a:cubicBezTo>
                    <a:pt x="0" y="83"/>
                    <a:pt x="39" y="121"/>
                    <a:pt x="58" y="121"/>
                  </a:cubicBezTo>
                  <a:cubicBezTo>
                    <a:pt x="101" y="121"/>
                    <a:pt x="120" y="83"/>
                    <a:pt x="120" y="63"/>
                  </a:cubicBezTo>
                  <a:cubicBezTo>
                    <a:pt x="120" y="25"/>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2224;p60">
              <a:extLst>
                <a:ext uri="{FF2B5EF4-FFF2-40B4-BE49-F238E27FC236}">
                  <a16:creationId xmlns:a16="http://schemas.microsoft.com/office/drawing/2014/main" id="{55AC0E39-17A1-4546-7769-27904DE03040}"/>
                </a:ext>
              </a:extLst>
            </p:cNvPr>
            <p:cNvSpPr/>
            <p:nvPr/>
          </p:nvSpPr>
          <p:spPr>
            <a:xfrm>
              <a:off x="6835907" y="3446902"/>
              <a:ext cx="15706" cy="15706"/>
            </a:xfrm>
            <a:custGeom>
              <a:avLst/>
              <a:gdLst/>
              <a:ahLst/>
              <a:cxnLst/>
              <a:rect l="l" t="t" r="r" b="b"/>
              <a:pathLst>
                <a:path w="121" h="121" extrusionOk="0">
                  <a:moveTo>
                    <a:pt x="58" y="1"/>
                  </a:moveTo>
                  <a:cubicBezTo>
                    <a:pt x="39" y="1"/>
                    <a:pt x="0" y="39"/>
                    <a:pt x="0" y="58"/>
                  </a:cubicBezTo>
                  <a:cubicBezTo>
                    <a:pt x="0" y="101"/>
                    <a:pt x="39" y="121"/>
                    <a:pt x="58" y="121"/>
                  </a:cubicBezTo>
                  <a:cubicBezTo>
                    <a:pt x="101" y="121"/>
                    <a:pt x="120" y="101"/>
                    <a:pt x="120" y="58"/>
                  </a:cubicBezTo>
                  <a:cubicBezTo>
                    <a:pt x="120" y="39"/>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2225;p60">
              <a:extLst>
                <a:ext uri="{FF2B5EF4-FFF2-40B4-BE49-F238E27FC236}">
                  <a16:creationId xmlns:a16="http://schemas.microsoft.com/office/drawing/2014/main" id="{23502014-7B06-F1A2-D065-FAB47A43E1B3}"/>
                </a:ext>
              </a:extLst>
            </p:cNvPr>
            <p:cNvSpPr/>
            <p:nvPr/>
          </p:nvSpPr>
          <p:spPr>
            <a:xfrm>
              <a:off x="6796576" y="3075264"/>
              <a:ext cx="15706" cy="15706"/>
            </a:xfrm>
            <a:custGeom>
              <a:avLst/>
              <a:gdLst/>
              <a:ahLst/>
              <a:cxnLst/>
              <a:rect l="l" t="t" r="r" b="b"/>
              <a:pathLst>
                <a:path w="121" h="121" extrusionOk="0">
                  <a:moveTo>
                    <a:pt x="63" y="0"/>
                  </a:moveTo>
                  <a:cubicBezTo>
                    <a:pt x="44" y="0"/>
                    <a:pt x="1" y="39"/>
                    <a:pt x="1" y="63"/>
                  </a:cubicBezTo>
                  <a:cubicBezTo>
                    <a:pt x="1" y="101"/>
                    <a:pt x="44" y="120"/>
                    <a:pt x="63" y="120"/>
                  </a:cubicBezTo>
                  <a:cubicBezTo>
                    <a:pt x="101" y="120"/>
                    <a:pt x="121" y="101"/>
                    <a:pt x="121" y="63"/>
                  </a:cubicBezTo>
                  <a:cubicBezTo>
                    <a:pt x="121" y="3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2226;p60">
              <a:extLst>
                <a:ext uri="{FF2B5EF4-FFF2-40B4-BE49-F238E27FC236}">
                  <a16:creationId xmlns:a16="http://schemas.microsoft.com/office/drawing/2014/main" id="{A7BF6F50-94C3-9660-6965-F1A82EC1E7EB}"/>
                </a:ext>
              </a:extLst>
            </p:cNvPr>
            <p:cNvSpPr/>
            <p:nvPr/>
          </p:nvSpPr>
          <p:spPr>
            <a:xfrm>
              <a:off x="6843306" y="3379532"/>
              <a:ext cx="15706" cy="15706"/>
            </a:xfrm>
            <a:custGeom>
              <a:avLst/>
              <a:gdLst/>
              <a:ahLst/>
              <a:cxnLst/>
              <a:rect l="l" t="t" r="r" b="b"/>
              <a:pathLst>
                <a:path w="121" h="121" extrusionOk="0">
                  <a:moveTo>
                    <a:pt x="63" y="1"/>
                  </a:moveTo>
                  <a:cubicBezTo>
                    <a:pt x="25" y="1"/>
                    <a:pt x="1" y="20"/>
                    <a:pt x="1" y="58"/>
                  </a:cubicBezTo>
                  <a:cubicBezTo>
                    <a:pt x="1" y="97"/>
                    <a:pt x="25" y="121"/>
                    <a:pt x="63" y="121"/>
                  </a:cubicBezTo>
                  <a:cubicBezTo>
                    <a:pt x="102" y="121"/>
                    <a:pt x="121" y="97"/>
                    <a:pt x="121" y="58"/>
                  </a:cubicBezTo>
                  <a:cubicBezTo>
                    <a:pt x="121" y="20"/>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2227;p60">
              <a:extLst>
                <a:ext uri="{FF2B5EF4-FFF2-40B4-BE49-F238E27FC236}">
                  <a16:creationId xmlns:a16="http://schemas.microsoft.com/office/drawing/2014/main" id="{2A6F03D1-92EA-6A03-22AF-9DC6A79E8229}"/>
                </a:ext>
              </a:extLst>
            </p:cNvPr>
            <p:cNvSpPr/>
            <p:nvPr/>
          </p:nvSpPr>
          <p:spPr>
            <a:xfrm>
              <a:off x="6843306" y="3355907"/>
              <a:ext cx="15706" cy="15706"/>
            </a:xfrm>
            <a:custGeom>
              <a:avLst/>
              <a:gdLst/>
              <a:ahLst/>
              <a:cxnLst/>
              <a:rect l="l" t="t" r="r" b="b"/>
              <a:pathLst>
                <a:path w="121" h="121" extrusionOk="0">
                  <a:moveTo>
                    <a:pt x="63" y="0"/>
                  </a:moveTo>
                  <a:cubicBezTo>
                    <a:pt x="25" y="0"/>
                    <a:pt x="1" y="19"/>
                    <a:pt x="1" y="63"/>
                  </a:cubicBezTo>
                  <a:cubicBezTo>
                    <a:pt x="1" y="101"/>
                    <a:pt x="25" y="120"/>
                    <a:pt x="63" y="120"/>
                  </a:cubicBezTo>
                  <a:cubicBezTo>
                    <a:pt x="102" y="120"/>
                    <a:pt x="121" y="101"/>
                    <a:pt x="121" y="63"/>
                  </a:cubicBezTo>
                  <a:cubicBezTo>
                    <a:pt x="121" y="1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2228;p60">
              <a:extLst>
                <a:ext uri="{FF2B5EF4-FFF2-40B4-BE49-F238E27FC236}">
                  <a16:creationId xmlns:a16="http://schemas.microsoft.com/office/drawing/2014/main" id="{4DFCEF0A-9874-86B3-8E43-7706DE5A730F}"/>
                </a:ext>
              </a:extLst>
            </p:cNvPr>
            <p:cNvSpPr/>
            <p:nvPr/>
          </p:nvSpPr>
          <p:spPr>
            <a:xfrm>
              <a:off x="6765422" y="3342796"/>
              <a:ext cx="15706" cy="13240"/>
            </a:xfrm>
            <a:custGeom>
              <a:avLst/>
              <a:gdLst/>
              <a:ahLst/>
              <a:cxnLst/>
              <a:rect l="l" t="t" r="r" b="b"/>
              <a:pathLst>
                <a:path w="121" h="102" extrusionOk="0">
                  <a:moveTo>
                    <a:pt x="63" y="0"/>
                  </a:moveTo>
                  <a:cubicBezTo>
                    <a:pt x="44" y="0"/>
                    <a:pt x="0" y="19"/>
                    <a:pt x="0" y="44"/>
                  </a:cubicBezTo>
                  <a:cubicBezTo>
                    <a:pt x="0" y="82"/>
                    <a:pt x="44" y="101"/>
                    <a:pt x="63" y="101"/>
                  </a:cubicBezTo>
                  <a:cubicBezTo>
                    <a:pt x="101" y="101"/>
                    <a:pt x="120" y="82"/>
                    <a:pt x="120" y="44"/>
                  </a:cubicBezTo>
                  <a:cubicBezTo>
                    <a:pt x="120" y="1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2229;p60">
              <a:extLst>
                <a:ext uri="{FF2B5EF4-FFF2-40B4-BE49-F238E27FC236}">
                  <a16:creationId xmlns:a16="http://schemas.microsoft.com/office/drawing/2014/main" id="{1F1E7066-AB16-84F4-3B4F-2549A0221195}"/>
                </a:ext>
              </a:extLst>
            </p:cNvPr>
            <p:cNvSpPr/>
            <p:nvPr/>
          </p:nvSpPr>
          <p:spPr>
            <a:xfrm>
              <a:off x="6755427" y="3277893"/>
              <a:ext cx="13240" cy="15706"/>
            </a:xfrm>
            <a:custGeom>
              <a:avLst/>
              <a:gdLst/>
              <a:ahLst/>
              <a:cxnLst/>
              <a:rect l="l" t="t" r="r" b="b"/>
              <a:pathLst>
                <a:path w="102" h="121" extrusionOk="0">
                  <a:moveTo>
                    <a:pt x="39" y="1"/>
                  </a:moveTo>
                  <a:cubicBezTo>
                    <a:pt x="20" y="1"/>
                    <a:pt x="1" y="20"/>
                    <a:pt x="1" y="63"/>
                  </a:cubicBezTo>
                  <a:cubicBezTo>
                    <a:pt x="1" y="82"/>
                    <a:pt x="20" y="121"/>
                    <a:pt x="39" y="121"/>
                  </a:cubicBezTo>
                  <a:cubicBezTo>
                    <a:pt x="77" y="121"/>
                    <a:pt x="101" y="82"/>
                    <a:pt x="101" y="63"/>
                  </a:cubicBezTo>
                  <a:cubicBezTo>
                    <a:pt x="101" y="20"/>
                    <a:pt x="77" y="1"/>
                    <a:pt x="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2230;p60">
              <a:extLst>
                <a:ext uri="{FF2B5EF4-FFF2-40B4-BE49-F238E27FC236}">
                  <a16:creationId xmlns:a16="http://schemas.microsoft.com/office/drawing/2014/main" id="{22C90CB2-D79E-5ADA-731D-84D1EEE893DA}"/>
                </a:ext>
              </a:extLst>
            </p:cNvPr>
            <p:cNvSpPr/>
            <p:nvPr/>
          </p:nvSpPr>
          <p:spPr>
            <a:xfrm>
              <a:off x="6796576" y="3233628"/>
              <a:ext cx="15706" cy="15706"/>
            </a:xfrm>
            <a:custGeom>
              <a:avLst/>
              <a:gdLst/>
              <a:ahLst/>
              <a:cxnLst/>
              <a:rect l="l" t="t" r="r" b="b"/>
              <a:pathLst>
                <a:path w="121" h="121" extrusionOk="0">
                  <a:moveTo>
                    <a:pt x="63" y="1"/>
                  </a:moveTo>
                  <a:cubicBezTo>
                    <a:pt x="44" y="1"/>
                    <a:pt x="1" y="44"/>
                    <a:pt x="1" y="63"/>
                  </a:cubicBezTo>
                  <a:cubicBezTo>
                    <a:pt x="1" y="101"/>
                    <a:pt x="44" y="121"/>
                    <a:pt x="63" y="121"/>
                  </a:cubicBezTo>
                  <a:cubicBezTo>
                    <a:pt x="101" y="121"/>
                    <a:pt x="121" y="101"/>
                    <a:pt x="121" y="63"/>
                  </a:cubicBezTo>
                  <a:cubicBezTo>
                    <a:pt x="121" y="44"/>
                    <a:pt x="101"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2231;p60">
              <a:extLst>
                <a:ext uri="{FF2B5EF4-FFF2-40B4-BE49-F238E27FC236}">
                  <a16:creationId xmlns:a16="http://schemas.microsoft.com/office/drawing/2014/main" id="{480847D5-0E5F-7503-59F5-4800F374BCB2}"/>
                </a:ext>
              </a:extLst>
            </p:cNvPr>
            <p:cNvSpPr/>
            <p:nvPr/>
          </p:nvSpPr>
          <p:spPr>
            <a:xfrm>
              <a:off x="6835907" y="3226100"/>
              <a:ext cx="15706" cy="15836"/>
            </a:xfrm>
            <a:custGeom>
              <a:avLst/>
              <a:gdLst/>
              <a:ahLst/>
              <a:cxnLst/>
              <a:rect l="l" t="t" r="r" b="b"/>
              <a:pathLst>
                <a:path w="121" h="122" extrusionOk="0">
                  <a:moveTo>
                    <a:pt x="58" y="1"/>
                  </a:moveTo>
                  <a:cubicBezTo>
                    <a:pt x="39" y="1"/>
                    <a:pt x="0" y="39"/>
                    <a:pt x="0" y="59"/>
                  </a:cubicBezTo>
                  <a:cubicBezTo>
                    <a:pt x="0" y="102"/>
                    <a:pt x="39" y="121"/>
                    <a:pt x="58" y="121"/>
                  </a:cubicBezTo>
                  <a:cubicBezTo>
                    <a:pt x="101" y="121"/>
                    <a:pt x="120" y="102"/>
                    <a:pt x="120" y="59"/>
                  </a:cubicBezTo>
                  <a:cubicBezTo>
                    <a:pt x="120" y="39"/>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2232;p60">
              <a:extLst>
                <a:ext uri="{FF2B5EF4-FFF2-40B4-BE49-F238E27FC236}">
                  <a16:creationId xmlns:a16="http://schemas.microsoft.com/office/drawing/2014/main" id="{350FABDE-260E-4BEE-611C-0416851F910D}"/>
                </a:ext>
              </a:extLst>
            </p:cNvPr>
            <p:cNvSpPr/>
            <p:nvPr/>
          </p:nvSpPr>
          <p:spPr>
            <a:xfrm>
              <a:off x="6843306" y="3173787"/>
              <a:ext cx="15706" cy="15706"/>
            </a:xfrm>
            <a:custGeom>
              <a:avLst/>
              <a:gdLst/>
              <a:ahLst/>
              <a:cxnLst/>
              <a:rect l="l" t="t" r="r" b="b"/>
              <a:pathLst>
                <a:path w="121" h="121" extrusionOk="0">
                  <a:moveTo>
                    <a:pt x="63" y="0"/>
                  </a:moveTo>
                  <a:cubicBezTo>
                    <a:pt x="25" y="0"/>
                    <a:pt x="1" y="24"/>
                    <a:pt x="1" y="63"/>
                  </a:cubicBezTo>
                  <a:cubicBezTo>
                    <a:pt x="1" y="101"/>
                    <a:pt x="25" y="120"/>
                    <a:pt x="63" y="120"/>
                  </a:cubicBezTo>
                  <a:cubicBezTo>
                    <a:pt x="102" y="120"/>
                    <a:pt x="121" y="101"/>
                    <a:pt x="121" y="63"/>
                  </a:cubicBezTo>
                  <a:cubicBezTo>
                    <a:pt x="121" y="24"/>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2233;p60">
              <a:extLst>
                <a:ext uri="{FF2B5EF4-FFF2-40B4-BE49-F238E27FC236}">
                  <a16:creationId xmlns:a16="http://schemas.microsoft.com/office/drawing/2014/main" id="{F729139A-04ED-106C-15C2-3B0875BC2A62}"/>
                </a:ext>
              </a:extLst>
            </p:cNvPr>
            <p:cNvSpPr/>
            <p:nvPr/>
          </p:nvSpPr>
          <p:spPr>
            <a:xfrm>
              <a:off x="6773470" y="3166258"/>
              <a:ext cx="15706" cy="15706"/>
            </a:xfrm>
            <a:custGeom>
              <a:avLst/>
              <a:gdLst/>
              <a:ahLst/>
              <a:cxnLst/>
              <a:rect l="l" t="t" r="r" b="b"/>
              <a:pathLst>
                <a:path w="121" h="121" extrusionOk="0">
                  <a:moveTo>
                    <a:pt x="58" y="1"/>
                  </a:moveTo>
                  <a:cubicBezTo>
                    <a:pt x="20" y="1"/>
                    <a:pt x="1" y="20"/>
                    <a:pt x="1" y="58"/>
                  </a:cubicBezTo>
                  <a:cubicBezTo>
                    <a:pt x="1" y="102"/>
                    <a:pt x="20" y="121"/>
                    <a:pt x="58" y="121"/>
                  </a:cubicBezTo>
                  <a:cubicBezTo>
                    <a:pt x="102" y="121"/>
                    <a:pt x="121" y="102"/>
                    <a:pt x="121" y="58"/>
                  </a:cubicBezTo>
                  <a:cubicBezTo>
                    <a:pt x="121" y="20"/>
                    <a:pt x="102"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2234;p60">
              <a:extLst>
                <a:ext uri="{FF2B5EF4-FFF2-40B4-BE49-F238E27FC236}">
                  <a16:creationId xmlns:a16="http://schemas.microsoft.com/office/drawing/2014/main" id="{F740CB7A-E8C8-CE96-0C58-9BF5D591D5BE}"/>
                </a:ext>
              </a:extLst>
            </p:cNvPr>
            <p:cNvSpPr/>
            <p:nvPr/>
          </p:nvSpPr>
          <p:spPr>
            <a:xfrm>
              <a:off x="6755427" y="2942990"/>
              <a:ext cx="13240" cy="15706"/>
            </a:xfrm>
            <a:custGeom>
              <a:avLst/>
              <a:gdLst/>
              <a:ahLst/>
              <a:cxnLst/>
              <a:rect l="l" t="t" r="r" b="b"/>
              <a:pathLst>
                <a:path w="102" h="121" extrusionOk="0">
                  <a:moveTo>
                    <a:pt x="39" y="1"/>
                  </a:moveTo>
                  <a:cubicBezTo>
                    <a:pt x="20" y="1"/>
                    <a:pt x="1" y="20"/>
                    <a:pt x="1" y="59"/>
                  </a:cubicBezTo>
                  <a:cubicBezTo>
                    <a:pt x="1" y="78"/>
                    <a:pt x="20" y="121"/>
                    <a:pt x="39" y="121"/>
                  </a:cubicBezTo>
                  <a:cubicBezTo>
                    <a:pt x="77" y="121"/>
                    <a:pt x="101" y="78"/>
                    <a:pt x="101" y="59"/>
                  </a:cubicBezTo>
                  <a:cubicBezTo>
                    <a:pt x="101" y="20"/>
                    <a:pt x="77" y="1"/>
                    <a:pt x="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2235;p60">
              <a:extLst>
                <a:ext uri="{FF2B5EF4-FFF2-40B4-BE49-F238E27FC236}">
                  <a16:creationId xmlns:a16="http://schemas.microsoft.com/office/drawing/2014/main" id="{D3290C3E-A578-8D7A-F91D-279CD2BA516A}"/>
                </a:ext>
              </a:extLst>
            </p:cNvPr>
            <p:cNvSpPr/>
            <p:nvPr/>
          </p:nvSpPr>
          <p:spPr>
            <a:xfrm>
              <a:off x="6849407" y="3285162"/>
              <a:ext cx="19730" cy="15317"/>
            </a:xfrm>
            <a:custGeom>
              <a:avLst/>
              <a:gdLst/>
              <a:ahLst/>
              <a:cxnLst/>
              <a:rect l="l" t="t" r="r" b="b"/>
              <a:pathLst>
                <a:path w="152" h="118" extrusionOk="0">
                  <a:moveTo>
                    <a:pt x="72" y="0"/>
                  </a:moveTo>
                  <a:cubicBezTo>
                    <a:pt x="35" y="0"/>
                    <a:pt x="1" y="37"/>
                    <a:pt x="16" y="84"/>
                  </a:cubicBezTo>
                  <a:cubicBezTo>
                    <a:pt x="36" y="103"/>
                    <a:pt x="36" y="103"/>
                    <a:pt x="55" y="103"/>
                  </a:cubicBezTo>
                  <a:cubicBezTo>
                    <a:pt x="65" y="113"/>
                    <a:pt x="76" y="118"/>
                    <a:pt x="86" y="118"/>
                  </a:cubicBezTo>
                  <a:cubicBezTo>
                    <a:pt x="121" y="118"/>
                    <a:pt x="151" y="71"/>
                    <a:pt x="136" y="26"/>
                  </a:cubicBezTo>
                  <a:cubicBezTo>
                    <a:pt x="117" y="26"/>
                    <a:pt x="117" y="7"/>
                    <a:pt x="98" y="7"/>
                  </a:cubicBezTo>
                  <a:cubicBezTo>
                    <a:pt x="90" y="2"/>
                    <a:pt x="81" y="0"/>
                    <a:pt x="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2236;p60">
              <a:extLst>
                <a:ext uri="{FF2B5EF4-FFF2-40B4-BE49-F238E27FC236}">
                  <a16:creationId xmlns:a16="http://schemas.microsoft.com/office/drawing/2014/main" id="{EECB7484-2A69-601E-5460-3A84A52C6296}"/>
                </a:ext>
              </a:extLst>
            </p:cNvPr>
            <p:cNvSpPr/>
            <p:nvPr/>
          </p:nvSpPr>
          <p:spPr>
            <a:xfrm>
              <a:off x="6843306" y="3342796"/>
              <a:ext cx="15706" cy="13240"/>
            </a:xfrm>
            <a:custGeom>
              <a:avLst/>
              <a:gdLst/>
              <a:ahLst/>
              <a:cxnLst/>
              <a:rect l="l" t="t" r="r" b="b"/>
              <a:pathLst>
                <a:path w="121" h="102" extrusionOk="0">
                  <a:moveTo>
                    <a:pt x="63" y="0"/>
                  </a:moveTo>
                  <a:cubicBezTo>
                    <a:pt x="25" y="0"/>
                    <a:pt x="1" y="19"/>
                    <a:pt x="1" y="44"/>
                  </a:cubicBezTo>
                  <a:cubicBezTo>
                    <a:pt x="1" y="82"/>
                    <a:pt x="25" y="101"/>
                    <a:pt x="63" y="101"/>
                  </a:cubicBezTo>
                  <a:cubicBezTo>
                    <a:pt x="102" y="101"/>
                    <a:pt x="121" y="82"/>
                    <a:pt x="121" y="44"/>
                  </a:cubicBezTo>
                  <a:cubicBezTo>
                    <a:pt x="121" y="1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2237;p60">
              <a:extLst>
                <a:ext uri="{FF2B5EF4-FFF2-40B4-BE49-F238E27FC236}">
                  <a16:creationId xmlns:a16="http://schemas.microsoft.com/office/drawing/2014/main" id="{BE9EB8A2-0931-7E59-0973-D0054FAD86A4}"/>
                </a:ext>
              </a:extLst>
            </p:cNvPr>
            <p:cNvSpPr/>
            <p:nvPr/>
          </p:nvSpPr>
          <p:spPr>
            <a:xfrm>
              <a:off x="6812152" y="3363955"/>
              <a:ext cx="15706" cy="15706"/>
            </a:xfrm>
            <a:custGeom>
              <a:avLst/>
              <a:gdLst/>
              <a:ahLst/>
              <a:cxnLst/>
              <a:rect l="l" t="t" r="r" b="b"/>
              <a:pathLst>
                <a:path w="121" h="121" extrusionOk="0">
                  <a:moveTo>
                    <a:pt x="63" y="1"/>
                  </a:moveTo>
                  <a:cubicBezTo>
                    <a:pt x="44" y="1"/>
                    <a:pt x="1" y="39"/>
                    <a:pt x="1" y="58"/>
                  </a:cubicBezTo>
                  <a:cubicBezTo>
                    <a:pt x="1" y="97"/>
                    <a:pt x="44" y="121"/>
                    <a:pt x="63" y="121"/>
                  </a:cubicBezTo>
                  <a:cubicBezTo>
                    <a:pt x="102" y="121"/>
                    <a:pt x="121" y="97"/>
                    <a:pt x="121" y="58"/>
                  </a:cubicBezTo>
                  <a:cubicBezTo>
                    <a:pt x="121" y="39"/>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2238;p60">
              <a:extLst>
                <a:ext uri="{FF2B5EF4-FFF2-40B4-BE49-F238E27FC236}">
                  <a16:creationId xmlns:a16="http://schemas.microsoft.com/office/drawing/2014/main" id="{E4E6F137-F7E6-381A-735E-097B80236D04}"/>
                </a:ext>
              </a:extLst>
            </p:cNvPr>
            <p:cNvSpPr/>
            <p:nvPr/>
          </p:nvSpPr>
          <p:spPr>
            <a:xfrm>
              <a:off x="6778922" y="3425483"/>
              <a:ext cx="20250" cy="14279"/>
            </a:xfrm>
            <a:custGeom>
              <a:avLst/>
              <a:gdLst/>
              <a:ahLst/>
              <a:cxnLst/>
              <a:rect l="l" t="t" r="r" b="b"/>
              <a:pathLst>
                <a:path w="156" h="110" extrusionOk="0">
                  <a:moveTo>
                    <a:pt x="74" y="0"/>
                  </a:moveTo>
                  <a:cubicBezTo>
                    <a:pt x="39" y="0"/>
                    <a:pt x="1" y="37"/>
                    <a:pt x="16" y="84"/>
                  </a:cubicBezTo>
                  <a:cubicBezTo>
                    <a:pt x="41" y="84"/>
                    <a:pt x="41" y="103"/>
                    <a:pt x="60" y="103"/>
                  </a:cubicBezTo>
                  <a:cubicBezTo>
                    <a:pt x="67" y="108"/>
                    <a:pt x="75" y="110"/>
                    <a:pt x="84" y="110"/>
                  </a:cubicBezTo>
                  <a:cubicBezTo>
                    <a:pt x="119" y="110"/>
                    <a:pt x="156" y="73"/>
                    <a:pt x="137" y="26"/>
                  </a:cubicBezTo>
                  <a:cubicBezTo>
                    <a:pt x="117" y="7"/>
                    <a:pt x="117" y="7"/>
                    <a:pt x="98" y="7"/>
                  </a:cubicBezTo>
                  <a:cubicBezTo>
                    <a:pt x="91" y="2"/>
                    <a:pt x="82" y="0"/>
                    <a:pt x="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2239;p60">
              <a:extLst>
                <a:ext uri="{FF2B5EF4-FFF2-40B4-BE49-F238E27FC236}">
                  <a16:creationId xmlns:a16="http://schemas.microsoft.com/office/drawing/2014/main" id="{7AF92BF6-E0B9-55E3-9F56-B01F3706C870}"/>
                </a:ext>
              </a:extLst>
            </p:cNvPr>
            <p:cNvSpPr/>
            <p:nvPr/>
          </p:nvSpPr>
          <p:spPr>
            <a:xfrm>
              <a:off x="6768537" y="3478055"/>
              <a:ext cx="15706" cy="15706"/>
            </a:xfrm>
            <a:custGeom>
              <a:avLst/>
              <a:gdLst/>
              <a:ahLst/>
              <a:cxnLst/>
              <a:rect l="l" t="t" r="r" b="b"/>
              <a:pathLst>
                <a:path w="121" h="121" extrusionOk="0">
                  <a:moveTo>
                    <a:pt x="58" y="1"/>
                  </a:moveTo>
                  <a:cubicBezTo>
                    <a:pt x="39" y="1"/>
                    <a:pt x="0" y="20"/>
                    <a:pt x="0" y="58"/>
                  </a:cubicBezTo>
                  <a:cubicBezTo>
                    <a:pt x="0" y="82"/>
                    <a:pt x="39" y="121"/>
                    <a:pt x="58" y="121"/>
                  </a:cubicBezTo>
                  <a:cubicBezTo>
                    <a:pt x="96" y="121"/>
                    <a:pt x="121" y="82"/>
                    <a:pt x="121" y="58"/>
                  </a:cubicBezTo>
                  <a:cubicBezTo>
                    <a:pt x="121" y="20"/>
                    <a:pt x="96"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2240;p60">
              <a:extLst>
                <a:ext uri="{FF2B5EF4-FFF2-40B4-BE49-F238E27FC236}">
                  <a16:creationId xmlns:a16="http://schemas.microsoft.com/office/drawing/2014/main" id="{550F43D9-CB7A-9935-AFAE-71D35ECC0102}"/>
                </a:ext>
              </a:extLst>
            </p:cNvPr>
            <p:cNvSpPr/>
            <p:nvPr/>
          </p:nvSpPr>
          <p:spPr>
            <a:xfrm>
              <a:off x="6747378" y="3418214"/>
              <a:ext cx="13110" cy="15706"/>
            </a:xfrm>
            <a:custGeom>
              <a:avLst/>
              <a:gdLst/>
              <a:ahLst/>
              <a:cxnLst/>
              <a:rect l="l" t="t" r="r" b="b"/>
              <a:pathLst>
                <a:path w="101" h="121" extrusionOk="0">
                  <a:moveTo>
                    <a:pt x="63" y="1"/>
                  </a:moveTo>
                  <a:cubicBezTo>
                    <a:pt x="19" y="1"/>
                    <a:pt x="0" y="20"/>
                    <a:pt x="0" y="63"/>
                  </a:cubicBezTo>
                  <a:cubicBezTo>
                    <a:pt x="0" y="82"/>
                    <a:pt x="19" y="121"/>
                    <a:pt x="63" y="121"/>
                  </a:cubicBezTo>
                  <a:cubicBezTo>
                    <a:pt x="82" y="121"/>
                    <a:pt x="101" y="82"/>
                    <a:pt x="101" y="63"/>
                  </a:cubicBezTo>
                  <a:cubicBezTo>
                    <a:pt x="101" y="20"/>
                    <a:pt x="8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2241;p60">
              <a:extLst>
                <a:ext uri="{FF2B5EF4-FFF2-40B4-BE49-F238E27FC236}">
                  <a16:creationId xmlns:a16="http://schemas.microsoft.com/office/drawing/2014/main" id="{58F3F65A-F419-7CE9-80B6-06D49BEC350B}"/>
                </a:ext>
              </a:extLst>
            </p:cNvPr>
            <p:cNvSpPr/>
            <p:nvPr/>
          </p:nvSpPr>
          <p:spPr>
            <a:xfrm>
              <a:off x="6731672" y="3348378"/>
              <a:ext cx="15836" cy="15706"/>
            </a:xfrm>
            <a:custGeom>
              <a:avLst/>
              <a:gdLst/>
              <a:ahLst/>
              <a:cxnLst/>
              <a:rect l="l" t="t" r="r" b="b"/>
              <a:pathLst>
                <a:path w="122" h="121" extrusionOk="0">
                  <a:moveTo>
                    <a:pt x="63" y="1"/>
                  </a:moveTo>
                  <a:cubicBezTo>
                    <a:pt x="20" y="1"/>
                    <a:pt x="1" y="39"/>
                    <a:pt x="1" y="58"/>
                  </a:cubicBezTo>
                  <a:cubicBezTo>
                    <a:pt x="1" y="97"/>
                    <a:pt x="20" y="121"/>
                    <a:pt x="63" y="121"/>
                  </a:cubicBezTo>
                  <a:cubicBezTo>
                    <a:pt x="83" y="121"/>
                    <a:pt x="121" y="97"/>
                    <a:pt x="121" y="58"/>
                  </a:cubicBezTo>
                  <a:cubicBezTo>
                    <a:pt x="121" y="39"/>
                    <a:pt x="83"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2242;p60">
              <a:extLst>
                <a:ext uri="{FF2B5EF4-FFF2-40B4-BE49-F238E27FC236}">
                  <a16:creationId xmlns:a16="http://schemas.microsoft.com/office/drawing/2014/main" id="{9FA31509-721F-132B-4AAE-059B92F1439B}"/>
                </a:ext>
              </a:extLst>
            </p:cNvPr>
            <p:cNvSpPr/>
            <p:nvPr/>
          </p:nvSpPr>
          <p:spPr>
            <a:xfrm>
              <a:off x="6756076" y="3370964"/>
              <a:ext cx="19730" cy="16745"/>
            </a:xfrm>
            <a:custGeom>
              <a:avLst/>
              <a:gdLst/>
              <a:ahLst/>
              <a:cxnLst/>
              <a:rect l="l" t="t" r="r" b="b"/>
              <a:pathLst>
                <a:path w="152" h="129" extrusionOk="0">
                  <a:moveTo>
                    <a:pt x="91" y="0"/>
                  </a:moveTo>
                  <a:cubicBezTo>
                    <a:pt x="39" y="0"/>
                    <a:pt x="1" y="49"/>
                    <a:pt x="34" y="86"/>
                  </a:cubicBezTo>
                  <a:cubicBezTo>
                    <a:pt x="34" y="105"/>
                    <a:pt x="34" y="105"/>
                    <a:pt x="53" y="124"/>
                  </a:cubicBezTo>
                  <a:cubicBezTo>
                    <a:pt x="62" y="127"/>
                    <a:pt x="70" y="128"/>
                    <a:pt x="77" y="128"/>
                  </a:cubicBezTo>
                  <a:cubicBezTo>
                    <a:pt x="125" y="128"/>
                    <a:pt x="151" y="80"/>
                    <a:pt x="135" y="43"/>
                  </a:cubicBezTo>
                  <a:cubicBezTo>
                    <a:pt x="135" y="23"/>
                    <a:pt x="116" y="23"/>
                    <a:pt x="116" y="4"/>
                  </a:cubicBezTo>
                  <a:cubicBezTo>
                    <a:pt x="107" y="2"/>
                    <a:pt x="99" y="0"/>
                    <a:pt x="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2243;p60">
              <a:extLst>
                <a:ext uri="{FF2B5EF4-FFF2-40B4-BE49-F238E27FC236}">
                  <a16:creationId xmlns:a16="http://schemas.microsoft.com/office/drawing/2014/main" id="{9126A19E-BD54-E5A3-498E-2C1FB4C84016}"/>
                </a:ext>
              </a:extLst>
            </p:cNvPr>
            <p:cNvSpPr/>
            <p:nvPr/>
          </p:nvSpPr>
          <p:spPr>
            <a:xfrm>
              <a:off x="6827729" y="3259849"/>
              <a:ext cx="15706" cy="13240"/>
            </a:xfrm>
            <a:custGeom>
              <a:avLst/>
              <a:gdLst/>
              <a:ahLst/>
              <a:cxnLst/>
              <a:rect l="l" t="t" r="r" b="b"/>
              <a:pathLst>
                <a:path w="121" h="102" extrusionOk="0">
                  <a:moveTo>
                    <a:pt x="63" y="0"/>
                  </a:moveTo>
                  <a:cubicBezTo>
                    <a:pt x="44" y="0"/>
                    <a:pt x="1" y="20"/>
                    <a:pt x="1" y="58"/>
                  </a:cubicBezTo>
                  <a:cubicBezTo>
                    <a:pt x="1" y="82"/>
                    <a:pt x="44" y="101"/>
                    <a:pt x="63" y="101"/>
                  </a:cubicBezTo>
                  <a:cubicBezTo>
                    <a:pt x="102" y="101"/>
                    <a:pt x="121" y="82"/>
                    <a:pt x="121" y="58"/>
                  </a:cubicBezTo>
                  <a:cubicBezTo>
                    <a:pt x="121" y="20"/>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2244;p60">
              <a:extLst>
                <a:ext uri="{FF2B5EF4-FFF2-40B4-BE49-F238E27FC236}">
                  <a16:creationId xmlns:a16="http://schemas.microsoft.com/office/drawing/2014/main" id="{0EA466D2-7A40-6169-6A27-9100826A0BAF}"/>
                </a:ext>
              </a:extLst>
            </p:cNvPr>
            <p:cNvSpPr/>
            <p:nvPr/>
          </p:nvSpPr>
          <p:spPr>
            <a:xfrm>
              <a:off x="6731672" y="3158210"/>
              <a:ext cx="15836" cy="15706"/>
            </a:xfrm>
            <a:custGeom>
              <a:avLst/>
              <a:gdLst/>
              <a:ahLst/>
              <a:cxnLst/>
              <a:rect l="l" t="t" r="r" b="b"/>
              <a:pathLst>
                <a:path w="122" h="121" extrusionOk="0">
                  <a:moveTo>
                    <a:pt x="63" y="0"/>
                  </a:moveTo>
                  <a:cubicBezTo>
                    <a:pt x="20" y="0"/>
                    <a:pt x="1" y="24"/>
                    <a:pt x="1" y="63"/>
                  </a:cubicBezTo>
                  <a:cubicBezTo>
                    <a:pt x="1" y="101"/>
                    <a:pt x="20" y="120"/>
                    <a:pt x="63" y="120"/>
                  </a:cubicBezTo>
                  <a:cubicBezTo>
                    <a:pt x="83" y="120"/>
                    <a:pt x="121" y="101"/>
                    <a:pt x="121" y="63"/>
                  </a:cubicBezTo>
                  <a:cubicBezTo>
                    <a:pt x="121" y="24"/>
                    <a:pt x="83"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2245;p60">
              <a:extLst>
                <a:ext uri="{FF2B5EF4-FFF2-40B4-BE49-F238E27FC236}">
                  <a16:creationId xmlns:a16="http://schemas.microsoft.com/office/drawing/2014/main" id="{A3A3D8A8-B6C1-A850-083F-60BB090F73EA}"/>
                </a:ext>
              </a:extLst>
            </p:cNvPr>
            <p:cNvSpPr/>
            <p:nvPr/>
          </p:nvSpPr>
          <p:spPr>
            <a:xfrm>
              <a:off x="6747378" y="2992317"/>
              <a:ext cx="13110" cy="15706"/>
            </a:xfrm>
            <a:custGeom>
              <a:avLst/>
              <a:gdLst/>
              <a:ahLst/>
              <a:cxnLst/>
              <a:rect l="l" t="t" r="r" b="b"/>
              <a:pathLst>
                <a:path w="101" h="121" extrusionOk="0">
                  <a:moveTo>
                    <a:pt x="63" y="0"/>
                  </a:moveTo>
                  <a:cubicBezTo>
                    <a:pt x="19" y="0"/>
                    <a:pt x="0" y="20"/>
                    <a:pt x="0" y="58"/>
                  </a:cubicBezTo>
                  <a:cubicBezTo>
                    <a:pt x="0" y="77"/>
                    <a:pt x="19" y="120"/>
                    <a:pt x="63" y="120"/>
                  </a:cubicBezTo>
                  <a:cubicBezTo>
                    <a:pt x="82" y="120"/>
                    <a:pt x="101" y="77"/>
                    <a:pt x="101" y="58"/>
                  </a:cubicBezTo>
                  <a:cubicBezTo>
                    <a:pt x="101" y="20"/>
                    <a:pt x="8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2246;p60">
              <a:extLst>
                <a:ext uri="{FF2B5EF4-FFF2-40B4-BE49-F238E27FC236}">
                  <a16:creationId xmlns:a16="http://schemas.microsoft.com/office/drawing/2014/main" id="{CC8C2BA3-E2E5-F7BC-80CB-BA9D2AEDCCBD}"/>
                </a:ext>
              </a:extLst>
            </p:cNvPr>
            <p:cNvSpPr/>
            <p:nvPr/>
          </p:nvSpPr>
          <p:spPr>
            <a:xfrm>
              <a:off x="6739850" y="3041514"/>
              <a:ext cx="15706" cy="15836"/>
            </a:xfrm>
            <a:custGeom>
              <a:avLst/>
              <a:gdLst/>
              <a:ahLst/>
              <a:cxnLst/>
              <a:rect l="l" t="t" r="r" b="b"/>
              <a:pathLst>
                <a:path w="121" h="122" extrusionOk="0">
                  <a:moveTo>
                    <a:pt x="58" y="1"/>
                  </a:moveTo>
                  <a:cubicBezTo>
                    <a:pt x="20" y="1"/>
                    <a:pt x="0" y="20"/>
                    <a:pt x="0" y="59"/>
                  </a:cubicBezTo>
                  <a:cubicBezTo>
                    <a:pt x="0" y="83"/>
                    <a:pt x="20" y="121"/>
                    <a:pt x="58" y="121"/>
                  </a:cubicBezTo>
                  <a:cubicBezTo>
                    <a:pt x="77" y="121"/>
                    <a:pt x="121" y="83"/>
                    <a:pt x="121" y="59"/>
                  </a:cubicBezTo>
                  <a:cubicBezTo>
                    <a:pt x="121" y="20"/>
                    <a:pt x="77"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2247;p60">
              <a:extLst>
                <a:ext uri="{FF2B5EF4-FFF2-40B4-BE49-F238E27FC236}">
                  <a16:creationId xmlns:a16="http://schemas.microsoft.com/office/drawing/2014/main" id="{81CA2844-D8EC-55DB-16AE-E0EF0967FFCE}"/>
                </a:ext>
              </a:extLst>
            </p:cNvPr>
            <p:cNvSpPr/>
            <p:nvPr/>
          </p:nvSpPr>
          <p:spPr>
            <a:xfrm>
              <a:off x="6789047" y="3166258"/>
              <a:ext cx="15836" cy="15706"/>
            </a:xfrm>
            <a:custGeom>
              <a:avLst/>
              <a:gdLst/>
              <a:ahLst/>
              <a:cxnLst/>
              <a:rect l="l" t="t" r="r" b="b"/>
              <a:pathLst>
                <a:path w="122" h="121" extrusionOk="0">
                  <a:moveTo>
                    <a:pt x="59" y="1"/>
                  </a:moveTo>
                  <a:cubicBezTo>
                    <a:pt x="39" y="1"/>
                    <a:pt x="1" y="20"/>
                    <a:pt x="1" y="58"/>
                  </a:cubicBezTo>
                  <a:cubicBezTo>
                    <a:pt x="1" y="102"/>
                    <a:pt x="39" y="121"/>
                    <a:pt x="59" y="121"/>
                  </a:cubicBezTo>
                  <a:cubicBezTo>
                    <a:pt x="102" y="121"/>
                    <a:pt x="121" y="102"/>
                    <a:pt x="121" y="58"/>
                  </a:cubicBezTo>
                  <a:cubicBezTo>
                    <a:pt x="121" y="20"/>
                    <a:pt x="102" y="1"/>
                    <a:pt x="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2248;p60">
              <a:extLst>
                <a:ext uri="{FF2B5EF4-FFF2-40B4-BE49-F238E27FC236}">
                  <a16:creationId xmlns:a16="http://schemas.microsoft.com/office/drawing/2014/main" id="{6106ABFF-EA27-842E-872E-805BFE8BC95B}"/>
                </a:ext>
              </a:extLst>
            </p:cNvPr>
            <p:cNvSpPr/>
            <p:nvPr/>
          </p:nvSpPr>
          <p:spPr>
            <a:xfrm>
              <a:off x="6812152" y="3098888"/>
              <a:ext cx="15706" cy="15706"/>
            </a:xfrm>
            <a:custGeom>
              <a:avLst/>
              <a:gdLst/>
              <a:ahLst/>
              <a:cxnLst/>
              <a:rect l="l" t="t" r="r" b="b"/>
              <a:pathLst>
                <a:path w="121" h="121" extrusionOk="0">
                  <a:moveTo>
                    <a:pt x="63" y="1"/>
                  </a:moveTo>
                  <a:cubicBezTo>
                    <a:pt x="44" y="1"/>
                    <a:pt x="1" y="20"/>
                    <a:pt x="1" y="59"/>
                  </a:cubicBezTo>
                  <a:cubicBezTo>
                    <a:pt x="1" y="78"/>
                    <a:pt x="44" y="121"/>
                    <a:pt x="63" y="121"/>
                  </a:cubicBezTo>
                  <a:cubicBezTo>
                    <a:pt x="102" y="121"/>
                    <a:pt x="121" y="78"/>
                    <a:pt x="121" y="59"/>
                  </a:cubicBezTo>
                  <a:cubicBezTo>
                    <a:pt x="121" y="20"/>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2249;p60">
              <a:extLst>
                <a:ext uri="{FF2B5EF4-FFF2-40B4-BE49-F238E27FC236}">
                  <a16:creationId xmlns:a16="http://schemas.microsoft.com/office/drawing/2014/main" id="{BFCD0F56-9061-EE91-5E07-F461D280A36C}"/>
                </a:ext>
              </a:extLst>
            </p:cNvPr>
            <p:cNvSpPr/>
            <p:nvPr/>
          </p:nvSpPr>
          <p:spPr>
            <a:xfrm>
              <a:off x="6802936" y="3113816"/>
              <a:ext cx="19601" cy="16875"/>
            </a:xfrm>
            <a:custGeom>
              <a:avLst/>
              <a:gdLst/>
              <a:ahLst/>
              <a:cxnLst/>
              <a:rect l="l" t="t" r="r" b="b"/>
              <a:pathLst>
                <a:path w="151" h="130" extrusionOk="0">
                  <a:moveTo>
                    <a:pt x="87" y="1"/>
                  </a:moveTo>
                  <a:cubicBezTo>
                    <a:pt x="37" y="1"/>
                    <a:pt x="1" y="50"/>
                    <a:pt x="33" y="83"/>
                  </a:cubicBezTo>
                  <a:cubicBezTo>
                    <a:pt x="33" y="102"/>
                    <a:pt x="33" y="102"/>
                    <a:pt x="52" y="126"/>
                  </a:cubicBezTo>
                  <a:cubicBezTo>
                    <a:pt x="58" y="129"/>
                    <a:pt x="64" y="130"/>
                    <a:pt x="70" y="130"/>
                  </a:cubicBezTo>
                  <a:cubicBezTo>
                    <a:pt x="109" y="130"/>
                    <a:pt x="151" y="78"/>
                    <a:pt x="134" y="44"/>
                  </a:cubicBezTo>
                  <a:cubicBezTo>
                    <a:pt x="134" y="25"/>
                    <a:pt x="115" y="25"/>
                    <a:pt x="115" y="6"/>
                  </a:cubicBezTo>
                  <a:cubicBezTo>
                    <a:pt x="105" y="2"/>
                    <a:pt x="96" y="1"/>
                    <a:pt x="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2250;p60">
              <a:extLst>
                <a:ext uri="{FF2B5EF4-FFF2-40B4-BE49-F238E27FC236}">
                  <a16:creationId xmlns:a16="http://schemas.microsoft.com/office/drawing/2014/main" id="{4E375B79-1EA0-157C-468E-0616840DB8B5}"/>
                </a:ext>
              </a:extLst>
            </p:cNvPr>
            <p:cNvSpPr/>
            <p:nvPr/>
          </p:nvSpPr>
          <p:spPr>
            <a:xfrm>
              <a:off x="6835907" y="2992317"/>
              <a:ext cx="15706" cy="15706"/>
            </a:xfrm>
            <a:custGeom>
              <a:avLst/>
              <a:gdLst/>
              <a:ahLst/>
              <a:cxnLst/>
              <a:rect l="l" t="t" r="r" b="b"/>
              <a:pathLst>
                <a:path w="121" h="121" extrusionOk="0">
                  <a:moveTo>
                    <a:pt x="58" y="0"/>
                  </a:moveTo>
                  <a:cubicBezTo>
                    <a:pt x="39" y="0"/>
                    <a:pt x="0" y="20"/>
                    <a:pt x="0" y="58"/>
                  </a:cubicBezTo>
                  <a:cubicBezTo>
                    <a:pt x="0" y="77"/>
                    <a:pt x="39" y="120"/>
                    <a:pt x="58" y="120"/>
                  </a:cubicBezTo>
                  <a:cubicBezTo>
                    <a:pt x="101" y="120"/>
                    <a:pt x="120" y="77"/>
                    <a:pt x="120" y="58"/>
                  </a:cubicBezTo>
                  <a:cubicBezTo>
                    <a:pt x="120" y="20"/>
                    <a:pt x="101"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2251;p60">
              <a:extLst>
                <a:ext uri="{FF2B5EF4-FFF2-40B4-BE49-F238E27FC236}">
                  <a16:creationId xmlns:a16="http://schemas.microsoft.com/office/drawing/2014/main" id="{DBB383BF-E189-2613-7EAC-596A80A989DD}"/>
                </a:ext>
              </a:extLst>
            </p:cNvPr>
            <p:cNvSpPr/>
            <p:nvPr/>
          </p:nvSpPr>
          <p:spPr>
            <a:xfrm>
              <a:off x="6827729" y="2870038"/>
              <a:ext cx="15706" cy="15706"/>
            </a:xfrm>
            <a:custGeom>
              <a:avLst/>
              <a:gdLst/>
              <a:ahLst/>
              <a:cxnLst/>
              <a:rect l="l" t="t" r="r" b="b"/>
              <a:pathLst>
                <a:path w="121" h="121" extrusionOk="0">
                  <a:moveTo>
                    <a:pt x="63" y="1"/>
                  </a:moveTo>
                  <a:cubicBezTo>
                    <a:pt x="44" y="1"/>
                    <a:pt x="1" y="20"/>
                    <a:pt x="1" y="58"/>
                  </a:cubicBezTo>
                  <a:cubicBezTo>
                    <a:pt x="1" y="102"/>
                    <a:pt x="44" y="121"/>
                    <a:pt x="63" y="121"/>
                  </a:cubicBezTo>
                  <a:cubicBezTo>
                    <a:pt x="102" y="121"/>
                    <a:pt x="121" y="102"/>
                    <a:pt x="121" y="58"/>
                  </a:cubicBezTo>
                  <a:cubicBezTo>
                    <a:pt x="121" y="20"/>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2252;p60">
              <a:extLst>
                <a:ext uri="{FF2B5EF4-FFF2-40B4-BE49-F238E27FC236}">
                  <a16:creationId xmlns:a16="http://schemas.microsoft.com/office/drawing/2014/main" id="{0072089A-B001-F603-85CB-E43CE9E2AD64}"/>
                </a:ext>
              </a:extLst>
            </p:cNvPr>
            <p:cNvSpPr/>
            <p:nvPr/>
          </p:nvSpPr>
          <p:spPr>
            <a:xfrm>
              <a:off x="6780999" y="2818375"/>
              <a:ext cx="15706" cy="15706"/>
            </a:xfrm>
            <a:custGeom>
              <a:avLst/>
              <a:gdLst/>
              <a:ahLst/>
              <a:cxnLst/>
              <a:rect l="l" t="t" r="r" b="b"/>
              <a:pathLst>
                <a:path w="121" h="121" extrusionOk="0">
                  <a:moveTo>
                    <a:pt x="63" y="0"/>
                  </a:moveTo>
                  <a:cubicBezTo>
                    <a:pt x="44" y="0"/>
                    <a:pt x="0" y="19"/>
                    <a:pt x="0" y="58"/>
                  </a:cubicBezTo>
                  <a:cubicBezTo>
                    <a:pt x="0" y="96"/>
                    <a:pt x="44" y="120"/>
                    <a:pt x="63" y="120"/>
                  </a:cubicBezTo>
                  <a:cubicBezTo>
                    <a:pt x="101" y="120"/>
                    <a:pt x="121" y="96"/>
                    <a:pt x="121" y="58"/>
                  </a:cubicBezTo>
                  <a:cubicBezTo>
                    <a:pt x="121" y="1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2253;p60">
              <a:extLst>
                <a:ext uri="{FF2B5EF4-FFF2-40B4-BE49-F238E27FC236}">
                  <a16:creationId xmlns:a16="http://schemas.microsoft.com/office/drawing/2014/main" id="{BA38C33F-E268-26EA-292C-760811A1508F}"/>
                </a:ext>
              </a:extLst>
            </p:cNvPr>
            <p:cNvSpPr/>
            <p:nvPr/>
          </p:nvSpPr>
          <p:spPr>
            <a:xfrm>
              <a:off x="6804753" y="2932476"/>
              <a:ext cx="15706" cy="13240"/>
            </a:xfrm>
            <a:custGeom>
              <a:avLst/>
              <a:gdLst/>
              <a:ahLst/>
              <a:cxnLst/>
              <a:rect l="l" t="t" r="r" b="b"/>
              <a:pathLst>
                <a:path w="121" h="102" extrusionOk="0">
                  <a:moveTo>
                    <a:pt x="58" y="0"/>
                  </a:moveTo>
                  <a:cubicBezTo>
                    <a:pt x="38" y="0"/>
                    <a:pt x="0" y="19"/>
                    <a:pt x="0" y="39"/>
                  </a:cubicBezTo>
                  <a:cubicBezTo>
                    <a:pt x="0" y="82"/>
                    <a:pt x="38" y="101"/>
                    <a:pt x="58" y="101"/>
                  </a:cubicBezTo>
                  <a:cubicBezTo>
                    <a:pt x="101" y="101"/>
                    <a:pt x="120" y="82"/>
                    <a:pt x="120" y="39"/>
                  </a:cubicBezTo>
                  <a:cubicBezTo>
                    <a:pt x="120" y="19"/>
                    <a:pt x="101"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2254;p60">
              <a:extLst>
                <a:ext uri="{FF2B5EF4-FFF2-40B4-BE49-F238E27FC236}">
                  <a16:creationId xmlns:a16="http://schemas.microsoft.com/office/drawing/2014/main" id="{F70783E3-C3E7-DF04-9EF3-C7AD1F60B02B}"/>
                </a:ext>
              </a:extLst>
            </p:cNvPr>
            <p:cNvSpPr/>
            <p:nvPr/>
          </p:nvSpPr>
          <p:spPr>
            <a:xfrm>
              <a:off x="6789047" y="3041514"/>
              <a:ext cx="15836" cy="15836"/>
            </a:xfrm>
            <a:custGeom>
              <a:avLst/>
              <a:gdLst/>
              <a:ahLst/>
              <a:cxnLst/>
              <a:rect l="l" t="t" r="r" b="b"/>
              <a:pathLst>
                <a:path w="122" h="122" extrusionOk="0">
                  <a:moveTo>
                    <a:pt x="59" y="1"/>
                  </a:moveTo>
                  <a:cubicBezTo>
                    <a:pt x="20" y="1"/>
                    <a:pt x="1" y="20"/>
                    <a:pt x="1" y="59"/>
                  </a:cubicBezTo>
                  <a:cubicBezTo>
                    <a:pt x="1" y="83"/>
                    <a:pt x="20" y="121"/>
                    <a:pt x="59" y="121"/>
                  </a:cubicBezTo>
                  <a:cubicBezTo>
                    <a:pt x="102" y="121"/>
                    <a:pt x="121" y="83"/>
                    <a:pt x="121" y="59"/>
                  </a:cubicBezTo>
                  <a:cubicBezTo>
                    <a:pt x="121" y="20"/>
                    <a:pt x="102" y="1"/>
                    <a:pt x="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2255;p60">
              <a:extLst>
                <a:ext uri="{FF2B5EF4-FFF2-40B4-BE49-F238E27FC236}">
                  <a16:creationId xmlns:a16="http://schemas.microsoft.com/office/drawing/2014/main" id="{8217E91A-738E-7731-7A96-F3BA513F16C3}"/>
                </a:ext>
              </a:extLst>
            </p:cNvPr>
            <p:cNvSpPr/>
            <p:nvPr/>
          </p:nvSpPr>
          <p:spPr>
            <a:xfrm>
              <a:off x="6827729" y="3033466"/>
              <a:ext cx="15706" cy="15706"/>
            </a:xfrm>
            <a:custGeom>
              <a:avLst/>
              <a:gdLst/>
              <a:ahLst/>
              <a:cxnLst/>
              <a:rect l="l" t="t" r="r" b="b"/>
              <a:pathLst>
                <a:path w="121" h="121" extrusionOk="0">
                  <a:moveTo>
                    <a:pt x="63" y="0"/>
                  </a:moveTo>
                  <a:cubicBezTo>
                    <a:pt x="44" y="0"/>
                    <a:pt x="1" y="24"/>
                    <a:pt x="1" y="63"/>
                  </a:cubicBezTo>
                  <a:cubicBezTo>
                    <a:pt x="1" y="101"/>
                    <a:pt x="44" y="121"/>
                    <a:pt x="63" y="121"/>
                  </a:cubicBezTo>
                  <a:cubicBezTo>
                    <a:pt x="102" y="121"/>
                    <a:pt x="121" y="101"/>
                    <a:pt x="121" y="63"/>
                  </a:cubicBezTo>
                  <a:cubicBezTo>
                    <a:pt x="121" y="24"/>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2256;p60">
              <a:extLst>
                <a:ext uri="{FF2B5EF4-FFF2-40B4-BE49-F238E27FC236}">
                  <a16:creationId xmlns:a16="http://schemas.microsoft.com/office/drawing/2014/main" id="{F1448323-5AA4-F776-735F-9EF16341E57F}"/>
                </a:ext>
              </a:extLst>
            </p:cNvPr>
            <p:cNvSpPr/>
            <p:nvPr/>
          </p:nvSpPr>
          <p:spPr>
            <a:xfrm>
              <a:off x="6724273" y="3114465"/>
              <a:ext cx="15706" cy="15836"/>
            </a:xfrm>
            <a:custGeom>
              <a:avLst/>
              <a:gdLst/>
              <a:ahLst/>
              <a:cxnLst/>
              <a:rect l="l" t="t" r="r" b="b"/>
              <a:pathLst>
                <a:path w="121" h="122" extrusionOk="0">
                  <a:moveTo>
                    <a:pt x="58" y="1"/>
                  </a:moveTo>
                  <a:cubicBezTo>
                    <a:pt x="20" y="1"/>
                    <a:pt x="0" y="20"/>
                    <a:pt x="0" y="59"/>
                  </a:cubicBezTo>
                  <a:cubicBezTo>
                    <a:pt x="0" y="78"/>
                    <a:pt x="20" y="121"/>
                    <a:pt x="58" y="121"/>
                  </a:cubicBezTo>
                  <a:cubicBezTo>
                    <a:pt x="77" y="121"/>
                    <a:pt x="120" y="78"/>
                    <a:pt x="120" y="59"/>
                  </a:cubicBezTo>
                  <a:cubicBezTo>
                    <a:pt x="120" y="20"/>
                    <a:pt x="77"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2257;p60">
              <a:extLst>
                <a:ext uri="{FF2B5EF4-FFF2-40B4-BE49-F238E27FC236}">
                  <a16:creationId xmlns:a16="http://schemas.microsoft.com/office/drawing/2014/main" id="{3F50F016-4067-93BD-4835-3DE246AB0DF3}"/>
                </a:ext>
              </a:extLst>
            </p:cNvPr>
            <p:cNvSpPr/>
            <p:nvPr/>
          </p:nvSpPr>
          <p:spPr>
            <a:xfrm>
              <a:off x="6780999" y="3204941"/>
              <a:ext cx="15706" cy="15706"/>
            </a:xfrm>
            <a:custGeom>
              <a:avLst/>
              <a:gdLst/>
              <a:ahLst/>
              <a:cxnLst/>
              <a:rect l="l" t="t" r="r" b="b"/>
              <a:pathLst>
                <a:path w="121" h="121" extrusionOk="0">
                  <a:moveTo>
                    <a:pt x="63" y="1"/>
                  </a:moveTo>
                  <a:cubicBezTo>
                    <a:pt x="25" y="1"/>
                    <a:pt x="0" y="25"/>
                    <a:pt x="0" y="63"/>
                  </a:cubicBezTo>
                  <a:cubicBezTo>
                    <a:pt x="0" y="82"/>
                    <a:pt x="25" y="121"/>
                    <a:pt x="63" y="121"/>
                  </a:cubicBezTo>
                  <a:cubicBezTo>
                    <a:pt x="101" y="121"/>
                    <a:pt x="121" y="82"/>
                    <a:pt x="121" y="63"/>
                  </a:cubicBezTo>
                  <a:cubicBezTo>
                    <a:pt x="121" y="25"/>
                    <a:pt x="101"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2258;p60">
              <a:extLst>
                <a:ext uri="{FF2B5EF4-FFF2-40B4-BE49-F238E27FC236}">
                  <a16:creationId xmlns:a16="http://schemas.microsoft.com/office/drawing/2014/main" id="{5F04BA25-0A3D-19A5-E408-41C62349E65E}"/>
                </a:ext>
              </a:extLst>
            </p:cNvPr>
            <p:cNvSpPr/>
            <p:nvPr/>
          </p:nvSpPr>
          <p:spPr>
            <a:xfrm>
              <a:off x="6739850" y="3244273"/>
              <a:ext cx="15706" cy="15706"/>
            </a:xfrm>
            <a:custGeom>
              <a:avLst/>
              <a:gdLst/>
              <a:ahLst/>
              <a:cxnLst/>
              <a:rect l="l" t="t" r="r" b="b"/>
              <a:pathLst>
                <a:path w="121" h="121" extrusionOk="0">
                  <a:moveTo>
                    <a:pt x="58" y="0"/>
                  </a:moveTo>
                  <a:cubicBezTo>
                    <a:pt x="20" y="0"/>
                    <a:pt x="0" y="19"/>
                    <a:pt x="0" y="58"/>
                  </a:cubicBezTo>
                  <a:cubicBezTo>
                    <a:pt x="0" y="82"/>
                    <a:pt x="20" y="120"/>
                    <a:pt x="58" y="120"/>
                  </a:cubicBezTo>
                  <a:cubicBezTo>
                    <a:pt x="77" y="120"/>
                    <a:pt x="121" y="82"/>
                    <a:pt x="121" y="58"/>
                  </a:cubicBezTo>
                  <a:cubicBezTo>
                    <a:pt x="121" y="19"/>
                    <a:pt x="77"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2259;p60">
              <a:extLst>
                <a:ext uri="{FF2B5EF4-FFF2-40B4-BE49-F238E27FC236}">
                  <a16:creationId xmlns:a16="http://schemas.microsoft.com/office/drawing/2014/main" id="{648A6F9E-859A-8F11-DD12-795C9727918A}"/>
                </a:ext>
              </a:extLst>
            </p:cNvPr>
            <p:cNvSpPr/>
            <p:nvPr/>
          </p:nvSpPr>
          <p:spPr>
            <a:xfrm>
              <a:off x="5738149" y="3116969"/>
              <a:ext cx="320552" cy="185964"/>
            </a:xfrm>
            <a:custGeom>
              <a:avLst/>
              <a:gdLst/>
              <a:ahLst/>
              <a:cxnLst/>
              <a:rect l="l" t="t" r="r" b="b"/>
              <a:pathLst>
                <a:path w="2346" h="1361" extrusionOk="0">
                  <a:moveTo>
                    <a:pt x="1163" y="1"/>
                  </a:moveTo>
                  <a:lnTo>
                    <a:pt x="1" y="678"/>
                  </a:lnTo>
                  <a:lnTo>
                    <a:pt x="1163" y="1360"/>
                  </a:lnTo>
                  <a:lnTo>
                    <a:pt x="2345" y="678"/>
                  </a:lnTo>
                  <a:lnTo>
                    <a:pt x="1163"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2260;p60">
              <a:extLst>
                <a:ext uri="{FF2B5EF4-FFF2-40B4-BE49-F238E27FC236}">
                  <a16:creationId xmlns:a16="http://schemas.microsoft.com/office/drawing/2014/main" id="{680773E4-60B5-453F-F20B-6D019D947252}"/>
                </a:ext>
              </a:extLst>
            </p:cNvPr>
            <p:cNvSpPr/>
            <p:nvPr/>
          </p:nvSpPr>
          <p:spPr>
            <a:xfrm>
              <a:off x="5738149" y="3209608"/>
              <a:ext cx="159046" cy="402397"/>
            </a:xfrm>
            <a:custGeom>
              <a:avLst/>
              <a:gdLst/>
              <a:ahLst/>
              <a:cxnLst/>
              <a:rect l="l" t="t" r="r" b="b"/>
              <a:pathLst>
                <a:path w="1164" h="2945" extrusionOk="0">
                  <a:moveTo>
                    <a:pt x="1" y="0"/>
                  </a:moveTo>
                  <a:lnTo>
                    <a:pt x="1" y="2263"/>
                  </a:lnTo>
                  <a:lnTo>
                    <a:pt x="1163" y="2945"/>
                  </a:lnTo>
                  <a:lnTo>
                    <a:pt x="1163" y="682"/>
                  </a:lnTo>
                  <a:lnTo>
                    <a:pt x="1"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2261;p60">
              <a:extLst>
                <a:ext uri="{FF2B5EF4-FFF2-40B4-BE49-F238E27FC236}">
                  <a16:creationId xmlns:a16="http://schemas.microsoft.com/office/drawing/2014/main" id="{DE74FF08-E50A-C4AE-C846-5FF65F1F3572}"/>
                </a:ext>
              </a:extLst>
            </p:cNvPr>
            <p:cNvSpPr/>
            <p:nvPr/>
          </p:nvSpPr>
          <p:spPr>
            <a:xfrm>
              <a:off x="5897062" y="3209608"/>
              <a:ext cx="161642" cy="402397"/>
            </a:xfrm>
            <a:custGeom>
              <a:avLst/>
              <a:gdLst/>
              <a:ahLst/>
              <a:cxnLst/>
              <a:rect l="l" t="t" r="r" b="b"/>
              <a:pathLst>
                <a:path w="1183" h="2945" extrusionOk="0">
                  <a:moveTo>
                    <a:pt x="1182" y="0"/>
                  </a:moveTo>
                  <a:lnTo>
                    <a:pt x="0" y="682"/>
                  </a:lnTo>
                  <a:lnTo>
                    <a:pt x="0" y="2945"/>
                  </a:lnTo>
                  <a:lnTo>
                    <a:pt x="1182" y="2263"/>
                  </a:lnTo>
                  <a:lnTo>
                    <a:pt x="1182"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2262;p60">
              <a:extLst>
                <a:ext uri="{FF2B5EF4-FFF2-40B4-BE49-F238E27FC236}">
                  <a16:creationId xmlns:a16="http://schemas.microsoft.com/office/drawing/2014/main" id="{7E706458-39F5-7DFC-B7D5-D8DF44467C91}"/>
                </a:ext>
              </a:extLst>
            </p:cNvPr>
            <p:cNvSpPr/>
            <p:nvPr/>
          </p:nvSpPr>
          <p:spPr>
            <a:xfrm>
              <a:off x="5650836" y="3034988"/>
              <a:ext cx="492442" cy="284343"/>
            </a:xfrm>
            <a:custGeom>
              <a:avLst/>
              <a:gdLst/>
              <a:ahLst/>
              <a:cxnLst/>
              <a:rect l="l" t="t" r="r" b="b"/>
              <a:pathLst>
                <a:path w="3604" h="2081" extrusionOk="0">
                  <a:moveTo>
                    <a:pt x="1802" y="0"/>
                  </a:moveTo>
                  <a:lnTo>
                    <a:pt x="1" y="1038"/>
                  </a:lnTo>
                  <a:lnTo>
                    <a:pt x="1802" y="2080"/>
                  </a:lnTo>
                  <a:lnTo>
                    <a:pt x="3604" y="1038"/>
                  </a:lnTo>
                  <a:lnTo>
                    <a:pt x="180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2263;p60">
              <a:extLst>
                <a:ext uri="{FF2B5EF4-FFF2-40B4-BE49-F238E27FC236}">
                  <a16:creationId xmlns:a16="http://schemas.microsoft.com/office/drawing/2014/main" id="{3F9BA309-2AC7-CDC0-BC44-8C3934A5F515}"/>
                </a:ext>
              </a:extLst>
            </p:cNvPr>
            <p:cNvSpPr/>
            <p:nvPr/>
          </p:nvSpPr>
          <p:spPr>
            <a:xfrm>
              <a:off x="5650836" y="3176679"/>
              <a:ext cx="246357" cy="175443"/>
            </a:xfrm>
            <a:custGeom>
              <a:avLst/>
              <a:gdLst/>
              <a:ahLst/>
              <a:cxnLst/>
              <a:rect l="l" t="t" r="r" b="b"/>
              <a:pathLst>
                <a:path w="1803" h="1284" extrusionOk="0">
                  <a:moveTo>
                    <a:pt x="1" y="1"/>
                  </a:moveTo>
                  <a:lnTo>
                    <a:pt x="1" y="241"/>
                  </a:lnTo>
                  <a:lnTo>
                    <a:pt x="1802" y="1283"/>
                  </a:lnTo>
                  <a:lnTo>
                    <a:pt x="1802" y="1043"/>
                  </a:lnTo>
                  <a:lnTo>
                    <a:pt x="1"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2264;p60">
              <a:extLst>
                <a:ext uri="{FF2B5EF4-FFF2-40B4-BE49-F238E27FC236}">
                  <a16:creationId xmlns:a16="http://schemas.microsoft.com/office/drawing/2014/main" id="{BDF69152-64B1-B991-4AFF-0350F9CFAD26}"/>
                </a:ext>
              </a:extLst>
            </p:cNvPr>
            <p:cNvSpPr/>
            <p:nvPr/>
          </p:nvSpPr>
          <p:spPr>
            <a:xfrm>
              <a:off x="5897062" y="3176679"/>
              <a:ext cx="246221" cy="175443"/>
            </a:xfrm>
            <a:custGeom>
              <a:avLst/>
              <a:gdLst/>
              <a:ahLst/>
              <a:cxnLst/>
              <a:rect l="l" t="t" r="r" b="b"/>
              <a:pathLst>
                <a:path w="1802" h="1284" extrusionOk="0">
                  <a:moveTo>
                    <a:pt x="1802" y="1"/>
                  </a:moveTo>
                  <a:lnTo>
                    <a:pt x="0" y="1043"/>
                  </a:lnTo>
                  <a:lnTo>
                    <a:pt x="0" y="1283"/>
                  </a:lnTo>
                  <a:lnTo>
                    <a:pt x="1802" y="241"/>
                  </a:lnTo>
                  <a:lnTo>
                    <a:pt x="180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2265;p60">
              <a:extLst>
                <a:ext uri="{FF2B5EF4-FFF2-40B4-BE49-F238E27FC236}">
                  <a16:creationId xmlns:a16="http://schemas.microsoft.com/office/drawing/2014/main" id="{EC17CAEF-972F-AEBA-BB52-38AA974E336B}"/>
                </a:ext>
              </a:extLst>
            </p:cNvPr>
            <p:cNvSpPr/>
            <p:nvPr/>
          </p:nvSpPr>
          <p:spPr>
            <a:xfrm>
              <a:off x="7532923" y="3116969"/>
              <a:ext cx="317136" cy="185964"/>
            </a:xfrm>
            <a:custGeom>
              <a:avLst/>
              <a:gdLst/>
              <a:ahLst/>
              <a:cxnLst/>
              <a:rect l="l" t="t" r="r" b="b"/>
              <a:pathLst>
                <a:path w="2321" h="1361" extrusionOk="0">
                  <a:moveTo>
                    <a:pt x="1158" y="1"/>
                  </a:moveTo>
                  <a:lnTo>
                    <a:pt x="0" y="678"/>
                  </a:lnTo>
                  <a:lnTo>
                    <a:pt x="1158" y="1360"/>
                  </a:lnTo>
                  <a:lnTo>
                    <a:pt x="2320" y="678"/>
                  </a:lnTo>
                  <a:lnTo>
                    <a:pt x="1158"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2266;p60">
              <a:extLst>
                <a:ext uri="{FF2B5EF4-FFF2-40B4-BE49-F238E27FC236}">
                  <a16:creationId xmlns:a16="http://schemas.microsoft.com/office/drawing/2014/main" id="{5B893D72-E127-F4EC-0AEF-88A8DFD3477B}"/>
                </a:ext>
              </a:extLst>
            </p:cNvPr>
            <p:cNvSpPr/>
            <p:nvPr/>
          </p:nvSpPr>
          <p:spPr>
            <a:xfrm>
              <a:off x="7532923" y="3209608"/>
              <a:ext cx="158226" cy="402397"/>
            </a:xfrm>
            <a:custGeom>
              <a:avLst/>
              <a:gdLst/>
              <a:ahLst/>
              <a:cxnLst/>
              <a:rect l="l" t="t" r="r" b="b"/>
              <a:pathLst>
                <a:path w="1158" h="2945" extrusionOk="0">
                  <a:moveTo>
                    <a:pt x="0" y="0"/>
                  </a:moveTo>
                  <a:lnTo>
                    <a:pt x="0" y="2263"/>
                  </a:lnTo>
                  <a:lnTo>
                    <a:pt x="1158" y="2945"/>
                  </a:lnTo>
                  <a:lnTo>
                    <a:pt x="1158" y="682"/>
                  </a:lnTo>
                  <a:lnTo>
                    <a:pt x="0"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2267;p60">
              <a:extLst>
                <a:ext uri="{FF2B5EF4-FFF2-40B4-BE49-F238E27FC236}">
                  <a16:creationId xmlns:a16="http://schemas.microsoft.com/office/drawing/2014/main" id="{3439C4AC-13B0-EA4C-A182-009ADB69BD53}"/>
                </a:ext>
              </a:extLst>
            </p:cNvPr>
            <p:cNvSpPr/>
            <p:nvPr/>
          </p:nvSpPr>
          <p:spPr>
            <a:xfrm>
              <a:off x="7691016" y="3209608"/>
              <a:ext cx="159046" cy="402397"/>
            </a:xfrm>
            <a:custGeom>
              <a:avLst/>
              <a:gdLst/>
              <a:ahLst/>
              <a:cxnLst/>
              <a:rect l="l" t="t" r="r" b="b"/>
              <a:pathLst>
                <a:path w="1164" h="2945" extrusionOk="0">
                  <a:moveTo>
                    <a:pt x="1163" y="0"/>
                  </a:moveTo>
                  <a:lnTo>
                    <a:pt x="1" y="682"/>
                  </a:lnTo>
                  <a:lnTo>
                    <a:pt x="1" y="2945"/>
                  </a:lnTo>
                  <a:lnTo>
                    <a:pt x="1163" y="2263"/>
                  </a:lnTo>
                  <a:lnTo>
                    <a:pt x="1163"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2268;p60">
              <a:extLst>
                <a:ext uri="{FF2B5EF4-FFF2-40B4-BE49-F238E27FC236}">
                  <a16:creationId xmlns:a16="http://schemas.microsoft.com/office/drawing/2014/main" id="{4AE86721-3523-04D3-520E-3F96A6C7E08D}"/>
                </a:ext>
              </a:extLst>
            </p:cNvPr>
            <p:cNvSpPr/>
            <p:nvPr/>
          </p:nvSpPr>
          <p:spPr>
            <a:xfrm>
              <a:off x="7444926" y="3034988"/>
              <a:ext cx="492442" cy="284343"/>
            </a:xfrm>
            <a:custGeom>
              <a:avLst/>
              <a:gdLst/>
              <a:ahLst/>
              <a:cxnLst/>
              <a:rect l="l" t="t" r="r" b="b"/>
              <a:pathLst>
                <a:path w="3604" h="2081" extrusionOk="0">
                  <a:moveTo>
                    <a:pt x="1802" y="0"/>
                  </a:moveTo>
                  <a:lnTo>
                    <a:pt x="0" y="1038"/>
                  </a:lnTo>
                  <a:lnTo>
                    <a:pt x="1802" y="2080"/>
                  </a:lnTo>
                  <a:lnTo>
                    <a:pt x="3603" y="1038"/>
                  </a:lnTo>
                  <a:lnTo>
                    <a:pt x="180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2269;p60">
              <a:extLst>
                <a:ext uri="{FF2B5EF4-FFF2-40B4-BE49-F238E27FC236}">
                  <a16:creationId xmlns:a16="http://schemas.microsoft.com/office/drawing/2014/main" id="{C3A8E0BB-0D80-6082-055C-F23B6E99E3F7}"/>
                </a:ext>
              </a:extLst>
            </p:cNvPr>
            <p:cNvSpPr/>
            <p:nvPr/>
          </p:nvSpPr>
          <p:spPr>
            <a:xfrm>
              <a:off x="7444926" y="3176679"/>
              <a:ext cx="246221" cy="175443"/>
            </a:xfrm>
            <a:custGeom>
              <a:avLst/>
              <a:gdLst/>
              <a:ahLst/>
              <a:cxnLst/>
              <a:rect l="l" t="t" r="r" b="b"/>
              <a:pathLst>
                <a:path w="1802" h="1284" extrusionOk="0">
                  <a:moveTo>
                    <a:pt x="0" y="1"/>
                  </a:moveTo>
                  <a:lnTo>
                    <a:pt x="0" y="241"/>
                  </a:lnTo>
                  <a:lnTo>
                    <a:pt x="1802" y="1283"/>
                  </a:lnTo>
                  <a:lnTo>
                    <a:pt x="1802" y="1043"/>
                  </a:lnTo>
                  <a:lnTo>
                    <a:pt x="0"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2270;p60">
              <a:extLst>
                <a:ext uri="{FF2B5EF4-FFF2-40B4-BE49-F238E27FC236}">
                  <a16:creationId xmlns:a16="http://schemas.microsoft.com/office/drawing/2014/main" id="{4877570F-103E-B20A-D88B-4759669D2D03}"/>
                </a:ext>
              </a:extLst>
            </p:cNvPr>
            <p:cNvSpPr/>
            <p:nvPr/>
          </p:nvSpPr>
          <p:spPr>
            <a:xfrm>
              <a:off x="7691016" y="3176679"/>
              <a:ext cx="246357" cy="175443"/>
            </a:xfrm>
            <a:custGeom>
              <a:avLst/>
              <a:gdLst/>
              <a:ahLst/>
              <a:cxnLst/>
              <a:rect l="l" t="t" r="r" b="b"/>
              <a:pathLst>
                <a:path w="1803" h="1284" extrusionOk="0">
                  <a:moveTo>
                    <a:pt x="1802" y="1"/>
                  </a:moveTo>
                  <a:lnTo>
                    <a:pt x="1" y="1043"/>
                  </a:lnTo>
                  <a:lnTo>
                    <a:pt x="1" y="1283"/>
                  </a:lnTo>
                  <a:lnTo>
                    <a:pt x="1802" y="241"/>
                  </a:lnTo>
                  <a:lnTo>
                    <a:pt x="180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2271;p60">
              <a:extLst>
                <a:ext uri="{FF2B5EF4-FFF2-40B4-BE49-F238E27FC236}">
                  <a16:creationId xmlns:a16="http://schemas.microsoft.com/office/drawing/2014/main" id="{DC945EA0-FA32-2687-6A76-6BA63BC0E258}"/>
                </a:ext>
              </a:extLst>
            </p:cNvPr>
            <p:cNvSpPr/>
            <p:nvPr/>
          </p:nvSpPr>
          <p:spPr>
            <a:xfrm>
              <a:off x="5664136" y="1801241"/>
              <a:ext cx="543234" cy="789214"/>
            </a:xfrm>
            <a:custGeom>
              <a:avLst/>
              <a:gdLst/>
              <a:ahLst/>
              <a:cxnLst/>
              <a:rect l="l" t="t" r="r" b="b"/>
              <a:pathLst>
                <a:path w="4185" h="6080" extrusionOk="0">
                  <a:moveTo>
                    <a:pt x="157" y="0"/>
                  </a:moveTo>
                  <a:cubicBezTo>
                    <a:pt x="76" y="0"/>
                    <a:pt x="0" y="56"/>
                    <a:pt x="0" y="151"/>
                  </a:cubicBezTo>
                  <a:lnTo>
                    <a:pt x="0" y="3677"/>
                  </a:lnTo>
                  <a:cubicBezTo>
                    <a:pt x="0" y="3735"/>
                    <a:pt x="39" y="3798"/>
                    <a:pt x="101" y="3817"/>
                  </a:cubicBezTo>
                  <a:lnTo>
                    <a:pt x="3964" y="6060"/>
                  </a:lnTo>
                  <a:cubicBezTo>
                    <a:pt x="3987" y="6074"/>
                    <a:pt x="4011" y="6079"/>
                    <a:pt x="4035" y="6079"/>
                  </a:cubicBezTo>
                  <a:cubicBezTo>
                    <a:pt x="4114" y="6079"/>
                    <a:pt x="4185" y="6014"/>
                    <a:pt x="4185" y="5940"/>
                  </a:cubicBezTo>
                  <a:lnTo>
                    <a:pt x="4185" y="2496"/>
                  </a:lnTo>
                  <a:cubicBezTo>
                    <a:pt x="4185" y="2376"/>
                    <a:pt x="4122" y="2275"/>
                    <a:pt x="4021" y="2217"/>
                  </a:cubicBezTo>
                  <a:lnTo>
                    <a:pt x="221" y="12"/>
                  </a:lnTo>
                  <a:cubicBezTo>
                    <a:pt x="200" y="4"/>
                    <a:pt x="179" y="0"/>
                    <a:pt x="157" y="0"/>
                  </a:cubicBezTo>
                  <a:close/>
                </a:path>
              </a:pathLst>
            </a:custGeom>
            <a:solidFill>
              <a:srgbClr val="FF248A">
                <a:alpha val="55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2272;p60">
              <a:extLst>
                <a:ext uri="{FF2B5EF4-FFF2-40B4-BE49-F238E27FC236}">
                  <a16:creationId xmlns:a16="http://schemas.microsoft.com/office/drawing/2014/main" id="{71B7EE3E-B170-0506-C7BD-2ED7E120AA6F}"/>
                </a:ext>
              </a:extLst>
            </p:cNvPr>
            <p:cNvSpPr/>
            <p:nvPr/>
          </p:nvSpPr>
          <p:spPr>
            <a:xfrm>
              <a:off x="5664136" y="1800203"/>
              <a:ext cx="543234" cy="792719"/>
            </a:xfrm>
            <a:custGeom>
              <a:avLst/>
              <a:gdLst/>
              <a:ahLst/>
              <a:cxnLst/>
              <a:rect l="l" t="t" r="r" b="b"/>
              <a:pathLst>
                <a:path w="4185" h="6107" extrusionOk="0">
                  <a:moveTo>
                    <a:pt x="159" y="20"/>
                  </a:moveTo>
                  <a:cubicBezTo>
                    <a:pt x="178" y="20"/>
                    <a:pt x="197" y="20"/>
                    <a:pt x="221" y="39"/>
                  </a:cubicBezTo>
                  <a:lnTo>
                    <a:pt x="4002" y="2225"/>
                  </a:lnTo>
                  <a:cubicBezTo>
                    <a:pt x="4103" y="2283"/>
                    <a:pt x="4161" y="2384"/>
                    <a:pt x="4161" y="2504"/>
                  </a:cubicBezTo>
                  <a:lnTo>
                    <a:pt x="4161" y="5948"/>
                  </a:lnTo>
                  <a:cubicBezTo>
                    <a:pt x="4161" y="6025"/>
                    <a:pt x="4103" y="6088"/>
                    <a:pt x="4041" y="6088"/>
                  </a:cubicBezTo>
                  <a:cubicBezTo>
                    <a:pt x="4021" y="6088"/>
                    <a:pt x="4002" y="6068"/>
                    <a:pt x="3983" y="6068"/>
                  </a:cubicBezTo>
                  <a:lnTo>
                    <a:pt x="101" y="3825"/>
                  </a:lnTo>
                  <a:cubicBezTo>
                    <a:pt x="39" y="3786"/>
                    <a:pt x="20" y="3743"/>
                    <a:pt x="20" y="3685"/>
                  </a:cubicBezTo>
                  <a:lnTo>
                    <a:pt x="20" y="159"/>
                  </a:lnTo>
                  <a:cubicBezTo>
                    <a:pt x="20" y="82"/>
                    <a:pt x="77" y="20"/>
                    <a:pt x="159" y="20"/>
                  </a:cubicBezTo>
                  <a:close/>
                  <a:moveTo>
                    <a:pt x="159" y="1"/>
                  </a:moveTo>
                  <a:cubicBezTo>
                    <a:pt x="77" y="1"/>
                    <a:pt x="0" y="63"/>
                    <a:pt x="0" y="159"/>
                  </a:cubicBezTo>
                  <a:lnTo>
                    <a:pt x="0" y="3685"/>
                  </a:lnTo>
                  <a:cubicBezTo>
                    <a:pt x="0" y="3743"/>
                    <a:pt x="20" y="3806"/>
                    <a:pt x="77" y="3844"/>
                  </a:cubicBezTo>
                  <a:lnTo>
                    <a:pt x="3964" y="6088"/>
                  </a:lnTo>
                  <a:cubicBezTo>
                    <a:pt x="3983" y="6088"/>
                    <a:pt x="4021" y="6107"/>
                    <a:pt x="4041" y="6107"/>
                  </a:cubicBezTo>
                  <a:cubicBezTo>
                    <a:pt x="4122" y="6107"/>
                    <a:pt x="4185" y="6025"/>
                    <a:pt x="4185" y="5948"/>
                  </a:cubicBezTo>
                  <a:lnTo>
                    <a:pt x="4185" y="2504"/>
                  </a:lnTo>
                  <a:cubicBezTo>
                    <a:pt x="4185" y="2384"/>
                    <a:pt x="4122" y="2263"/>
                    <a:pt x="4021" y="2201"/>
                  </a:cubicBezTo>
                  <a:lnTo>
                    <a:pt x="241" y="20"/>
                  </a:lnTo>
                  <a:cubicBezTo>
                    <a:pt x="197" y="1"/>
                    <a:pt x="178" y="1"/>
                    <a:pt x="1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2273;p60">
              <a:extLst>
                <a:ext uri="{FF2B5EF4-FFF2-40B4-BE49-F238E27FC236}">
                  <a16:creationId xmlns:a16="http://schemas.microsoft.com/office/drawing/2014/main" id="{E961044E-28F5-695E-3711-E34045BDE9BE}"/>
                </a:ext>
              </a:extLst>
            </p:cNvPr>
            <p:cNvSpPr/>
            <p:nvPr/>
          </p:nvSpPr>
          <p:spPr>
            <a:xfrm>
              <a:off x="5882342" y="2021005"/>
              <a:ext cx="33879" cy="33749"/>
            </a:xfrm>
            <a:custGeom>
              <a:avLst/>
              <a:gdLst/>
              <a:ahLst/>
              <a:cxnLst/>
              <a:rect l="l" t="t" r="r" b="b"/>
              <a:pathLst>
                <a:path w="261" h="260" extrusionOk="0">
                  <a:moveTo>
                    <a:pt x="1" y="0"/>
                  </a:moveTo>
                  <a:lnTo>
                    <a:pt x="1" y="121"/>
                  </a:lnTo>
                  <a:lnTo>
                    <a:pt x="260" y="260"/>
                  </a:lnTo>
                  <a:lnTo>
                    <a:pt x="260"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2274;p60">
              <a:extLst>
                <a:ext uri="{FF2B5EF4-FFF2-40B4-BE49-F238E27FC236}">
                  <a16:creationId xmlns:a16="http://schemas.microsoft.com/office/drawing/2014/main" id="{D1BEDF29-1B40-AE36-DA92-D243C0498C1D}"/>
                </a:ext>
              </a:extLst>
            </p:cNvPr>
            <p:cNvSpPr/>
            <p:nvPr/>
          </p:nvSpPr>
          <p:spPr>
            <a:xfrm>
              <a:off x="5921025" y="2044630"/>
              <a:ext cx="28817" cy="31413"/>
            </a:xfrm>
            <a:custGeom>
              <a:avLst/>
              <a:gdLst/>
              <a:ahLst/>
              <a:cxnLst/>
              <a:rect l="l" t="t" r="r" b="b"/>
              <a:pathLst>
                <a:path w="222" h="242" extrusionOk="0">
                  <a:moveTo>
                    <a:pt x="1" y="1"/>
                  </a:moveTo>
                  <a:lnTo>
                    <a:pt x="1" y="102"/>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2275;p60">
              <a:extLst>
                <a:ext uri="{FF2B5EF4-FFF2-40B4-BE49-F238E27FC236}">
                  <a16:creationId xmlns:a16="http://schemas.microsoft.com/office/drawing/2014/main" id="{1F35AF0D-AAD0-CDE2-F2A6-F5ED6C7F8148}"/>
                </a:ext>
              </a:extLst>
            </p:cNvPr>
            <p:cNvSpPr/>
            <p:nvPr/>
          </p:nvSpPr>
          <p:spPr>
            <a:xfrm>
              <a:off x="5856251" y="2005428"/>
              <a:ext cx="15706" cy="23754"/>
            </a:xfrm>
            <a:custGeom>
              <a:avLst/>
              <a:gdLst/>
              <a:ahLst/>
              <a:cxnLst/>
              <a:rect l="l" t="t" r="r" b="b"/>
              <a:pathLst>
                <a:path w="121" h="183" extrusionOk="0">
                  <a:moveTo>
                    <a:pt x="0" y="0"/>
                  </a:moveTo>
                  <a:lnTo>
                    <a:pt x="0" y="120"/>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2276;p60">
              <a:extLst>
                <a:ext uri="{FF2B5EF4-FFF2-40B4-BE49-F238E27FC236}">
                  <a16:creationId xmlns:a16="http://schemas.microsoft.com/office/drawing/2014/main" id="{961370DD-AF93-2DB2-D9C5-76925563DDF9}"/>
                </a:ext>
              </a:extLst>
            </p:cNvPr>
            <p:cNvSpPr/>
            <p:nvPr/>
          </p:nvSpPr>
          <p:spPr>
            <a:xfrm>
              <a:off x="5796280" y="1971678"/>
              <a:ext cx="52571" cy="44393"/>
            </a:xfrm>
            <a:custGeom>
              <a:avLst/>
              <a:gdLst/>
              <a:ahLst/>
              <a:cxnLst/>
              <a:rect l="l" t="t" r="r" b="b"/>
              <a:pathLst>
                <a:path w="405" h="342" extrusionOk="0">
                  <a:moveTo>
                    <a:pt x="1" y="1"/>
                  </a:moveTo>
                  <a:lnTo>
                    <a:pt x="1" y="102"/>
                  </a:lnTo>
                  <a:lnTo>
                    <a:pt x="404" y="342"/>
                  </a:lnTo>
                  <a:lnTo>
                    <a:pt x="404"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2277;p60">
              <a:extLst>
                <a:ext uri="{FF2B5EF4-FFF2-40B4-BE49-F238E27FC236}">
                  <a16:creationId xmlns:a16="http://schemas.microsoft.com/office/drawing/2014/main" id="{4032612C-CBC5-8AD4-8D17-0D5AAD8576BC}"/>
                </a:ext>
              </a:extLst>
            </p:cNvPr>
            <p:cNvSpPr/>
            <p:nvPr/>
          </p:nvSpPr>
          <p:spPr>
            <a:xfrm>
              <a:off x="5747083" y="1942991"/>
              <a:ext cx="39461" cy="36994"/>
            </a:xfrm>
            <a:custGeom>
              <a:avLst/>
              <a:gdLst/>
              <a:ahLst/>
              <a:cxnLst/>
              <a:rect l="l" t="t" r="r" b="b"/>
              <a:pathLst>
                <a:path w="304" h="285" extrusionOk="0">
                  <a:moveTo>
                    <a:pt x="0" y="1"/>
                  </a:moveTo>
                  <a:lnTo>
                    <a:pt x="0" y="102"/>
                  </a:lnTo>
                  <a:lnTo>
                    <a:pt x="303" y="284"/>
                  </a:lnTo>
                  <a:lnTo>
                    <a:pt x="303" y="16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2278;p60">
              <a:extLst>
                <a:ext uri="{FF2B5EF4-FFF2-40B4-BE49-F238E27FC236}">
                  <a16:creationId xmlns:a16="http://schemas.microsoft.com/office/drawing/2014/main" id="{8FD11E7B-8C89-E9EE-5A8A-6EE3A5546792}"/>
                </a:ext>
              </a:extLst>
            </p:cNvPr>
            <p:cNvSpPr/>
            <p:nvPr/>
          </p:nvSpPr>
          <p:spPr>
            <a:xfrm>
              <a:off x="5755131" y="1911837"/>
              <a:ext cx="38812" cy="39461"/>
            </a:xfrm>
            <a:custGeom>
              <a:avLst/>
              <a:gdLst/>
              <a:ahLst/>
              <a:cxnLst/>
              <a:rect l="l" t="t" r="r" b="b"/>
              <a:pathLst>
                <a:path w="299" h="304" extrusionOk="0">
                  <a:moveTo>
                    <a:pt x="1" y="1"/>
                  </a:moveTo>
                  <a:lnTo>
                    <a:pt x="1" y="121"/>
                  </a:lnTo>
                  <a:lnTo>
                    <a:pt x="299" y="303"/>
                  </a:lnTo>
                  <a:lnTo>
                    <a:pt x="299" y="183"/>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2279;p60">
              <a:extLst>
                <a:ext uri="{FF2B5EF4-FFF2-40B4-BE49-F238E27FC236}">
                  <a16:creationId xmlns:a16="http://schemas.microsoft.com/office/drawing/2014/main" id="{C013CF49-2900-B07A-D245-B6267050EB9D}"/>
                </a:ext>
              </a:extLst>
            </p:cNvPr>
            <p:cNvSpPr/>
            <p:nvPr/>
          </p:nvSpPr>
          <p:spPr>
            <a:xfrm>
              <a:off x="5864299" y="1974274"/>
              <a:ext cx="38812" cy="39331"/>
            </a:xfrm>
            <a:custGeom>
              <a:avLst/>
              <a:gdLst/>
              <a:ahLst/>
              <a:cxnLst/>
              <a:rect l="l" t="t" r="r" b="b"/>
              <a:pathLst>
                <a:path w="299" h="303" extrusionOk="0">
                  <a:moveTo>
                    <a:pt x="1" y="0"/>
                  </a:moveTo>
                  <a:lnTo>
                    <a:pt x="1" y="120"/>
                  </a:lnTo>
                  <a:lnTo>
                    <a:pt x="298" y="303"/>
                  </a:lnTo>
                  <a:lnTo>
                    <a:pt x="298" y="183"/>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2280;p60">
              <a:extLst>
                <a:ext uri="{FF2B5EF4-FFF2-40B4-BE49-F238E27FC236}">
                  <a16:creationId xmlns:a16="http://schemas.microsoft.com/office/drawing/2014/main" id="{0AF38E73-649A-2375-1E98-356A99B1DF72}"/>
                </a:ext>
              </a:extLst>
            </p:cNvPr>
            <p:cNvSpPr/>
            <p:nvPr/>
          </p:nvSpPr>
          <p:spPr>
            <a:xfrm>
              <a:off x="6098212" y="2109533"/>
              <a:ext cx="38682" cy="38812"/>
            </a:xfrm>
            <a:custGeom>
              <a:avLst/>
              <a:gdLst/>
              <a:ahLst/>
              <a:cxnLst/>
              <a:rect l="l" t="t" r="r" b="b"/>
              <a:pathLst>
                <a:path w="298" h="299" extrusionOk="0">
                  <a:moveTo>
                    <a:pt x="0" y="1"/>
                  </a:moveTo>
                  <a:lnTo>
                    <a:pt x="0" y="121"/>
                  </a:lnTo>
                  <a:lnTo>
                    <a:pt x="298" y="298"/>
                  </a:lnTo>
                  <a:lnTo>
                    <a:pt x="298" y="1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2281;p60">
              <a:extLst>
                <a:ext uri="{FF2B5EF4-FFF2-40B4-BE49-F238E27FC236}">
                  <a16:creationId xmlns:a16="http://schemas.microsoft.com/office/drawing/2014/main" id="{F515EFA7-35DC-6F1C-2FB8-0ACD3A33B195}"/>
                </a:ext>
              </a:extLst>
            </p:cNvPr>
            <p:cNvSpPr/>
            <p:nvPr/>
          </p:nvSpPr>
          <p:spPr>
            <a:xfrm>
              <a:off x="5687241" y="1909370"/>
              <a:ext cx="39331" cy="36345"/>
            </a:xfrm>
            <a:custGeom>
              <a:avLst/>
              <a:gdLst/>
              <a:ahLst/>
              <a:cxnLst/>
              <a:rect l="l" t="t" r="r" b="b"/>
              <a:pathLst>
                <a:path w="303" h="280" extrusionOk="0">
                  <a:moveTo>
                    <a:pt x="0" y="0"/>
                  </a:moveTo>
                  <a:lnTo>
                    <a:pt x="0" y="101"/>
                  </a:lnTo>
                  <a:lnTo>
                    <a:pt x="303" y="279"/>
                  </a:lnTo>
                  <a:lnTo>
                    <a:pt x="303"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2282;p60">
              <a:extLst>
                <a:ext uri="{FF2B5EF4-FFF2-40B4-BE49-F238E27FC236}">
                  <a16:creationId xmlns:a16="http://schemas.microsoft.com/office/drawing/2014/main" id="{5BF56E3D-4ED5-EE4A-B27D-6E4BCAFD1525}"/>
                </a:ext>
              </a:extLst>
            </p:cNvPr>
            <p:cNvSpPr/>
            <p:nvPr/>
          </p:nvSpPr>
          <p:spPr>
            <a:xfrm>
              <a:off x="6095096" y="2143283"/>
              <a:ext cx="34398" cy="33749"/>
            </a:xfrm>
            <a:custGeom>
              <a:avLst/>
              <a:gdLst/>
              <a:ahLst/>
              <a:cxnLst/>
              <a:rect l="l" t="t" r="r" b="b"/>
              <a:pathLst>
                <a:path w="265" h="260" extrusionOk="0">
                  <a:moveTo>
                    <a:pt x="0" y="0"/>
                  </a:moveTo>
                  <a:lnTo>
                    <a:pt x="0" y="120"/>
                  </a:lnTo>
                  <a:lnTo>
                    <a:pt x="264" y="259"/>
                  </a:lnTo>
                  <a:lnTo>
                    <a:pt x="264" y="1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2283;p60">
              <a:extLst>
                <a:ext uri="{FF2B5EF4-FFF2-40B4-BE49-F238E27FC236}">
                  <a16:creationId xmlns:a16="http://schemas.microsoft.com/office/drawing/2014/main" id="{4EEFC0B5-5DBF-0759-D672-201D78476CA1}"/>
                </a:ext>
              </a:extLst>
            </p:cNvPr>
            <p:cNvSpPr/>
            <p:nvPr/>
          </p:nvSpPr>
          <p:spPr>
            <a:xfrm>
              <a:off x="6069524" y="2127576"/>
              <a:ext cx="15706" cy="26350"/>
            </a:xfrm>
            <a:custGeom>
              <a:avLst/>
              <a:gdLst/>
              <a:ahLst/>
              <a:cxnLst/>
              <a:rect l="l" t="t" r="r" b="b"/>
              <a:pathLst>
                <a:path w="121" h="203" extrusionOk="0">
                  <a:moveTo>
                    <a:pt x="0" y="1"/>
                  </a:moveTo>
                  <a:lnTo>
                    <a:pt x="0" y="121"/>
                  </a:lnTo>
                  <a:lnTo>
                    <a:pt x="120" y="203"/>
                  </a:lnTo>
                  <a:lnTo>
                    <a:pt x="120" y="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2284;p60">
              <a:extLst>
                <a:ext uri="{FF2B5EF4-FFF2-40B4-BE49-F238E27FC236}">
                  <a16:creationId xmlns:a16="http://schemas.microsoft.com/office/drawing/2014/main" id="{53344B54-EF9D-6C1A-FE94-51EBD829C13A}"/>
                </a:ext>
              </a:extLst>
            </p:cNvPr>
            <p:cNvSpPr/>
            <p:nvPr/>
          </p:nvSpPr>
          <p:spPr>
            <a:xfrm>
              <a:off x="6009553" y="2093956"/>
              <a:ext cx="51922" cy="44393"/>
            </a:xfrm>
            <a:custGeom>
              <a:avLst/>
              <a:gdLst/>
              <a:ahLst/>
              <a:cxnLst/>
              <a:rect l="l" t="t" r="r" b="b"/>
              <a:pathLst>
                <a:path w="400" h="342" extrusionOk="0">
                  <a:moveTo>
                    <a:pt x="1" y="0"/>
                  </a:moveTo>
                  <a:lnTo>
                    <a:pt x="1" y="121"/>
                  </a:lnTo>
                  <a:lnTo>
                    <a:pt x="400" y="342"/>
                  </a:lnTo>
                  <a:lnTo>
                    <a:pt x="400"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2285;p60">
              <a:extLst>
                <a:ext uri="{FF2B5EF4-FFF2-40B4-BE49-F238E27FC236}">
                  <a16:creationId xmlns:a16="http://schemas.microsoft.com/office/drawing/2014/main" id="{60A2FC4D-059D-D6DE-CAAF-A27B581AFA60}"/>
                </a:ext>
              </a:extLst>
            </p:cNvPr>
            <p:cNvSpPr/>
            <p:nvPr/>
          </p:nvSpPr>
          <p:spPr>
            <a:xfrm>
              <a:off x="5960356" y="2065269"/>
              <a:ext cx="38812" cy="36345"/>
            </a:xfrm>
            <a:custGeom>
              <a:avLst/>
              <a:gdLst/>
              <a:ahLst/>
              <a:cxnLst/>
              <a:rect l="l" t="t" r="r" b="b"/>
              <a:pathLst>
                <a:path w="299" h="280" extrusionOk="0">
                  <a:moveTo>
                    <a:pt x="0" y="1"/>
                  </a:moveTo>
                  <a:lnTo>
                    <a:pt x="0" y="121"/>
                  </a:lnTo>
                  <a:lnTo>
                    <a:pt x="298" y="279"/>
                  </a:lnTo>
                  <a:lnTo>
                    <a:pt x="298" y="1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2286;p60">
              <a:extLst>
                <a:ext uri="{FF2B5EF4-FFF2-40B4-BE49-F238E27FC236}">
                  <a16:creationId xmlns:a16="http://schemas.microsoft.com/office/drawing/2014/main" id="{4E3BC048-6B2B-DAF7-DDD6-6EEB36E10F21}"/>
                </a:ext>
              </a:extLst>
            </p:cNvPr>
            <p:cNvSpPr/>
            <p:nvPr/>
          </p:nvSpPr>
          <p:spPr>
            <a:xfrm>
              <a:off x="5960356" y="2089024"/>
              <a:ext cx="31283" cy="33749"/>
            </a:xfrm>
            <a:custGeom>
              <a:avLst/>
              <a:gdLst/>
              <a:ahLst/>
              <a:cxnLst/>
              <a:rect l="l" t="t" r="r" b="b"/>
              <a:pathLst>
                <a:path w="241" h="260" extrusionOk="0">
                  <a:moveTo>
                    <a:pt x="0" y="0"/>
                  </a:moveTo>
                  <a:lnTo>
                    <a:pt x="0" y="120"/>
                  </a:lnTo>
                  <a:lnTo>
                    <a:pt x="241" y="259"/>
                  </a:lnTo>
                  <a:lnTo>
                    <a:pt x="241" y="1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2287;p60">
              <a:extLst>
                <a:ext uri="{FF2B5EF4-FFF2-40B4-BE49-F238E27FC236}">
                  <a16:creationId xmlns:a16="http://schemas.microsoft.com/office/drawing/2014/main" id="{28B51D0A-69FE-17DB-3D26-E6061DEF825B}"/>
                </a:ext>
              </a:extLst>
            </p:cNvPr>
            <p:cNvSpPr/>
            <p:nvPr/>
          </p:nvSpPr>
          <p:spPr>
            <a:xfrm>
              <a:off x="5923491" y="2067735"/>
              <a:ext cx="28817" cy="31283"/>
            </a:xfrm>
            <a:custGeom>
              <a:avLst/>
              <a:gdLst/>
              <a:ahLst/>
              <a:cxnLst/>
              <a:rect l="l" t="t" r="r" b="b"/>
              <a:pathLst>
                <a:path w="222" h="241" extrusionOk="0">
                  <a:moveTo>
                    <a:pt x="1" y="1"/>
                  </a:moveTo>
                  <a:lnTo>
                    <a:pt x="1" y="121"/>
                  </a:lnTo>
                  <a:lnTo>
                    <a:pt x="222" y="241"/>
                  </a:lnTo>
                  <a:lnTo>
                    <a:pt x="222"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2288;p60">
              <a:extLst>
                <a:ext uri="{FF2B5EF4-FFF2-40B4-BE49-F238E27FC236}">
                  <a16:creationId xmlns:a16="http://schemas.microsoft.com/office/drawing/2014/main" id="{F5AE1886-42E3-7A5C-8224-FAB7E1A87B14}"/>
                </a:ext>
              </a:extLst>
            </p:cNvPr>
            <p:cNvSpPr/>
            <p:nvPr/>
          </p:nvSpPr>
          <p:spPr>
            <a:xfrm>
              <a:off x="6001505" y="2114596"/>
              <a:ext cx="15706" cy="23754"/>
            </a:xfrm>
            <a:custGeom>
              <a:avLst/>
              <a:gdLst/>
              <a:ahLst/>
              <a:cxnLst/>
              <a:rect l="l" t="t" r="r" b="b"/>
              <a:pathLst>
                <a:path w="121" h="183" extrusionOk="0">
                  <a:moveTo>
                    <a:pt x="0" y="0"/>
                  </a:moveTo>
                  <a:lnTo>
                    <a:pt x="0" y="101"/>
                  </a:lnTo>
                  <a:lnTo>
                    <a:pt x="121" y="183"/>
                  </a:lnTo>
                  <a:lnTo>
                    <a:pt x="121" y="6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2289;p60">
              <a:extLst>
                <a:ext uri="{FF2B5EF4-FFF2-40B4-BE49-F238E27FC236}">
                  <a16:creationId xmlns:a16="http://schemas.microsoft.com/office/drawing/2014/main" id="{692884CB-8FE5-B74E-EEE4-6F4C4C0A64C6}"/>
                </a:ext>
              </a:extLst>
            </p:cNvPr>
            <p:cNvSpPr/>
            <p:nvPr/>
          </p:nvSpPr>
          <p:spPr>
            <a:xfrm>
              <a:off x="6074457" y="2156264"/>
              <a:ext cx="39461" cy="36345"/>
            </a:xfrm>
            <a:custGeom>
              <a:avLst/>
              <a:gdLst/>
              <a:ahLst/>
              <a:cxnLst/>
              <a:rect l="l" t="t" r="r" b="b"/>
              <a:pathLst>
                <a:path w="304" h="280" extrusionOk="0">
                  <a:moveTo>
                    <a:pt x="0" y="1"/>
                  </a:moveTo>
                  <a:lnTo>
                    <a:pt x="0" y="102"/>
                  </a:lnTo>
                  <a:lnTo>
                    <a:pt x="303" y="280"/>
                  </a:lnTo>
                  <a:lnTo>
                    <a:pt x="303" y="159"/>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2290;p60">
              <a:extLst>
                <a:ext uri="{FF2B5EF4-FFF2-40B4-BE49-F238E27FC236}">
                  <a16:creationId xmlns:a16="http://schemas.microsoft.com/office/drawing/2014/main" id="{D2E6C772-4C5E-DEC3-41B3-B5B5149C32D3}"/>
                </a:ext>
              </a:extLst>
            </p:cNvPr>
            <p:cNvSpPr/>
            <p:nvPr/>
          </p:nvSpPr>
          <p:spPr>
            <a:xfrm>
              <a:off x="5747083" y="1966745"/>
              <a:ext cx="31283" cy="33749"/>
            </a:xfrm>
            <a:custGeom>
              <a:avLst/>
              <a:gdLst/>
              <a:ahLst/>
              <a:cxnLst/>
              <a:rect l="l" t="t" r="r" b="b"/>
              <a:pathLst>
                <a:path w="241" h="260" extrusionOk="0">
                  <a:moveTo>
                    <a:pt x="0" y="0"/>
                  </a:moveTo>
                  <a:lnTo>
                    <a:pt x="0" y="101"/>
                  </a:lnTo>
                  <a:lnTo>
                    <a:pt x="241" y="260"/>
                  </a:lnTo>
                  <a:lnTo>
                    <a:pt x="241" y="14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2291;p60">
              <a:extLst>
                <a:ext uri="{FF2B5EF4-FFF2-40B4-BE49-F238E27FC236}">
                  <a16:creationId xmlns:a16="http://schemas.microsoft.com/office/drawing/2014/main" id="{CB1EBDC2-C6E0-5D34-66C7-50EAD8006AC2}"/>
                </a:ext>
              </a:extLst>
            </p:cNvPr>
            <p:cNvSpPr/>
            <p:nvPr/>
          </p:nvSpPr>
          <p:spPr>
            <a:xfrm>
              <a:off x="5788881" y="1989851"/>
              <a:ext cx="15706" cy="26221"/>
            </a:xfrm>
            <a:custGeom>
              <a:avLst/>
              <a:gdLst/>
              <a:ahLst/>
              <a:cxnLst/>
              <a:rect l="l" t="t" r="r" b="b"/>
              <a:pathLst>
                <a:path w="121" h="202" extrusionOk="0">
                  <a:moveTo>
                    <a:pt x="0" y="0"/>
                  </a:moveTo>
                  <a:lnTo>
                    <a:pt x="0" y="120"/>
                  </a:lnTo>
                  <a:lnTo>
                    <a:pt x="120" y="202"/>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2292;p60">
              <a:extLst>
                <a:ext uri="{FF2B5EF4-FFF2-40B4-BE49-F238E27FC236}">
                  <a16:creationId xmlns:a16="http://schemas.microsoft.com/office/drawing/2014/main" id="{9EE2D78C-BE77-3842-33AD-5E26300FDB75}"/>
                </a:ext>
              </a:extLst>
            </p:cNvPr>
            <p:cNvSpPr/>
            <p:nvPr/>
          </p:nvSpPr>
          <p:spPr>
            <a:xfrm>
              <a:off x="5811857" y="2005428"/>
              <a:ext cx="55037" cy="44393"/>
            </a:xfrm>
            <a:custGeom>
              <a:avLst/>
              <a:gdLst/>
              <a:ahLst/>
              <a:cxnLst/>
              <a:rect l="l" t="t" r="r" b="b"/>
              <a:pathLst>
                <a:path w="424" h="342" extrusionOk="0">
                  <a:moveTo>
                    <a:pt x="1" y="0"/>
                  </a:moveTo>
                  <a:lnTo>
                    <a:pt x="1" y="101"/>
                  </a:lnTo>
                  <a:lnTo>
                    <a:pt x="424" y="341"/>
                  </a:lnTo>
                  <a:lnTo>
                    <a:pt x="42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2293;p60">
              <a:extLst>
                <a:ext uri="{FF2B5EF4-FFF2-40B4-BE49-F238E27FC236}">
                  <a16:creationId xmlns:a16="http://schemas.microsoft.com/office/drawing/2014/main" id="{328E3441-5737-7104-C6DC-F610255EC360}"/>
                </a:ext>
              </a:extLst>
            </p:cNvPr>
            <p:cNvSpPr/>
            <p:nvPr/>
          </p:nvSpPr>
          <p:spPr>
            <a:xfrm>
              <a:off x="5882342" y="2067735"/>
              <a:ext cx="33879" cy="33879"/>
            </a:xfrm>
            <a:custGeom>
              <a:avLst/>
              <a:gdLst/>
              <a:ahLst/>
              <a:cxnLst/>
              <a:rect l="l" t="t" r="r" b="b"/>
              <a:pathLst>
                <a:path w="261" h="261" extrusionOk="0">
                  <a:moveTo>
                    <a:pt x="1" y="1"/>
                  </a:moveTo>
                  <a:lnTo>
                    <a:pt x="1" y="121"/>
                  </a:lnTo>
                  <a:lnTo>
                    <a:pt x="260" y="260"/>
                  </a:lnTo>
                  <a:lnTo>
                    <a:pt x="260" y="16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2294;p60">
              <a:extLst>
                <a:ext uri="{FF2B5EF4-FFF2-40B4-BE49-F238E27FC236}">
                  <a16:creationId xmlns:a16="http://schemas.microsoft.com/office/drawing/2014/main" id="{4BBA7C0B-9B6F-C74A-AC5E-B6CDDBA4471A}"/>
                </a:ext>
              </a:extLst>
            </p:cNvPr>
            <p:cNvSpPr/>
            <p:nvPr/>
          </p:nvSpPr>
          <p:spPr>
            <a:xfrm>
              <a:off x="5921025" y="2091490"/>
              <a:ext cx="28817" cy="31283"/>
            </a:xfrm>
            <a:custGeom>
              <a:avLst/>
              <a:gdLst/>
              <a:ahLst/>
              <a:cxnLst/>
              <a:rect l="l" t="t" r="r" b="b"/>
              <a:pathLst>
                <a:path w="222" h="241" extrusionOk="0">
                  <a:moveTo>
                    <a:pt x="1" y="0"/>
                  </a:moveTo>
                  <a:lnTo>
                    <a:pt x="1" y="120"/>
                  </a:lnTo>
                  <a:lnTo>
                    <a:pt x="222" y="240"/>
                  </a:lnTo>
                  <a:lnTo>
                    <a:pt x="222"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2295;p60">
              <a:extLst>
                <a:ext uri="{FF2B5EF4-FFF2-40B4-BE49-F238E27FC236}">
                  <a16:creationId xmlns:a16="http://schemas.microsoft.com/office/drawing/2014/main" id="{3F395F49-FE29-C675-C1CE-24CB7C9C2ED5}"/>
                </a:ext>
              </a:extLst>
            </p:cNvPr>
            <p:cNvSpPr/>
            <p:nvPr/>
          </p:nvSpPr>
          <p:spPr>
            <a:xfrm>
              <a:off x="5856251" y="2054625"/>
              <a:ext cx="15706" cy="23884"/>
            </a:xfrm>
            <a:custGeom>
              <a:avLst/>
              <a:gdLst/>
              <a:ahLst/>
              <a:cxnLst/>
              <a:rect l="l" t="t" r="r" b="b"/>
              <a:pathLst>
                <a:path w="121" h="184" extrusionOk="0">
                  <a:moveTo>
                    <a:pt x="0" y="1"/>
                  </a:moveTo>
                  <a:lnTo>
                    <a:pt x="0" y="102"/>
                  </a:lnTo>
                  <a:lnTo>
                    <a:pt x="120" y="183"/>
                  </a:lnTo>
                  <a:lnTo>
                    <a:pt x="120" y="6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2296;p60">
              <a:extLst>
                <a:ext uri="{FF2B5EF4-FFF2-40B4-BE49-F238E27FC236}">
                  <a16:creationId xmlns:a16="http://schemas.microsoft.com/office/drawing/2014/main" id="{D5F160EA-4942-D07A-E5B5-593726EEE85C}"/>
                </a:ext>
              </a:extLst>
            </p:cNvPr>
            <p:cNvSpPr/>
            <p:nvPr/>
          </p:nvSpPr>
          <p:spPr>
            <a:xfrm>
              <a:off x="5796280" y="2018538"/>
              <a:ext cx="52571" cy="46860"/>
            </a:xfrm>
            <a:custGeom>
              <a:avLst/>
              <a:gdLst/>
              <a:ahLst/>
              <a:cxnLst/>
              <a:rect l="l" t="t" r="r" b="b"/>
              <a:pathLst>
                <a:path w="405" h="361" extrusionOk="0">
                  <a:moveTo>
                    <a:pt x="1" y="0"/>
                  </a:moveTo>
                  <a:lnTo>
                    <a:pt x="1" y="120"/>
                  </a:lnTo>
                  <a:lnTo>
                    <a:pt x="404" y="361"/>
                  </a:lnTo>
                  <a:lnTo>
                    <a:pt x="404" y="2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2297;p60">
              <a:extLst>
                <a:ext uri="{FF2B5EF4-FFF2-40B4-BE49-F238E27FC236}">
                  <a16:creationId xmlns:a16="http://schemas.microsoft.com/office/drawing/2014/main" id="{8B92C091-B183-706F-1405-3212FAAA1AA2}"/>
                </a:ext>
              </a:extLst>
            </p:cNvPr>
            <p:cNvSpPr/>
            <p:nvPr/>
          </p:nvSpPr>
          <p:spPr>
            <a:xfrm>
              <a:off x="5747083" y="1989851"/>
              <a:ext cx="39461" cy="36865"/>
            </a:xfrm>
            <a:custGeom>
              <a:avLst/>
              <a:gdLst/>
              <a:ahLst/>
              <a:cxnLst/>
              <a:rect l="l" t="t" r="r" b="b"/>
              <a:pathLst>
                <a:path w="304" h="284" extrusionOk="0">
                  <a:moveTo>
                    <a:pt x="0" y="0"/>
                  </a:moveTo>
                  <a:lnTo>
                    <a:pt x="0" y="120"/>
                  </a:lnTo>
                  <a:lnTo>
                    <a:pt x="303" y="284"/>
                  </a:lnTo>
                  <a:lnTo>
                    <a:pt x="303" y="18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2298;p60">
              <a:extLst>
                <a:ext uri="{FF2B5EF4-FFF2-40B4-BE49-F238E27FC236}">
                  <a16:creationId xmlns:a16="http://schemas.microsoft.com/office/drawing/2014/main" id="{3F34A7A8-00F4-2EB0-6ED9-7923E2EF1E41}"/>
                </a:ext>
              </a:extLst>
            </p:cNvPr>
            <p:cNvSpPr/>
            <p:nvPr/>
          </p:nvSpPr>
          <p:spPr>
            <a:xfrm>
              <a:off x="6069524" y="2176903"/>
              <a:ext cx="15706" cy="23754"/>
            </a:xfrm>
            <a:custGeom>
              <a:avLst/>
              <a:gdLst/>
              <a:ahLst/>
              <a:cxnLst/>
              <a:rect l="l" t="t" r="r" b="b"/>
              <a:pathLst>
                <a:path w="121" h="183" extrusionOk="0">
                  <a:moveTo>
                    <a:pt x="0" y="0"/>
                  </a:moveTo>
                  <a:lnTo>
                    <a:pt x="0" y="121"/>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2299;p60">
              <a:extLst>
                <a:ext uri="{FF2B5EF4-FFF2-40B4-BE49-F238E27FC236}">
                  <a16:creationId xmlns:a16="http://schemas.microsoft.com/office/drawing/2014/main" id="{F8FF1791-C906-A399-80A7-944CAD01CEE7}"/>
                </a:ext>
              </a:extLst>
            </p:cNvPr>
            <p:cNvSpPr/>
            <p:nvPr/>
          </p:nvSpPr>
          <p:spPr>
            <a:xfrm>
              <a:off x="6009553" y="2140687"/>
              <a:ext cx="51922" cy="46989"/>
            </a:xfrm>
            <a:custGeom>
              <a:avLst/>
              <a:gdLst/>
              <a:ahLst/>
              <a:cxnLst/>
              <a:rect l="l" t="t" r="r" b="b"/>
              <a:pathLst>
                <a:path w="400" h="362" extrusionOk="0">
                  <a:moveTo>
                    <a:pt x="1" y="1"/>
                  </a:moveTo>
                  <a:lnTo>
                    <a:pt x="1" y="121"/>
                  </a:lnTo>
                  <a:lnTo>
                    <a:pt x="400" y="361"/>
                  </a:lnTo>
                  <a:lnTo>
                    <a:pt x="400"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2300;p60">
              <a:extLst>
                <a:ext uri="{FF2B5EF4-FFF2-40B4-BE49-F238E27FC236}">
                  <a16:creationId xmlns:a16="http://schemas.microsoft.com/office/drawing/2014/main" id="{25C8F79C-9E46-3B0D-1E3A-3F12D210CDFB}"/>
                </a:ext>
              </a:extLst>
            </p:cNvPr>
            <p:cNvSpPr/>
            <p:nvPr/>
          </p:nvSpPr>
          <p:spPr>
            <a:xfrm>
              <a:off x="5960356" y="2112000"/>
              <a:ext cx="38812" cy="39461"/>
            </a:xfrm>
            <a:custGeom>
              <a:avLst/>
              <a:gdLst/>
              <a:ahLst/>
              <a:cxnLst/>
              <a:rect l="l" t="t" r="r" b="b"/>
              <a:pathLst>
                <a:path w="299" h="304" extrusionOk="0">
                  <a:moveTo>
                    <a:pt x="0" y="1"/>
                  </a:moveTo>
                  <a:lnTo>
                    <a:pt x="0" y="121"/>
                  </a:lnTo>
                  <a:lnTo>
                    <a:pt x="298" y="303"/>
                  </a:lnTo>
                  <a:lnTo>
                    <a:pt x="298" y="1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2301;p60">
              <a:extLst>
                <a:ext uri="{FF2B5EF4-FFF2-40B4-BE49-F238E27FC236}">
                  <a16:creationId xmlns:a16="http://schemas.microsoft.com/office/drawing/2014/main" id="{8D073A2E-699C-4013-94A3-A513DCB8619A}"/>
                </a:ext>
              </a:extLst>
            </p:cNvPr>
            <p:cNvSpPr/>
            <p:nvPr/>
          </p:nvSpPr>
          <p:spPr>
            <a:xfrm>
              <a:off x="5960356" y="2138221"/>
              <a:ext cx="31283" cy="33749"/>
            </a:xfrm>
            <a:custGeom>
              <a:avLst/>
              <a:gdLst/>
              <a:ahLst/>
              <a:cxnLst/>
              <a:rect l="l" t="t" r="r" b="b"/>
              <a:pathLst>
                <a:path w="241" h="260" extrusionOk="0">
                  <a:moveTo>
                    <a:pt x="0" y="1"/>
                  </a:moveTo>
                  <a:lnTo>
                    <a:pt x="0" y="101"/>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2302;p60">
              <a:extLst>
                <a:ext uri="{FF2B5EF4-FFF2-40B4-BE49-F238E27FC236}">
                  <a16:creationId xmlns:a16="http://schemas.microsoft.com/office/drawing/2014/main" id="{7B06128A-7027-049E-F3CD-11302FC931F5}"/>
                </a:ext>
              </a:extLst>
            </p:cNvPr>
            <p:cNvSpPr/>
            <p:nvPr/>
          </p:nvSpPr>
          <p:spPr>
            <a:xfrm>
              <a:off x="5923491" y="2117062"/>
              <a:ext cx="28817" cy="31283"/>
            </a:xfrm>
            <a:custGeom>
              <a:avLst/>
              <a:gdLst/>
              <a:ahLst/>
              <a:cxnLst/>
              <a:rect l="l" t="t" r="r" b="b"/>
              <a:pathLst>
                <a:path w="222" h="241" extrusionOk="0">
                  <a:moveTo>
                    <a:pt x="1" y="0"/>
                  </a:moveTo>
                  <a:lnTo>
                    <a:pt x="1" y="120"/>
                  </a:lnTo>
                  <a:lnTo>
                    <a:pt x="222" y="240"/>
                  </a:lnTo>
                  <a:lnTo>
                    <a:pt x="222" y="12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2303;p60">
              <a:extLst>
                <a:ext uri="{FF2B5EF4-FFF2-40B4-BE49-F238E27FC236}">
                  <a16:creationId xmlns:a16="http://schemas.microsoft.com/office/drawing/2014/main" id="{D5D7BCA2-387D-833F-F573-9701903889FC}"/>
                </a:ext>
              </a:extLst>
            </p:cNvPr>
            <p:cNvSpPr/>
            <p:nvPr/>
          </p:nvSpPr>
          <p:spPr>
            <a:xfrm>
              <a:off x="6001505" y="2161326"/>
              <a:ext cx="15706" cy="26350"/>
            </a:xfrm>
            <a:custGeom>
              <a:avLst/>
              <a:gdLst/>
              <a:ahLst/>
              <a:cxnLst/>
              <a:rect l="l" t="t" r="r" b="b"/>
              <a:pathLst>
                <a:path w="121" h="203" extrusionOk="0">
                  <a:moveTo>
                    <a:pt x="0" y="0"/>
                  </a:moveTo>
                  <a:lnTo>
                    <a:pt x="0" y="120"/>
                  </a:lnTo>
                  <a:lnTo>
                    <a:pt x="121" y="202"/>
                  </a:lnTo>
                  <a:lnTo>
                    <a:pt x="121"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2304;p60">
              <a:extLst>
                <a:ext uri="{FF2B5EF4-FFF2-40B4-BE49-F238E27FC236}">
                  <a16:creationId xmlns:a16="http://schemas.microsoft.com/office/drawing/2014/main" id="{834A00B4-92C2-A985-72DD-F6AE1DDB3E62}"/>
                </a:ext>
              </a:extLst>
            </p:cNvPr>
            <p:cNvSpPr/>
            <p:nvPr/>
          </p:nvSpPr>
          <p:spPr>
            <a:xfrm>
              <a:off x="6103144" y="2221167"/>
              <a:ext cx="38812" cy="36345"/>
            </a:xfrm>
            <a:custGeom>
              <a:avLst/>
              <a:gdLst/>
              <a:ahLst/>
              <a:cxnLst/>
              <a:rect l="l" t="t" r="r" b="b"/>
              <a:pathLst>
                <a:path w="299" h="280" extrusionOk="0">
                  <a:moveTo>
                    <a:pt x="0" y="1"/>
                  </a:moveTo>
                  <a:lnTo>
                    <a:pt x="0" y="101"/>
                  </a:lnTo>
                  <a:lnTo>
                    <a:pt x="298" y="279"/>
                  </a:lnTo>
                  <a:lnTo>
                    <a:pt x="298" y="159"/>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305;p60">
              <a:extLst>
                <a:ext uri="{FF2B5EF4-FFF2-40B4-BE49-F238E27FC236}">
                  <a16:creationId xmlns:a16="http://schemas.microsoft.com/office/drawing/2014/main" id="{A135F54C-C79E-DB31-27D8-A4CA8CF80A8A}"/>
                </a:ext>
              </a:extLst>
            </p:cNvPr>
            <p:cNvSpPr/>
            <p:nvPr/>
          </p:nvSpPr>
          <p:spPr>
            <a:xfrm>
              <a:off x="5811857" y="2052158"/>
              <a:ext cx="55037" cy="46860"/>
            </a:xfrm>
            <a:custGeom>
              <a:avLst/>
              <a:gdLst/>
              <a:ahLst/>
              <a:cxnLst/>
              <a:rect l="l" t="t" r="r" b="b"/>
              <a:pathLst>
                <a:path w="424" h="361" extrusionOk="0">
                  <a:moveTo>
                    <a:pt x="1" y="1"/>
                  </a:moveTo>
                  <a:lnTo>
                    <a:pt x="1" y="121"/>
                  </a:lnTo>
                  <a:lnTo>
                    <a:pt x="424" y="361"/>
                  </a:lnTo>
                  <a:lnTo>
                    <a:pt x="42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306;p60">
              <a:extLst>
                <a:ext uri="{FF2B5EF4-FFF2-40B4-BE49-F238E27FC236}">
                  <a16:creationId xmlns:a16="http://schemas.microsoft.com/office/drawing/2014/main" id="{73C23F6E-4415-E59B-62E7-7045BC6303F3}"/>
                </a:ext>
              </a:extLst>
            </p:cNvPr>
            <p:cNvSpPr/>
            <p:nvPr/>
          </p:nvSpPr>
          <p:spPr>
            <a:xfrm>
              <a:off x="5876760" y="2089024"/>
              <a:ext cx="39461" cy="38682"/>
            </a:xfrm>
            <a:custGeom>
              <a:avLst/>
              <a:gdLst/>
              <a:ahLst/>
              <a:cxnLst/>
              <a:rect l="l" t="t" r="r" b="b"/>
              <a:pathLst>
                <a:path w="304" h="298" extrusionOk="0">
                  <a:moveTo>
                    <a:pt x="1" y="0"/>
                  </a:moveTo>
                  <a:lnTo>
                    <a:pt x="1" y="120"/>
                  </a:lnTo>
                  <a:lnTo>
                    <a:pt x="303" y="298"/>
                  </a:lnTo>
                  <a:lnTo>
                    <a:pt x="303" y="17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307;p60">
              <a:extLst>
                <a:ext uri="{FF2B5EF4-FFF2-40B4-BE49-F238E27FC236}">
                  <a16:creationId xmlns:a16="http://schemas.microsoft.com/office/drawing/2014/main" id="{AD1C6157-5217-106F-D070-2835018D5687}"/>
                </a:ext>
              </a:extLst>
            </p:cNvPr>
            <p:cNvSpPr/>
            <p:nvPr/>
          </p:nvSpPr>
          <p:spPr>
            <a:xfrm>
              <a:off x="5960356" y="2163793"/>
              <a:ext cx="31283" cy="34398"/>
            </a:xfrm>
            <a:custGeom>
              <a:avLst/>
              <a:gdLst/>
              <a:ahLst/>
              <a:cxnLst/>
              <a:rect l="l" t="t" r="r" b="b"/>
              <a:pathLst>
                <a:path w="241" h="265" extrusionOk="0">
                  <a:moveTo>
                    <a:pt x="0" y="1"/>
                  </a:moveTo>
                  <a:lnTo>
                    <a:pt x="0" y="101"/>
                  </a:lnTo>
                  <a:lnTo>
                    <a:pt x="241" y="265"/>
                  </a:lnTo>
                  <a:lnTo>
                    <a:pt x="241" y="14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308;p60">
              <a:extLst>
                <a:ext uri="{FF2B5EF4-FFF2-40B4-BE49-F238E27FC236}">
                  <a16:creationId xmlns:a16="http://schemas.microsoft.com/office/drawing/2014/main" id="{38A54693-8415-24EF-9C13-4F84FA12CE18}"/>
                </a:ext>
              </a:extLst>
            </p:cNvPr>
            <p:cNvSpPr/>
            <p:nvPr/>
          </p:nvSpPr>
          <p:spPr>
            <a:xfrm>
              <a:off x="5923491" y="2143283"/>
              <a:ext cx="28817" cy="31283"/>
            </a:xfrm>
            <a:custGeom>
              <a:avLst/>
              <a:gdLst/>
              <a:ahLst/>
              <a:cxnLst/>
              <a:rect l="l" t="t" r="r" b="b"/>
              <a:pathLst>
                <a:path w="222" h="241" extrusionOk="0">
                  <a:moveTo>
                    <a:pt x="1" y="0"/>
                  </a:moveTo>
                  <a:lnTo>
                    <a:pt x="1" y="120"/>
                  </a:lnTo>
                  <a:lnTo>
                    <a:pt x="222" y="240"/>
                  </a:lnTo>
                  <a:lnTo>
                    <a:pt x="222" y="12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309;p60">
              <a:extLst>
                <a:ext uri="{FF2B5EF4-FFF2-40B4-BE49-F238E27FC236}">
                  <a16:creationId xmlns:a16="http://schemas.microsoft.com/office/drawing/2014/main" id="{CD3163FE-8C6B-841A-3634-23CAE15D79AC}"/>
                </a:ext>
              </a:extLst>
            </p:cNvPr>
            <p:cNvSpPr/>
            <p:nvPr/>
          </p:nvSpPr>
          <p:spPr>
            <a:xfrm>
              <a:off x="6001505" y="2187547"/>
              <a:ext cx="15706" cy="23105"/>
            </a:xfrm>
            <a:custGeom>
              <a:avLst/>
              <a:gdLst/>
              <a:ahLst/>
              <a:cxnLst/>
              <a:rect l="l" t="t" r="r" b="b"/>
              <a:pathLst>
                <a:path w="121" h="178" extrusionOk="0">
                  <a:moveTo>
                    <a:pt x="0" y="0"/>
                  </a:moveTo>
                  <a:lnTo>
                    <a:pt x="0" y="120"/>
                  </a:lnTo>
                  <a:lnTo>
                    <a:pt x="121" y="178"/>
                  </a:lnTo>
                  <a:lnTo>
                    <a:pt x="121"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310;p60">
              <a:extLst>
                <a:ext uri="{FF2B5EF4-FFF2-40B4-BE49-F238E27FC236}">
                  <a16:creationId xmlns:a16="http://schemas.microsoft.com/office/drawing/2014/main" id="{77C5B9C6-23F2-096E-1898-BE5484C7A62D}"/>
                </a:ext>
              </a:extLst>
            </p:cNvPr>
            <p:cNvSpPr/>
            <p:nvPr/>
          </p:nvSpPr>
          <p:spPr>
            <a:xfrm>
              <a:off x="6025130" y="2200528"/>
              <a:ext cx="54388" cy="46989"/>
            </a:xfrm>
            <a:custGeom>
              <a:avLst/>
              <a:gdLst/>
              <a:ahLst/>
              <a:cxnLst/>
              <a:rect l="l" t="t" r="r" b="b"/>
              <a:pathLst>
                <a:path w="419" h="362" extrusionOk="0">
                  <a:moveTo>
                    <a:pt x="1" y="1"/>
                  </a:moveTo>
                  <a:lnTo>
                    <a:pt x="1" y="121"/>
                  </a:lnTo>
                  <a:lnTo>
                    <a:pt x="419" y="361"/>
                  </a:lnTo>
                  <a:lnTo>
                    <a:pt x="419"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311;p60">
              <a:extLst>
                <a:ext uri="{FF2B5EF4-FFF2-40B4-BE49-F238E27FC236}">
                  <a16:creationId xmlns:a16="http://schemas.microsoft.com/office/drawing/2014/main" id="{82344418-51F0-BAAA-E5EB-88A60B740628}"/>
                </a:ext>
              </a:extLst>
            </p:cNvPr>
            <p:cNvSpPr/>
            <p:nvPr/>
          </p:nvSpPr>
          <p:spPr>
            <a:xfrm>
              <a:off x="6090034" y="2239211"/>
              <a:ext cx="39461" cy="36994"/>
            </a:xfrm>
            <a:custGeom>
              <a:avLst/>
              <a:gdLst/>
              <a:ahLst/>
              <a:cxnLst/>
              <a:rect l="l" t="t" r="r" b="b"/>
              <a:pathLst>
                <a:path w="304" h="285" extrusionOk="0">
                  <a:moveTo>
                    <a:pt x="1" y="1"/>
                  </a:moveTo>
                  <a:lnTo>
                    <a:pt x="1" y="102"/>
                  </a:lnTo>
                  <a:lnTo>
                    <a:pt x="303" y="284"/>
                  </a:lnTo>
                  <a:lnTo>
                    <a:pt x="303" y="16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312;p60">
              <a:extLst>
                <a:ext uri="{FF2B5EF4-FFF2-40B4-BE49-F238E27FC236}">
                  <a16:creationId xmlns:a16="http://schemas.microsoft.com/office/drawing/2014/main" id="{79C78BA1-FDDE-69A1-AB14-8D17C67FD72B}"/>
                </a:ext>
              </a:extLst>
            </p:cNvPr>
            <p:cNvSpPr/>
            <p:nvPr/>
          </p:nvSpPr>
          <p:spPr>
            <a:xfrm>
              <a:off x="6131832" y="2262965"/>
              <a:ext cx="38812" cy="38812"/>
            </a:xfrm>
            <a:custGeom>
              <a:avLst/>
              <a:gdLst/>
              <a:ahLst/>
              <a:cxnLst/>
              <a:rect l="l" t="t" r="r" b="b"/>
              <a:pathLst>
                <a:path w="299" h="299" extrusionOk="0">
                  <a:moveTo>
                    <a:pt x="0" y="0"/>
                  </a:moveTo>
                  <a:lnTo>
                    <a:pt x="0" y="120"/>
                  </a:lnTo>
                  <a:lnTo>
                    <a:pt x="298" y="298"/>
                  </a:lnTo>
                  <a:lnTo>
                    <a:pt x="298"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313;p60">
              <a:extLst>
                <a:ext uri="{FF2B5EF4-FFF2-40B4-BE49-F238E27FC236}">
                  <a16:creationId xmlns:a16="http://schemas.microsoft.com/office/drawing/2014/main" id="{93EBF72A-3FF1-B709-0362-4F2363C46D12}"/>
                </a:ext>
              </a:extLst>
            </p:cNvPr>
            <p:cNvSpPr/>
            <p:nvPr/>
          </p:nvSpPr>
          <p:spPr>
            <a:xfrm>
              <a:off x="5747083" y="2039048"/>
              <a:ext cx="31283" cy="34398"/>
            </a:xfrm>
            <a:custGeom>
              <a:avLst/>
              <a:gdLst/>
              <a:ahLst/>
              <a:cxnLst/>
              <a:rect l="l" t="t" r="r" b="b"/>
              <a:pathLst>
                <a:path w="241" h="265" extrusionOk="0">
                  <a:moveTo>
                    <a:pt x="0" y="1"/>
                  </a:moveTo>
                  <a:lnTo>
                    <a:pt x="0" y="121"/>
                  </a:lnTo>
                  <a:lnTo>
                    <a:pt x="241" y="265"/>
                  </a:lnTo>
                  <a:lnTo>
                    <a:pt x="241" y="14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314;p60">
              <a:extLst>
                <a:ext uri="{FF2B5EF4-FFF2-40B4-BE49-F238E27FC236}">
                  <a16:creationId xmlns:a16="http://schemas.microsoft.com/office/drawing/2014/main" id="{BFE9015A-21A7-36C9-78A8-66D781FDB810}"/>
                </a:ext>
              </a:extLst>
            </p:cNvPr>
            <p:cNvSpPr/>
            <p:nvPr/>
          </p:nvSpPr>
          <p:spPr>
            <a:xfrm>
              <a:off x="5788881" y="2065269"/>
              <a:ext cx="15706" cy="23884"/>
            </a:xfrm>
            <a:custGeom>
              <a:avLst/>
              <a:gdLst/>
              <a:ahLst/>
              <a:cxnLst/>
              <a:rect l="l" t="t" r="r" b="b"/>
              <a:pathLst>
                <a:path w="121" h="184" extrusionOk="0">
                  <a:moveTo>
                    <a:pt x="0" y="1"/>
                  </a:moveTo>
                  <a:lnTo>
                    <a:pt x="0" y="101"/>
                  </a:lnTo>
                  <a:lnTo>
                    <a:pt x="120" y="183"/>
                  </a:lnTo>
                  <a:lnTo>
                    <a:pt x="120" y="6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315;p60">
              <a:extLst>
                <a:ext uri="{FF2B5EF4-FFF2-40B4-BE49-F238E27FC236}">
                  <a16:creationId xmlns:a16="http://schemas.microsoft.com/office/drawing/2014/main" id="{4A26A0FE-7EF4-B11B-8ED7-DE1BB3E3BA98}"/>
                </a:ext>
              </a:extLst>
            </p:cNvPr>
            <p:cNvSpPr/>
            <p:nvPr/>
          </p:nvSpPr>
          <p:spPr>
            <a:xfrm>
              <a:off x="5811857" y="2078379"/>
              <a:ext cx="55037" cy="46860"/>
            </a:xfrm>
            <a:custGeom>
              <a:avLst/>
              <a:gdLst/>
              <a:ahLst/>
              <a:cxnLst/>
              <a:rect l="l" t="t" r="r" b="b"/>
              <a:pathLst>
                <a:path w="424" h="361" extrusionOk="0">
                  <a:moveTo>
                    <a:pt x="1" y="0"/>
                  </a:moveTo>
                  <a:lnTo>
                    <a:pt x="1" y="120"/>
                  </a:lnTo>
                  <a:lnTo>
                    <a:pt x="424" y="361"/>
                  </a:lnTo>
                  <a:lnTo>
                    <a:pt x="424"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316;p60">
              <a:extLst>
                <a:ext uri="{FF2B5EF4-FFF2-40B4-BE49-F238E27FC236}">
                  <a16:creationId xmlns:a16="http://schemas.microsoft.com/office/drawing/2014/main" id="{B1AD4846-C268-2822-A739-D09E3262D2D4}"/>
                </a:ext>
              </a:extLst>
            </p:cNvPr>
            <p:cNvSpPr/>
            <p:nvPr/>
          </p:nvSpPr>
          <p:spPr>
            <a:xfrm>
              <a:off x="5882342" y="2143283"/>
              <a:ext cx="33879" cy="33749"/>
            </a:xfrm>
            <a:custGeom>
              <a:avLst/>
              <a:gdLst/>
              <a:ahLst/>
              <a:cxnLst/>
              <a:rect l="l" t="t" r="r" b="b"/>
              <a:pathLst>
                <a:path w="261" h="260" extrusionOk="0">
                  <a:moveTo>
                    <a:pt x="1" y="0"/>
                  </a:moveTo>
                  <a:lnTo>
                    <a:pt x="1" y="120"/>
                  </a:lnTo>
                  <a:lnTo>
                    <a:pt x="260" y="259"/>
                  </a:lnTo>
                  <a:lnTo>
                    <a:pt x="260" y="139"/>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317;p60">
              <a:extLst>
                <a:ext uri="{FF2B5EF4-FFF2-40B4-BE49-F238E27FC236}">
                  <a16:creationId xmlns:a16="http://schemas.microsoft.com/office/drawing/2014/main" id="{E67775AC-BF2D-9D71-7542-5EFA81A2F009}"/>
                </a:ext>
              </a:extLst>
            </p:cNvPr>
            <p:cNvSpPr/>
            <p:nvPr/>
          </p:nvSpPr>
          <p:spPr>
            <a:xfrm>
              <a:off x="5921025" y="2166908"/>
              <a:ext cx="28817" cy="31283"/>
            </a:xfrm>
            <a:custGeom>
              <a:avLst/>
              <a:gdLst/>
              <a:ahLst/>
              <a:cxnLst/>
              <a:rect l="l" t="t" r="r" b="b"/>
              <a:pathLst>
                <a:path w="222" h="241" extrusionOk="0">
                  <a:moveTo>
                    <a:pt x="1" y="1"/>
                  </a:moveTo>
                  <a:lnTo>
                    <a:pt x="1" y="97"/>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318;p60">
              <a:extLst>
                <a:ext uri="{FF2B5EF4-FFF2-40B4-BE49-F238E27FC236}">
                  <a16:creationId xmlns:a16="http://schemas.microsoft.com/office/drawing/2014/main" id="{07EF0650-3F42-913C-7116-74799FE43BD8}"/>
                </a:ext>
              </a:extLst>
            </p:cNvPr>
            <p:cNvSpPr/>
            <p:nvPr/>
          </p:nvSpPr>
          <p:spPr>
            <a:xfrm>
              <a:off x="5856251" y="2127576"/>
              <a:ext cx="15706" cy="23884"/>
            </a:xfrm>
            <a:custGeom>
              <a:avLst/>
              <a:gdLst/>
              <a:ahLst/>
              <a:cxnLst/>
              <a:rect l="l" t="t" r="r" b="b"/>
              <a:pathLst>
                <a:path w="121" h="184" extrusionOk="0">
                  <a:moveTo>
                    <a:pt x="0" y="1"/>
                  </a:moveTo>
                  <a:lnTo>
                    <a:pt x="0" y="121"/>
                  </a:lnTo>
                  <a:lnTo>
                    <a:pt x="120" y="183"/>
                  </a:lnTo>
                  <a:lnTo>
                    <a:pt x="120" y="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319;p60">
              <a:extLst>
                <a:ext uri="{FF2B5EF4-FFF2-40B4-BE49-F238E27FC236}">
                  <a16:creationId xmlns:a16="http://schemas.microsoft.com/office/drawing/2014/main" id="{5BEF3CF9-5785-CBB3-977D-F1E442D86ED7}"/>
                </a:ext>
              </a:extLst>
            </p:cNvPr>
            <p:cNvSpPr/>
            <p:nvPr/>
          </p:nvSpPr>
          <p:spPr>
            <a:xfrm>
              <a:off x="5796280" y="2093956"/>
              <a:ext cx="52571" cy="44393"/>
            </a:xfrm>
            <a:custGeom>
              <a:avLst/>
              <a:gdLst/>
              <a:ahLst/>
              <a:cxnLst/>
              <a:rect l="l" t="t" r="r" b="b"/>
              <a:pathLst>
                <a:path w="405" h="342" extrusionOk="0">
                  <a:moveTo>
                    <a:pt x="1" y="0"/>
                  </a:moveTo>
                  <a:lnTo>
                    <a:pt x="1" y="101"/>
                  </a:lnTo>
                  <a:lnTo>
                    <a:pt x="404" y="342"/>
                  </a:lnTo>
                  <a:lnTo>
                    <a:pt x="40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320;p60">
              <a:extLst>
                <a:ext uri="{FF2B5EF4-FFF2-40B4-BE49-F238E27FC236}">
                  <a16:creationId xmlns:a16="http://schemas.microsoft.com/office/drawing/2014/main" id="{8833C21A-9730-2D40-326E-8833B1F7A8FA}"/>
                </a:ext>
              </a:extLst>
            </p:cNvPr>
            <p:cNvSpPr/>
            <p:nvPr/>
          </p:nvSpPr>
          <p:spPr>
            <a:xfrm>
              <a:off x="5726443" y="2052158"/>
              <a:ext cx="38812" cy="39461"/>
            </a:xfrm>
            <a:custGeom>
              <a:avLst/>
              <a:gdLst/>
              <a:ahLst/>
              <a:cxnLst/>
              <a:rect l="l" t="t" r="r" b="b"/>
              <a:pathLst>
                <a:path w="299" h="304" extrusionOk="0">
                  <a:moveTo>
                    <a:pt x="1" y="1"/>
                  </a:moveTo>
                  <a:lnTo>
                    <a:pt x="1" y="121"/>
                  </a:lnTo>
                  <a:lnTo>
                    <a:pt x="299" y="303"/>
                  </a:lnTo>
                  <a:lnTo>
                    <a:pt x="299" y="183"/>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321;p60">
              <a:extLst>
                <a:ext uri="{FF2B5EF4-FFF2-40B4-BE49-F238E27FC236}">
                  <a16:creationId xmlns:a16="http://schemas.microsoft.com/office/drawing/2014/main" id="{341B186E-34ED-C873-ABFB-9482BD2981CC}"/>
                </a:ext>
              </a:extLst>
            </p:cNvPr>
            <p:cNvSpPr/>
            <p:nvPr/>
          </p:nvSpPr>
          <p:spPr>
            <a:xfrm>
              <a:off x="5960356" y="2187547"/>
              <a:ext cx="38812" cy="36216"/>
            </a:xfrm>
            <a:custGeom>
              <a:avLst/>
              <a:gdLst/>
              <a:ahLst/>
              <a:cxnLst/>
              <a:rect l="l" t="t" r="r" b="b"/>
              <a:pathLst>
                <a:path w="299" h="279" extrusionOk="0">
                  <a:moveTo>
                    <a:pt x="0" y="0"/>
                  </a:moveTo>
                  <a:lnTo>
                    <a:pt x="0" y="120"/>
                  </a:lnTo>
                  <a:lnTo>
                    <a:pt x="298" y="279"/>
                  </a:lnTo>
                  <a:lnTo>
                    <a:pt x="298"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322;p60">
              <a:extLst>
                <a:ext uri="{FF2B5EF4-FFF2-40B4-BE49-F238E27FC236}">
                  <a16:creationId xmlns:a16="http://schemas.microsoft.com/office/drawing/2014/main" id="{45D0DFD8-3EC9-8F54-606F-C9A3F75ECAB8}"/>
                </a:ext>
              </a:extLst>
            </p:cNvPr>
            <p:cNvSpPr/>
            <p:nvPr/>
          </p:nvSpPr>
          <p:spPr>
            <a:xfrm>
              <a:off x="5960356" y="2210523"/>
              <a:ext cx="31283" cy="34528"/>
            </a:xfrm>
            <a:custGeom>
              <a:avLst/>
              <a:gdLst/>
              <a:ahLst/>
              <a:cxnLst/>
              <a:rect l="l" t="t" r="r" b="b"/>
              <a:pathLst>
                <a:path w="241" h="266" extrusionOk="0">
                  <a:moveTo>
                    <a:pt x="0" y="1"/>
                  </a:moveTo>
                  <a:lnTo>
                    <a:pt x="0" y="121"/>
                  </a:lnTo>
                  <a:lnTo>
                    <a:pt x="241" y="265"/>
                  </a:lnTo>
                  <a:lnTo>
                    <a:pt x="241" y="14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323;p60">
              <a:extLst>
                <a:ext uri="{FF2B5EF4-FFF2-40B4-BE49-F238E27FC236}">
                  <a16:creationId xmlns:a16="http://schemas.microsoft.com/office/drawing/2014/main" id="{C88F6A22-8660-B43A-B32F-7C18C6088782}"/>
                </a:ext>
              </a:extLst>
            </p:cNvPr>
            <p:cNvSpPr/>
            <p:nvPr/>
          </p:nvSpPr>
          <p:spPr>
            <a:xfrm>
              <a:off x="5923491" y="2190014"/>
              <a:ext cx="28817" cy="31283"/>
            </a:xfrm>
            <a:custGeom>
              <a:avLst/>
              <a:gdLst/>
              <a:ahLst/>
              <a:cxnLst/>
              <a:rect l="l" t="t" r="r" b="b"/>
              <a:pathLst>
                <a:path w="222" h="241" extrusionOk="0">
                  <a:moveTo>
                    <a:pt x="1" y="0"/>
                  </a:moveTo>
                  <a:lnTo>
                    <a:pt x="1" y="120"/>
                  </a:lnTo>
                  <a:lnTo>
                    <a:pt x="222" y="241"/>
                  </a:lnTo>
                  <a:lnTo>
                    <a:pt x="222"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324;p60">
              <a:extLst>
                <a:ext uri="{FF2B5EF4-FFF2-40B4-BE49-F238E27FC236}">
                  <a16:creationId xmlns:a16="http://schemas.microsoft.com/office/drawing/2014/main" id="{B7091472-41EE-3531-D63E-D25F9714649C}"/>
                </a:ext>
              </a:extLst>
            </p:cNvPr>
            <p:cNvSpPr/>
            <p:nvPr/>
          </p:nvSpPr>
          <p:spPr>
            <a:xfrm>
              <a:off x="6001505" y="2236744"/>
              <a:ext cx="15706" cy="23884"/>
            </a:xfrm>
            <a:custGeom>
              <a:avLst/>
              <a:gdLst/>
              <a:ahLst/>
              <a:cxnLst/>
              <a:rect l="l" t="t" r="r" b="b"/>
              <a:pathLst>
                <a:path w="121" h="184" extrusionOk="0">
                  <a:moveTo>
                    <a:pt x="0" y="1"/>
                  </a:moveTo>
                  <a:lnTo>
                    <a:pt x="0" y="102"/>
                  </a:lnTo>
                  <a:lnTo>
                    <a:pt x="121" y="183"/>
                  </a:lnTo>
                  <a:lnTo>
                    <a:pt x="121" y="6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325;p60">
              <a:extLst>
                <a:ext uri="{FF2B5EF4-FFF2-40B4-BE49-F238E27FC236}">
                  <a16:creationId xmlns:a16="http://schemas.microsoft.com/office/drawing/2014/main" id="{9EF31A5D-8036-1149-2CBF-8A96C64D8CDF}"/>
                </a:ext>
              </a:extLst>
            </p:cNvPr>
            <p:cNvSpPr/>
            <p:nvPr/>
          </p:nvSpPr>
          <p:spPr>
            <a:xfrm>
              <a:off x="6025130" y="2249855"/>
              <a:ext cx="54388" cy="46860"/>
            </a:xfrm>
            <a:custGeom>
              <a:avLst/>
              <a:gdLst/>
              <a:ahLst/>
              <a:cxnLst/>
              <a:rect l="l" t="t" r="r" b="b"/>
              <a:pathLst>
                <a:path w="419" h="361" extrusionOk="0">
                  <a:moveTo>
                    <a:pt x="1" y="1"/>
                  </a:moveTo>
                  <a:lnTo>
                    <a:pt x="1" y="121"/>
                  </a:lnTo>
                  <a:lnTo>
                    <a:pt x="419" y="361"/>
                  </a:lnTo>
                  <a:lnTo>
                    <a:pt x="419"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326;p60">
              <a:extLst>
                <a:ext uri="{FF2B5EF4-FFF2-40B4-BE49-F238E27FC236}">
                  <a16:creationId xmlns:a16="http://schemas.microsoft.com/office/drawing/2014/main" id="{28E6E99B-B8B5-09EB-3085-10355AB8B04A}"/>
                </a:ext>
              </a:extLst>
            </p:cNvPr>
            <p:cNvSpPr/>
            <p:nvPr/>
          </p:nvSpPr>
          <p:spPr>
            <a:xfrm>
              <a:off x="5720862" y="2073317"/>
              <a:ext cx="55037" cy="46989"/>
            </a:xfrm>
            <a:custGeom>
              <a:avLst/>
              <a:gdLst/>
              <a:ahLst/>
              <a:cxnLst/>
              <a:rect l="l" t="t" r="r" b="b"/>
              <a:pathLst>
                <a:path w="424" h="362" extrusionOk="0">
                  <a:moveTo>
                    <a:pt x="1" y="1"/>
                  </a:moveTo>
                  <a:lnTo>
                    <a:pt x="1" y="121"/>
                  </a:lnTo>
                  <a:lnTo>
                    <a:pt x="423" y="361"/>
                  </a:lnTo>
                  <a:lnTo>
                    <a:pt x="423"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327;p60">
              <a:extLst>
                <a:ext uri="{FF2B5EF4-FFF2-40B4-BE49-F238E27FC236}">
                  <a16:creationId xmlns:a16="http://schemas.microsoft.com/office/drawing/2014/main" id="{DF4B64D5-B0B3-DE1E-8678-BEEB17FBCD96}"/>
                </a:ext>
              </a:extLst>
            </p:cNvPr>
            <p:cNvSpPr/>
            <p:nvPr/>
          </p:nvSpPr>
          <p:spPr>
            <a:xfrm>
              <a:off x="6098212" y="2291653"/>
              <a:ext cx="38682" cy="36216"/>
            </a:xfrm>
            <a:custGeom>
              <a:avLst/>
              <a:gdLst/>
              <a:ahLst/>
              <a:cxnLst/>
              <a:rect l="l" t="t" r="r" b="b"/>
              <a:pathLst>
                <a:path w="298" h="279" extrusionOk="0">
                  <a:moveTo>
                    <a:pt x="0" y="0"/>
                  </a:moveTo>
                  <a:lnTo>
                    <a:pt x="0" y="96"/>
                  </a:lnTo>
                  <a:lnTo>
                    <a:pt x="298" y="279"/>
                  </a:lnTo>
                  <a:lnTo>
                    <a:pt x="298"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328;p60">
              <a:extLst>
                <a:ext uri="{FF2B5EF4-FFF2-40B4-BE49-F238E27FC236}">
                  <a16:creationId xmlns:a16="http://schemas.microsoft.com/office/drawing/2014/main" id="{8A9815A1-F56A-B48D-C58D-C829688F6D99}"/>
                </a:ext>
              </a:extLst>
            </p:cNvPr>
            <p:cNvSpPr/>
            <p:nvPr/>
          </p:nvSpPr>
          <p:spPr>
            <a:xfrm>
              <a:off x="5811857" y="2127576"/>
              <a:ext cx="55037" cy="44393"/>
            </a:xfrm>
            <a:custGeom>
              <a:avLst/>
              <a:gdLst/>
              <a:ahLst/>
              <a:cxnLst/>
              <a:rect l="l" t="t" r="r" b="b"/>
              <a:pathLst>
                <a:path w="424" h="342" extrusionOk="0">
                  <a:moveTo>
                    <a:pt x="1" y="1"/>
                  </a:moveTo>
                  <a:lnTo>
                    <a:pt x="1" y="102"/>
                  </a:lnTo>
                  <a:lnTo>
                    <a:pt x="424" y="342"/>
                  </a:lnTo>
                  <a:lnTo>
                    <a:pt x="424"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329;p60">
              <a:extLst>
                <a:ext uri="{FF2B5EF4-FFF2-40B4-BE49-F238E27FC236}">
                  <a16:creationId xmlns:a16="http://schemas.microsoft.com/office/drawing/2014/main" id="{5DBA6A2F-DA2F-673F-08F9-E8B0F66601BC}"/>
                </a:ext>
              </a:extLst>
            </p:cNvPr>
            <p:cNvSpPr/>
            <p:nvPr/>
          </p:nvSpPr>
          <p:spPr>
            <a:xfrm>
              <a:off x="5876760" y="2163793"/>
              <a:ext cx="39461" cy="36865"/>
            </a:xfrm>
            <a:custGeom>
              <a:avLst/>
              <a:gdLst/>
              <a:ahLst/>
              <a:cxnLst/>
              <a:rect l="l" t="t" r="r" b="b"/>
              <a:pathLst>
                <a:path w="304" h="284" extrusionOk="0">
                  <a:moveTo>
                    <a:pt x="1" y="1"/>
                  </a:moveTo>
                  <a:lnTo>
                    <a:pt x="1" y="101"/>
                  </a:lnTo>
                  <a:lnTo>
                    <a:pt x="303" y="284"/>
                  </a:lnTo>
                  <a:lnTo>
                    <a:pt x="303" y="16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330;p60">
              <a:extLst>
                <a:ext uri="{FF2B5EF4-FFF2-40B4-BE49-F238E27FC236}">
                  <a16:creationId xmlns:a16="http://schemas.microsoft.com/office/drawing/2014/main" id="{E122CBE0-559E-DB98-9126-0D6C207EE6EE}"/>
                </a:ext>
              </a:extLst>
            </p:cNvPr>
            <p:cNvSpPr/>
            <p:nvPr/>
          </p:nvSpPr>
          <p:spPr>
            <a:xfrm>
              <a:off x="5882342" y="2198062"/>
              <a:ext cx="33879" cy="33879"/>
            </a:xfrm>
            <a:custGeom>
              <a:avLst/>
              <a:gdLst/>
              <a:ahLst/>
              <a:cxnLst/>
              <a:rect l="l" t="t" r="r" b="b"/>
              <a:pathLst>
                <a:path w="261" h="261" extrusionOk="0">
                  <a:moveTo>
                    <a:pt x="1" y="1"/>
                  </a:moveTo>
                  <a:lnTo>
                    <a:pt x="1" y="121"/>
                  </a:lnTo>
                  <a:lnTo>
                    <a:pt x="260" y="260"/>
                  </a:lnTo>
                  <a:lnTo>
                    <a:pt x="260"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331;p60">
              <a:extLst>
                <a:ext uri="{FF2B5EF4-FFF2-40B4-BE49-F238E27FC236}">
                  <a16:creationId xmlns:a16="http://schemas.microsoft.com/office/drawing/2014/main" id="{C52B7DBA-31C9-27FC-D19B-22B466F13C51}"/>
                </a:ext>
              </a:extLst>
            </p:cNvPr>
            <p:cNvSpPr/>
            <p:nvPr/>
          </p:nvSpPr>
          <p:spPr>
            <a:xfrm>
              <a:off x="5921025" y="2221167"/>
              <a:ext cx="28817" cy="31283"/>
            </a:xfrm>
            <a:custGeom>
              <a:avLst/>
              <a:gdLst/>
              <a:ahLst/>
              <a:cxnLst/>
              <a:rect l="l" t="t" r="r" b="b"/>
              <a:pathLst>
                <a:path w="222" h="241" extrusionOk="0">
                  <a:moveTo>
                    <a:pt x="1" y="1"/>
                  </a:moveTo>
                  <a:lnTo>
                    <a:pt x="1" y="101"/>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332;p60">
              <a:extLst>
                <a:ext uri="{FF2B5EF4-FFF2-40B4-BE49-F238E27FC236}">
                  <a16:creationId xmlns:a16="http://schemas.microsoft.com/office/drawing/2014/main" id="{7D60C31C-5357-61B4-9785-A5258903387C}"/>
                </a:ext>
              </a:extLst>
            </p:cNvPr>
            <p:cNvSpPr/>
            <p:nvPr/>
          </p:nvSpPr>
          <p:spPr>
            <a:xfrm>
              <a:off x="5856251" y="2182485"/>
              <a:ext cx="15706" cy="23235"/>
            </a:xfrm>
            <a:custGeom>
              <a:avLst/>
              <a:gdLst/>
              <a:ahLst/>
              <a:cxnLst/>
              <a:rect l="l" t="t" r="r" b="b"/>
              <a:pathLst>
                <a:path w="121" h="179" extrusionOk="0">
                  <a:moveTo>
                    <a:pt x="0" y="1"/>
                  </a:moveTo>
                  <a:lnTo>
                    <a:pt x="0" y="121"/>
                  </a:lnTo>
                  <a:lnTo>
                    <a:pt x="120" y="178"/>
                  </a:lnTo>
                  <a:lnTo>
                    <a:pt x="120" y="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2333;p60">
              <a:extLst>
                <a:ext uri="{FF2B5EF4-FFF2-40B4-BE49-F238E27FC236}">
                  <a16:creationId xmlns:a16="http://schemas.microsoft.com/office/drawing/2014/main" id="{BDEA5D54-6728-A82C-7FD7-0D53086AC123}"/>
                </a:ext>
              </a:extLst>
            </p:cNvPr>
            <p:cNvSpPr/>
            <p:nvPr/>
          </p:nvSpPr>
          <p:spPr>
            <a:xfrm>
              <a:off x="5796280" y="2148216"/>
              <a:ext cx="52571" cy="44393"/>
            </a:xfrm>
            <a:custGeom>
              <a:avLst/>
              <a:gdLst/>
              <a:ahLst/>
              <a:cxnLst/>
              <a:rect l="l" t="t" r="r" b="b"/>
              <a:pathLst>
                <a:path w="405" h="342" extrusionOk="0">
                  <a:moveTo>
                    <a:pt x="1" y="0"/>
                  </a:moveTo>
                  <a:lnTo>
                    <a:pt x="1" y="101"/>
                  </a:lnTo>
                  <a:lnTo>
                    <a:pt x="404" y="342"/>
                  </a:lnTo>
                  <a:lnTo>
                    <a:pt x="40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2334;p60">
              <a:extLst>
                <a:ext uri="{FF2B5EF4-FFF2-40B4-BE49-F238E27FC236}">
                  <a16:creationId xmlns:a16="http://schemas.microsoft.com/office/drawing/2014/main" id="{E2F50204-7AEC-1685-A3DF-EA4925E497F5}"/>
                </a:ext>
              </a:extLst>
            </p:cNvPr>
            <p:cNvSpPr/>
            <p:nvPr/>
          </p:nvSpPr>
          <p:spPr>
            <a:xfrm>
              <a:off x="5700352" y="2091490"/>
              <a:ext cx="39331" cy="38812"/>
            </a:xfrm>
            <a:custGeom>
              <a:avLst/>
              <a:gdLst/>
              <a:ahLst/>
              <a:cxnLst/>
              <a:rect l="l" t="t" r="r" b="b"/>
              <a:pathLst>
                <a:path w="303" h="299" extrusionOk="0">
                  <a:moveTo>
                    <a:pt x="0" y="0"/>
                  </a:moveTo>
                  <a:lnTo>
                    <a:pt x="0" y="120"/>
                  </a:lnTo>
                  <a:lnTo>
                    <a:pt x="303" y="298"/>
                  </a:lnTo>
                  <a:lnTo>
                    <a:pt x="303"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2335;p60">
              <a:extLst>
                <a:ext uri="{FF2B5EF4-FFF2-40B4-BE49-F238E27FC236}">
                  <a16:creationId xmlns:a16="http://schemas.microsoft.com/office/drawing/2014/main" id="{D8471922-239C-2F28-9A6E-8CBB3AB240BC}"/>
                </a:ext>
              </a:extLst>
            </p:cNvPr>
            <p:cNvSpPr/>
            <p:nvPr/>
          </p:nvSpPr>
          <p:spPr>
            <a:xfrm>
              <a:off x="6095096" y="2319691"/>
              <a:ext cx="34398" cy="34398"/>
            </a:xfrm>
            <a:custGeom>
              <a:avLst/>
              <a:gdLst/>
              <a:ahLst/>
              <a:cxnLst/>
              <a:rect l="l" t="t" r="r" b="b"/>
              <a:pathLst>
                <a:path w="265" h="265" extrusionOk="0">
                  <a:moveTo>
                    <a:pt x="0" y="1"/>
                  </a:moveTo>
                  <a:lnTo>
                    <a:pt x="0" y="121"/>
                  </a:lnTo>
                  <a:lnTo>
                    <a:pt x="264" y="265"/>
                  </a:lnTo>
                  <a:lnTo>
                    <a:pt x="264" y="16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2336;p60">
              <a:extLst>
                <a:ext uri="{FF2B5EF4-FFF2-40B4-BE49-F238E27FC236}">
                  <a16:creationId xmlns:a16="http://schemas.microsoft.com/office/drawing/2014/main" id="{1C84C6E5-4372-4CD0-59A3-B5ECE091BFA7}"/>
                </a:ext>
              </a:extLst>
            </p:cNvPr>
            <p:cNvSpPr/>
            <p:nvPr/>
          </p:nvSpPr>
          <p:spPr>
            <a:xfrm>
              <a:off x="6141827" y="2348378"/>
              <a:ext cx="34398" cy="33749"/>
            </a:xfrm>
            <a:custGeom>
              <a:avLst/>
              <a:gdLst/>
              <a:ahLst/>
              <a:cxnLst/>
              <a:rect l="l" t="t" r="r" b="b"/>
              <a:pathLst>
                <a:path w="265" h="260" extrusionOk="0">
                  <a:moveTo>
                    <a:pt x="0" y="1"/>
                  </a:moveTo>
                  <a:lnTo>
                    <a:pt x="0" y="101"/>
                  </a:lnTo>
                  <a:lnTo>
                    <a:pt x="265" y="260"/>
                  </a:lnTo>
                  <a:lnTo>
                    <a:pt x="265"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2337;p60">
              <a:extLst>
                <a:ext uri="{FF2B5EF4-FFF2-40B4-BE49-F238E27FC236}">
                  <a16:creationId xmlns:a16="http://schemas.microsoft.com/office/drawing/2014/main" id="{EBA61425-D320-F159-5AF9-6F5B21ABF69C}"/>
                </a:ext>
              </a:extLst>
            </p:cNvPr>
            <p:cNvSpPr/>
            <p:nvPr/>
          </p:nvSpPr>
          <p:spPr>
            <a:xfrm>
              <a:off x="6069524" y="2304114"/>
              <a:ext cx="15706" cy="26350"/>
            </a:xfrm>
            <a:custGeom>
              <a:avLst/>
              <a:gdLst/>
              <a:ahLst/>
              <a:cxnLst/>
              <a:rect l="l" t="t" r="r" b="b"/>
              <a:pathLst>
                <a:path w="121" h="203" extrusionOk="0">
                  <a:moveTo>
                    <a:pt x="0" y="0"/>
                  </a:moveTo>
                  <a:lnTo>
                    <a:pt x="0" y="121"/>
                  </a:lnTo>
                  <a:lnTo>
                    <a:pt x="120" y="202"/>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2338;p60">
              <a:extLst>
                <a:ext uri="{FF2B5EF4-FFF2-40B4-BE49-F238E27FC236}">
                  <a16:creationId xmlns:a16="http://schemas.microsoft.com/office/drawing/2014/main" id="{B1F744AB-A720-D799-DCE2-A92D3E18485B}"/>
                </a:ext>
              </a:extLst>
            </p:cNvPr>
            <p:cNvSpPr/>
            <p:nvPr/>
          </p:nvSpPr>
          <p:spPr>
            <a:xfrm>
              <a:off x="6009553" y="2270494"/>
              <a:ext cx="51922" cy="44393"/>
            </a:xfrm>
            <a:custGeom>
              <a:avLst/>
              <a:gdLst/>
              <a:ahLst/>
              <a:cxnLst/>
              <a:rect l="l" t="t" r="r" b="b"/>
              <a:pathLst>
                <a:path w="400" h="342" extrusionOk="0">
                  <a:moveTo>
                    <a:pt x="1" y="0"/>
                  </a:moveTo>
                  <a:lnTo>
                    <a:pt x="1" y="120"/>
                  </a:lnTo>
                  <a:lnTo>
                    <a:pt x="400" y="341"/>
                  </a:lnTo>
                  <a:lnTo>
                    <a:pt x="400" y="2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2339;p60">
              <a:extLst>
                <a:ext uri="{FF2B5EF4-FFF2-40B4-BE49-F238E27FC236}">
                  <a16:creationId xmlns:a16="http://schemas.microsoft.com/office/drawing/2014/main" id="{37A8AEB9-1693-0A1C-83F0-41773EF923BF}"/>
                </a:ext>
              </a:extLst>
            </p:cNvPr>
            <p:cNvSpPr/>
            <p:nvPr/>
          </p:nvSpPr>
          <p:spPr>
            <a:xfrm>
              <a:off x="5960356" y="2241807"/>
              <a:ext cx="38812" cy="36865"/>
            </a:xfrm>
            <a:custGeom>
              <a:avLst/>
              <a:gdLst/>
              <a:ahLst/>
              <a:cxnLst/>
              <a:rect l="l" t="t" r="r" b="b"/>
              <a:pathLst>
                <a:path w="299" h="284" extrusionOk="0">
                  <a:moveTo>
                    <a:pt x="0" y="0"/>
                  </a:moveTo>
                  <a:lnTo>
                    <a:pt x="0" y="120"/>
                  </a:lnTo>
                  <a:lnTo>
                    <a:pt x="298" y="283"/>
                  </a:lnTo>
                  <a:lnTo>
                    <a:pt x="298" y="18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2340;p60">
              <a:extLst>
                <a:ext uri="{FF2B5EF4-FFF2-40B4-BE49-F238E27FC236}">
                  <a16:creationId xmlns:a16="http://schemas.microsoft.com/office/drawing/2014/main" id="{033F8EE6-93AD-F9F3-5BAC-08BCC8285DF1}"/>
                </a:ext>
              </a:extLst>
            </p:cNvPr>
            <p:cNvSpPr/>
            <p:nvPr/>
          </p:nvSpPr>
          <p:spPr>
            <a:xfrm>
              <a:off x="5960356" y="2265432"/>
              <a:ext cx="31283" cy="33879"/>
            </a:xfrm>
            <a:custGeom>
              <a:avLst/>
              <a:gdLst/>
              <a:ahLst/>
              <a:cxnLst/>
              <a:rect l="l" t="t" r="r" b="b"/>
              <a:pathLst>
                <a:path w="241" h="261" extrusionOk="0">
                  <a:moveTo>
                    <a:pt x="0" y="1"/>
                  </a:moveTo>
                  <a:lnTo>
                    <a:pt x="0" y="121"/>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2341;p60">
              <a:extLst>
                <a:ext uri="{FF2B5EF4-FFF2-40B4-BE49-F238E27FC236}">
                  <a16:creationId xmlns:a16="http://schemas.microsoft.com/office/drawing/2014/main" id="{A6BF68DA-CA43-C94D-FBCA-830E6EDC44C7}"/>
                </a:ext>
              </a:extLst>
            </p:cNvPr>
            <p:cNvSpPr/>
            <p:nvPr/>
          </p:nvSpPr>
          <p:spPr>
            <a:xfrm>
              <a:off x="5911029" y="2236744"/>
              <a:ext cx="28297" cy="31283"/>
            </a:xfrm>
            <a:custGeom>
              <a:avLst/>
              <a:gdLst/>
              <a:ahLst/>
              <a:cxnLst/>
              <a:rect l="l" t="t" r="r" b="b"/>
              <a:pathLst>
                <a:path w="218" h="241" extrusionOk="0">
                  <a:moveTo>
                    <a:pt x="1" y="1"/>
                  </a:moveTo>
                  <a:lnTo>
                    <a:pt x="1" y="121"/>
                  </a:lnTo>
                  <a:lnTo>
                    <a:pt x="217" y="241"/>
                  </a:lnTo>
                  <a:lnTo>
                    <a:pt x="217"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2342;p60">
              <a:extLst>
                <a:ext uri="{FF2B5EF4-FFF2-40B4-BE49-F238E27FC236}">
                  <a16:creationId xmlns:a16="http://schemas.microsoft.com/office/drawing/2014/main" id="{E4BCC58C-AFDB-B446-D6AB-31BD7F4360B6}"/>
                </a:ext>
              </a:extLst>
            </p:cNvPr>
            <p:cNvSpPr/>
            <p:nvPr/>
          </p:nvSpPr>
          <p:spPr>
            <a:xfrm>
              <a:off x="6001505" y="2291653"/>
              <a:ext cx="15706" cy="23235"/>
            </a:xfrm>
            <a:custGeom>
              <a:avLst/>
              <a:gdLst/>
              <a:ahLst/>
              <a:cxnLst/>
              <a:rect l="l" t="t" r="r" b="b"/>
              <a:pathLst>
                <a:path w="121" h="179" extrusionOk="0">
                  <a:moveTo>
                    <a:pt x="0" y="0"/>
                  </a:moveTo>
                  <a:lnTo>
                    <a:pt x="0" y="96"/>
                  </a:lnTo>
                  <a:lnTo>
                    <a:pt x="121" y="178"/>
                  </a:lnTo>
                  <a:lnTo>
                    <a:pt x="121" y="5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2343;p60">
              <a:extLst>
                <a:ext uri="{FF2B5EF4-FFF2-40B4-BE49-F238E27FC236}">
                  <a16:creationId xmlns:a16="http://schemas.microsoft.com/office/drawing/2014/main" id="{1966424D-036E-51EE-8FFD-99BF37D679AF}"/>
                </a:ext>
              </a:extLst>
            </p:cNvPr>
            <p:cNvSpPr/>
            <p:nvPr/>
          </p:nvSpPr>
          <p:spPr>
            <a:xfrm>
              <a:off x="6025130" y="2304114"/>
              <a:ext cx="54388" cy="46860"/>
            </a:xfrm>
            <a:custGeom>
              <a:avLst/>
              <a:gdLst/>
              <a:ahLst/>
              <a:cxnLst/>
              <a:rect l="l" t="t" r="r" b="b"/>
              <a:pathLst>
                <a:path w="419" h="361" extrusionOk="0">
                  <a:moveTo>
                    <a:pt x="1" y="0"/>
                  </a:moveTo>
                  <a:lnTo>
                    <a:pt x="1" y="121"/>
                  </a:lnTo>
                  <a:lnTo>
                    <a:pt x="419" y="361"/>
                  </a:lnTo>
                  <a:lnTo>
                    <a:pt x="419"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2344;p60">
              <a:extLst>
                <a:ext uri="{FF2B5EF4-FFF2-40B4-BE49-F238E27FC236}">
                  <a16:creationId xmlns:a16="http://schemas.microsoft.com/office/drawing/2014/main" id="{33BE27D0-9D6C-926A-23E2-69388E941326}"/>
                </a:ext>
              </a:extLst>
            </p:cNvPr>
            <p:cNvSpPr/>
            <p:nvPr/>
          </p:nvSpPr>
          <p:spPr>
            <a:xfrm>
              <a:off x="6141827" y="2372133"/>
              <a:ext cx="39331" cy="38682"/>
            </a:xfrm>
            <a:custGeom>
              <a:avLst/>
              <a:gdLst/>
              <a:ahLst/>
              <a:cxnLst/>
              <a:rect l="l" t="t" r="r" b="b"/>
              <a:pathLst>
                <a:path w="303" h="298" extrusionOk="0">
                  <a:moveTo>
                    <a:pt x="0" y="0"/>
                  </a:moveTo>
                  <a:lnTo>
                    <a:pt x="0" y="120"/>
                  </a:lnTo>
                  <a:lnTo>
                    <a:pt x="303" y="298"/>
                  </a:lnTo>
                  <a:lnTo>
                    <a:pt x="303"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345;p60">
              <a:extLst>
                <a:ext uri="{FF2B5EF4-FFF2-40B4-BE49-F238E27FC236}">
                  <a16:creationId xmlns:a16="http://schemas.microsoft.com/office/drawing/2014/main" id="{D9CF3B22-C9CE-D5D5-6913-79D7D27AA4DB}"/>
                </a:ext>
              </a:extLst>
            </p:cNvPr>
            <p:cNvSpPr/>
            <p:nvPr/>
          </p:nvSpPr>
          <p:spPr>
            <a:xfrm>
              <a:off x="5747083" y="2143283"/>
              <a:ext cx="31283" cy="33749"/>
            </a:xfrm>
            <a:custGeom>
              <a:avLst/>
              <a:gdLst/>
              <a:ahLst/>
              <a:cxnLst/>
              <a:rect l="l" t="t" r="r" b="b"/>
              <a:pathLst>
                <a:path w="241" h="260" extrusionOk="0">
                  <a:moveTo>
                    <a:pt x="0" y="0"/>
                  </a:moveTo>
                  <a:lnTo>
                    <a:pt x="0" y="120"/>
                  </a:lnTo>
                  <a:lnTo>
                    <a:pt x="241" y="259"/>
                  </a:lnTo>
                  <a:lnTo>
                    <a:pt x="241" y="1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346;p60">
              <a:extLst>
                <a:ext uri="{FF2B5EF4-FFF2-40B4-BE49-F238E27FC236}">
                  <a16:creationId xmlns:a16="http://schemas.microsoft.com/office/drawing/2014/main" id="{1AAA2360-CE06-23FF-E044-1F04B5B39062}"/>
                </a:ext>
              </a:extLst>
            </p:cNvPr>
            <p:cNvSpPr/>
            <p:nvPr/>
          </p:nvSpPr>
          <p:spPr>
            <a:xfrm>
              <a:off x="5692823" y="2112000"/>
              <a:ext cx="31283" cy="33879"/>
            </a:xfrm>
            <a:custGeom>
              <a:avLst/>
              <a:gdLst/>
              <a:ahLst/>
              <a:cxnLst/>
              <a:rect l="l" t="t" r="r" b="b"/>
              <a:pathLst>
                <a:path w="241" h="261" extrusionOk="0">
                  <a:moveTo>
                    <a:pt x="0" y="1"/>
                  </a:moveTo>
                  <a:lnTo>
                    <a:pt x="0" y="102"/>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347;p60">
              <a:extLst>
                <a:ext uri="{FF2B5EF4-FFF2-40B4-BE49-F238E27FC236}">
                  <a16:creationId xmlns:a16="http://schemas.microsoft.com/office/drawing/2014/main" id="{ECCAC321-6D2D-892C-3F1A-CCB1E9267F74}"/>
                </a:ext>
              </a:extLst>
            </p:cNvPr>
            <p:cNvSpPr/>
            <p:nvPr/>
          </p:nvSpPr>
          <p:spPr>
            <a:xfrm>
              <a:off x="5788881" y="2166908"/>
              <a:ext cx="15706" cy="25701"/>
            </a:xfrm>
            <a:custGeom>
              <a:avLst/>
              <a:gdLst/>
              <a:ahLst/>
              <a:cxnLst/>
              <a:rect l="l" t="t" r="r" b="b"/>
              <a:pathLst>
                <a:path w="121" h="198" extrusionOk="0">
                  <a:moveTo>
                    <a:pt x="0" y="1"/>
                  </a:moveTo>
                  <a:lnTo>
                    <a:pt x="0" y="121"/>
                  </a:lnTo>
                  <a:lnTo>
                    <a:pt x="120" y="198"/>
                  </a:lnTo>
                  <a:lnTo>
                    <a:pt x="120" y="77"/>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348;p60">
              <a:extLst>
                <a:ext uri="{FF2B5EF4-FFF2-40B4-BE49-F238E27FC236}">
                  <a16:creationId xmlns:a16="http://schemas.microsoft.com/office/drawing/2014/main" id="{1A0B6237-1428-ADF8-1995-664ADA2871AF}"/>
                </a:ext>
              </a:extLst>
            </p:cNvPr>
            <p:cNvSpPr/>
            <p:nvPr/>
          </p:nvSpPr>
          <p:spPr>
            <a:xfrm>
              <a:off x="5811857" y="2182485"/>
              <a:ext cx="55037" cy="43744"/>
            </a:xfrm>
            <a:custGeom>
              <a:avLst/>
              <a:gdLst/>
              <a:ahLst/>
              <a:cxnLst/>
              <a:rect l="l" t="t" r="r" b="b"/>
              <a:pathLst>
                <a:path w="424" h="337" extrusionOk="0">
                  <a:moveTo>
                    <a:pt x="1" y="1"/>
                  </a:moveTo>
                  <a:lnTo>
                    <a:pt x="1" y="97"/>
                  </a:lnTo>
                  <a:lnTo>
                    <a:pt x="424" y="337"/>
                  </a:lnTo>
                  <a:lnTo>
                    <a:pt x="424" y="217"/>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349;p60">
              <a:extLst>
                <a:ext uri="{FF2B5EF4-FFF2-40B4-BE49-F238E27FC236}">
                  <a16:creationId xmlns:a16="http://schemas.microsoft.com/office/drawing/2014/main" id="{913CE175-C5DE-8F1F-58DA-270B7FE279A6}"/>
                </a:ext>
              </a:extLst>
            </p:cNvPr>
            <p:cNvSpPr/>
            <p:nvPr/>
          </p:nvSpPr>
          <p:spPr>
            <a:xfrm>
              <a:off x="5882342" y="2247388"/>
              <a:ext cx="33879" cy="31283"/>
            </a:xfrm>
            <a:custGeom>
              <a:avLst/>
              <a:gdLst/>
              <a:ahLst/>
              <a:cxnLst/>
              <a:rect l="l" t="t" r="r" b="b"/>
              <a:pathLst>
                <a:path w="261" h="241" extrusionOk="0">
                  <a:moveTo>
                    <a:pt x="1" y="0"/>
                  </a:moveTo>
                  <a:lnTo>
                    <a:pt x="1" y="101"/>
                  </a:lnTo>
                  <a:lnTo>
                    <a:pt x="260" y="240"/>
                  </a:lnTo>
                  <a:lnTo>
                    <a:pt x="260"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350;p60">
              <a:extLst>
                <a:ext uri="{FF2B5EF4-FFF2-40B4-BE49-F238E27FC236}">
                  <a16:creationId xmlns:a16="http://schemas.microsoft.com/office/drawing/2014/main" id="{46B2D141-2911-B678-F9B7-5B9E38FD921D}"/>
                </a:ext>
              </a:extLst>
            </p:cNvPr>
            <p:cNvSpPr/>
            <p:nvPr/>
          </p:nvSpPr>
          <p:spPr>
            <a:xfrm>
              <a:off x="5921025" y="2267898"/>
              <a:ext cx="28817" cy="31413"/>
            </a:xfrm>
            <a:custGeom>
              <a:avLst/>
              <a:gdLst/>
              <a:ahLst/>
              <a:cxnLst/>
              <a:rect l="l" t="t" r="r" b="b"/>
              <a:pathLst>
                <a:path w="222" h="242" extrusionOk="0">
                  <a:moveTo>
                    <a:pt x="1" y="1"/>
                  </a:moveTo>
                  <a:lnTo>
                    <a:pt x="1" y="121"/>
                  </a:lnTo>
                  <a:lnTo>
                    <a:pt x="222" y="241"/>
                  </a:lnTo>
                  <a:lnTo>
                    <a:pt x="222"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351;p60">
              <a:extLst>
                <a:ext uri="{FF2B5EF4-FFF2-40B4-BE49-F238E27FC236}">
                  <a16:creationId xmlns:a16="http://schemas.microsoft.com/office/drawing/2014/main" id="{B7DC328F-3E5F-8019-05E4-3DC0294968DD}"/>
                </a:ext>
              </a:extLst>
            </p:cNvPr>
            <p:cNvSpPr/>
            <p:nvPr/>
          </p:nvSpPr>
          <p:spPr>
            <a:xfrm>
              <a:off x="5856251" y="2231812"/>
              <a:ext cx="15706" cy="23105"/>
            </a:xfrm>
            <a:custGeom>
              <a:avLst/>
              <a:gdLst/>
              <a:ahLst/>
              <a:cxnLst/>
              <a:rect l="l" t="t" r="r" b="b"/>
              <a:pathLst>
                <a:path w="121" h="178" extrusionOk="0">
                  <a:moveTo>
                    <a:pt x="0" y="0"/>
                  </a:moveTo>
                  <a:lnTo>
                    <a:pt x="0" y="101"/>
                  </a:lnTo>
                  <a:lnTo>
                    <a:pt x="120" y="178"/>
                  </a:lnTo>
                  <a:lnTo>
                    <a:pt x="120" y="5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352;p60">
              <a:extLst>
                <a:ext uri="{FF2B5EF4-FFF2-40B4-BE49-F238E27FC236}">
                  <a16:creationId xmlns:a16="http://schemas.microsoft.com/office/drawing/2014/main" id="{063C0019-D177-58BE-DB6E-36999F463BAD}"/>
                </a:ext>
              </a:extLst>
            </p:cNvPr>
            <p:cNvSpPr/>
            <p:nvPr/>
          </p:nvSpPr>
          <p:spPr>
            <a:xfrm>
              <a:off x="5796280" y="2194946"/>
              <a:ext cx="52571" cy="46989"/>
            </a:xfrm>
            <a:custGeom>
              <a:avLst/>
              <a:gdLst/>
              <a:ahLst/>
              <a:cxnLst/>
              <a:rect l="l" t="t" r="r" b="b"/>
              <a:pathLst>
                <a:path w="405" h="362" extrusionOk="0">
                  <a:moveTo>
                    <a:pt x="1" y="1"/>
                  </a:moveTo>
                  <a:lnTo>
                    <a:pt x="1" y="121"/>
                  </a:lnTo>
                  <a:lnTo>
                    <a:pt x="404" y="361"/>
                  </a:lnTo>
                  <a:lnTo>
                    <a:pt x="40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353;p60">
              <a:extLst>
                <a:ext uri="{FF2B5EF4-FFF2-40B4-BE49-F238E27FC236}">
                  <a16:creationId xmlns:a16="http://schemas.microsoft.com/office/drawing/2014/main" id="{D4863B6F-F47D-2A9C-8785-AC77E00A3268}"/>
                </a:ext>
              </a:extLst>
            </p:cNvPr>
            <p:cNvSpPr/>
            <p:nvPr/>
          </p:nvSpPr>
          <p:spPr>
            <a:xfrm>
              <a:off x="5747083" y="2166908"/>
              <a:ext cx="39461" cy="38812"/>
            </a:xfrm>
            <a:custGeom>
              <a:avLst/>
              <a:gdLst/>
              <a:ahLst/>
              <a:cxnLst/>
              <a:rect l="l" t="t" r="r" b="b"/>
              <a:pathLst>
                <a:path w="304" h="299" extrusionOk="0">
                  <a:moveTo>
                    <a:pt x="0" y="1"/>
                  </a:moveTo>
                  <a:lnTo>
                    <a:pt x="0" y="121"/>
                  </a:lnTo>
                  <a:lnTo>
                    <a:pt x="303" y="298"/>
                  </a:lnTo>
                  <a:lnTo>
                    <a:pt x="303" y="1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354;p60">
              <a:extLst>
                <a:ext uri="{FF2B5EF4-FFF2-40B4-BE49-F238E27FC236}">
                  <a16:creationId xmlns:a16="http://schemas.microsoft.com/office/drawing/2014/main" id="{78015BCB-30B8-9404-3486-3F871490DF72}"/>
                </a:ext>
              </a:extLst>
            </p:cNvPr>
            <p:cNvSpPr/>
            <p:nvPr/>
          </p:nvSpPr>
          <p:spPr>
            <a:xfrm>
              <a:off x="6134298" y="2392643"/>
              <a:ext cx="33879" cy="31283"/>
            </a:xfrm>
            <a:custGeom>
              <a:avLst/>
              <a:gdLst/>
              <a:ahLst/>
              <a:cxnLst/>
              <a:rect l="l" t="t" r="r" b="b"/>
              <a:pathLst>
                <a:path w="261" h="241" extrusionOk="0">
                  <a:moveTo>
                    <a:pt x="1" y="1"/>
                  </a:moveTo>
                  <a:lnTo>
                    <a:pt x="1" y="102"/>
                  </a:lnTo>
                  <a:lnTo>
                    <a:pt x="260" y="241"/>
                  </a:lnTo>
                  <a:lnTo>
                    <a:pt x="260"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355;p60">
              <a:extLst>
                <a:ext uri="{FF2B5EF4-FFF2-40B4-BE49-F238E27FC236}">
                  <a16:creationId xmlns:a16="http://schemas.microsoft.com/office/drawing/2014/main" id="{E68ABA18-551E-DA8A-F73C-9F96F002129C}"/>
                </a:ext>
              </a:extLst>
            </p:cNvPr>
            <p:cNvSpPr/>
            <p:nvPr/>
          </p:nvSpPr>
          <p:spPr>
            <a:xfrm>
              <a:off x="6009553" y="2319691"/>
              <a:ext cx="51922" cy="44393"/>
            </a:xfrm>
            <a:custGeom>
              <a:avLst/>
              <a:gdLst/>
              <a:ahLst/>
              <a:cxnLst/>
              <a:rect l="l" t="t" r="r" b="b"/>
              <a:pathLst>
                <a:path w="400" h="342" extrusionOk="0">
                  <a:moveTo>
                    <a:pt x="1" y="1"/>
                  </a:moveTo>
                  <a:lnTo>
                    <a:pt x="1" y="101"/>
                  </a:lnTo>
                  <a:lnTo>
                    <a:pt x="400" y="342"/>
                  </a:lnTo>
                  <a:lnTo>
                    <a:pt x="400"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356;p60">
              <a:extLst>
                <a:ext uri="{FF2B5EF4-FFF2-40B4-BE49-F238E27FC236}">
                  <a16:creationId xmlns:a16="http://schemas.microsoft.com/office/drawing/2014/main" id="{051F53D4-AB4C-7E24-D257-B1E4659FA17D}"/>
                </a:ext>
              </a:extLst>
            </p:cNvPr>
            <p:cNvSpPr/>
            <p:nvPr/>
          </p:nvSpPr>
          <p:spPr>
            <a:xfrm>
              <a:off x="5960356" y="2291653"/>
              <a:ext cx="38812" cy="36216"/>
            </a:xfrm>
            <a:custGeom>
              <a:avLst/>
              <a:gdLst/>
              <a:ahLst/>
              <a:cxnLst/>
              <a:rect l="l" t="t" r="r" b="b"/>
              <a:pathLst>
                <a:path w="299" h="279" extrusionOk="0">
                  <a:moveTo>
                    <a:pt x="0" y="0"/>
                  </a:moveTo>
                  <a:lnTo>
                    <a:pt x="0" y="96"/>
                  </a:lnTo>
                  <a:lnTo>
                    <a:pt x="298" y="279"/>
                  </a:lnTo>
                  <a:lnTo>
                    <a:pt x="298"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357;p60">
              <a:extLst>
                <a:ext uri="{FF2B5EF4-FFF2-40B4-BE49-F238E27FC236}">
                  <a16:creationId xmlns:a16="http://schemas.microsoft.com/office/drawing/2014/main" id="{533027EF-4FDE-0CCD-0936-D4A6D81C99CD}"/>
                </a:ext>
              </a:extLst>
            </p:cNvPr>
            <p:cNvSpPr/>
            <p:nvPr/>
          </p:nvSpPr>
          <p:spPr>
            <a:xfrm>
              <a:off x="5923491" y="2294119"/>
              <a:ext cx="28817" cy="31283"/>
            </a:xfrm>
            <a:custGeom>
              <a:avLst/>
              <a:gdLst/>
              <a:ahLst/>
              <a:cxnLst/>
              <a:rect l="l" t="t" r="r" b="b"/>
              <a:pathLst>
                <a:path w="222" h="241" extrusionOk="0">
                  <a:moveTo>
                    <a:pt x="1" y="1"/>
                  </a:moveTo>
                  <a:lnTo>
                    <a:pt x="1" y="121"/>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358;p60">
              <a:extLst>
                <a:ext uri="{FF2B5EF4-FFF2-40B4-BE49-F238E27FC236}">
                  <a16:creationId xmlns:a16="http://schemas.microsoft.com/office/drawing/2014/main" id="{DE2473F2-BCAB-BECC-85B6-24A376FF8073}"/>
                </a:ext>
              </a:extLst>
            </p:cNvPr>
            <p:cNvSpPr/>
            <p:nvPr/>
          </p:nvSpPr>
          <p:spPr>
            <a:xfrm>
              <a:off x="6001505" y="2338383"/>
              <a:ext cx="15706" cy="25701"/>
            </a:xfrm>
            <a:custGeom>
              <a:avLst/>
              <a:gdLst/>
              <a:ahLst/>
              <a:cxnLst/>
              <a:rect l="l" t="t" r="r" b="b"/>
              <a:pathLst>
                <a:path w="121" h="198" extrusionOk="0">
                  <a:moveTo>
                    <a:pt x="0" y="1"/>
                  </a:moveTo>
                  <a:lnTo>
                    <a:pt x="0" y="121"/>
                  </a:lnTo>
                  <a:lnTo>
                    <a:pt x="121" y="198"/>
                  </a:lnTo>
                  <a:lnTo>
                    <a:pt x="121" y="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359;p60">
              <a:extLst>
                <a:ext uri="{FF2B5EF4-FFF2-40B4-BE49-F238E27FC236}">
                  <a16:creationId xmlns:a16="http://schemas.microsoft.com/office/drawing/2014/main" id="{4CCC5A39-BF25-0F7F-EBDF-70BA4E22BE71}"/>
                </a:ext>
              </a:extLst>
            </p:cNvPr>
            <p:cNvSpPr/>
            <p:nvPr/>
          </p:nvSpPr>
          <p:spPr>
            <a:xfrm>
              <a:off x="6025130" y="2353960"/>
              <a:ext cx="54388" cy="43874"/>
            </a:xfrm>
            <a:custGeom>
              <a:avLst/>
              <a:gdLst/>
              <a:ahLst/>
              <a:cxnLst/>
              <a:rect l="l" t="t" r="r" b="b"/>
              <a:pathLst>
                <a:path w="419" h="338" extrusionOk="0">
                  <a:moveTo>
                    <a:pt x="1" y="1"/>
                  </a:moveTo>
                  <a:lnTo>
                    <a:pt x="1" y="97"/>
                  </a:lnTo>
                  <a:lnTo>
                    <a:pt x="419" y="337"/>
                  </a:lnTo>
                  <a:lnTo>
                    <a:pt x="419" y="217"/>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360;p60">
              <a:extLst>
                <a:ext uri="{FF2B5EF4-FFF2-40B4-BE49-F238E27FC236}">
                  <a16:creationId xmlns:a16="http://schemas.microsoft.com/office/drawing/2014/main" id="{0E7E8B24-F2B7-1066-CF4D-A161385473D2}"/>
                </a:ext>
              </a:extLst>
            </p:cNvPr>
            <p:cNvSpPr/>
            <p:nvPr/>
          </p:nvSpPr>
          <p:spPr>
            <a:xfrm>
              <a:off x="6085101" y="2387710"/>
              <a:ext cx="38812" cy="36216"/>
            </a:xfrm>
            <a:custGeom>
              <a:avLst/>
              <a:gdLst/>
              <a:ahLst/>
              <a:cxnLst/>
              <a:rect l="l" t="t" r="r" b="b"/>
              <a:pathLst>
                <a:path w="299" h="279" extrusionOk="0">
                  <a:moveTo>
                    <a:pt x="0" y="0"/>
                  </a:moveTo>
                  <a:lnTo>
                    <a:pt x="0" y="120"/>
                  </a:lnTo>
                  <a:lnTo>
                    <a:pt x="298" y="279"/>
                  </a:lnTo>
                  <a:lnTo>
                    <a:pt x="298"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361;p60">
              <a:extLst>
                <a:ext uri="{FF2B5EF4-FFF2-40B4-BE49-F238E27FC236}">
                  <a16:creationId xmlns:a16="http://schemas.microsoft.com/office/drawing/2014/main" id="{C5FAB9E3-CBD6-4CC0-0DB5-D9829D95E64F}"/>
                </a:ext>
              </a:extLst>
            </p:cNvPr>
            <p:cNvSpPr/>
            <p:nvPr/>
          </p:nvSpPr>
          <p:spPr>
            <a:xfrm>
              <a:off x="5811857" y="2229215"/>
              <a:ext cx="55037" cy="46989"/>
            </a:xfrm>
            <a:custGeom>
              <a:avLst/>
              <a:gdLst/>
              <a:ahLst/>
              <a:cxnLst/>
              <a:rect l="l" t="t" r="r" b="b"/>
              <a:pathLst>
                <a:path w="424" h="362" extrusionOk="0">
                  <a:moveTo>
                    <a:pt x="1" y="1"/>
                  </a:moveTo>
                  <a:lnTo>
                    <a:pt x="1" y="121"/>
                  </a:lnTo>
                  <a:lnTo>
                    <a:pt x="424" y="361"/>
                  </a:lnTo>
                  <a:lnTo>
                    <a:pt x="42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362;p60">
              <a:extLst>
                <a:ext uri="{FF2B5EF4-FFF2-40B4-BE49-F238E27FC236}">
                  <a16:creationId xmlns:a16="http://schemas.microsoft.com/office/drawing/2014/main" id="{DEC7EAC9-F38B-3B85-C701-A9AB59718C4F}"/>
                </a:ext>
              </a:extLst>
            </p:cNvPr>
            <p:cNvSpPr/>
            <p:nvPr/>
          </p:nvSpPr>
          <p:spPr>
            <a:xfrm>
              <a:off x="5876760" y="2265432"/>
              <a:ext cx="39461" cy="38812"/>
            </a:xfrm>
            <a:custGeom>
              <a:avLst/>
              <a:gdLst/>
              <a:ahLst/>
              <a:cxnLst/>
              <a:rect l="l" t="t" r="r" b="b"/>
              <a:pathLst>
                <a:path w="304" h="299" extrusionOk="0">
                  <a:moveTo>
                    <a:pt x="1" y="1"/>
                  </a:moveTo>
                  <a:lnTo>
                    <a:pt x="1" y="121"/>
                  </a:lnTo>
                  <a:lnTo>
                    <a:pt x="303" y="298"/>
                  </a:lnTo>
                  <a:lnTo>
                    <a:pt x="303" y="178"/>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363;p60">
              <a:extLst>
                <a:ext uri="{FF2B5EF4-FFF2-40B4-BE49-F238E27FC236}">
                  <a16:creationId xmlns:a16="http://schemas.microsoft.com/office/drawing/2014/main" id="{C86001E6-99BB-66FE-C3C0-2DC0E6E63D05}"/>
                </a:ext>
              </a:extLst>
            </p:cNvPr>
            <p:cNvSpPr/>
            <p:nvPr/>
          </p:nvSpPr>
          <p:spPr>
            <a:xfrm>
              <a:off x="5960356" y="2340850"/>
              <a:ext cx="31283" cy="33879"/>
            </a:xfrm>
            <a:custGeom>
              <a:avLst/>
              <a:gdLst/>
              <a:ahLst/>
              <a:cxnLst/>
              <a:rect l="l" t="t" r="r" b="b"/>
              <a:pathLst>
                <a:path w="241" h="261" extrusionOk="0">
                  <a:moveTo>
                    <a:pt x="0" y="1"/>
                  </a:moveTo>
                  <a:lnTo>
                    <a:pt x="0" y="102"/>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364;p60">
              <a:extLst>
                <a:ext uri="{FF2B5EF4-FFF2-40B4-BE49-F238E27FC236}">
                  <a16:creationId xmlns:a16="http://schemas.microsoft.com/office/drawing/2014/main" id="{D2D2B098-C271-921B-2766-BFC1335AF4C2}"/>
                </a:ext>
              </a:extLst>
            </p:cNvPr>
            <p:cNvSpPr/>
            <p:nvPr/>
          </p:nvSpPr>
          <p:spPr>
            <a:xfrm>
              <a:off x="5923491" y="2319691"/>
              <a:ext cx="28817" cy="31283"/>
            </a:xfrm>
            <a:custGeom>
              <a:avLst/>
              <a:gdLst/>
              <a:ahLst/>
              <a:cxnLst/>
              <a:rect l="l" t="t" r="r" b="b"/>
              <a:pathLst>
                <a:path w="222" h="241" extrusionOk="0">
                  <a:moveTo>
                    <a:pt x="1" y="1"/>
                  </a:moveTo>
                  <a:lnTo>
                    <a:pt x="1" y="121"/>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365;p60">
              <a:extLst>
                <a:ext uri="{FF2B5EF4-FFF2-40B4-BE49-F238E27FC236}">
                  <a16:creationId xmlns:a16="http://schemas.microsoft.com/office/drawing/2014/main" id="{DEF91CFC-1E67-BDB8-4E67-EB978E96E529}"/>
                </a:ext>
              </a:extLst>
            </p:cNvPr>
            <p:cNvSpPr/>
            <p:nvPr/>
          </p:nvSpPr>
          <p:spPr>
            <a:xfrm>
              <a:off x="6001505" y="2363955"/>
              <a:ext cx="15706" cy="26350"/>
            </a:xfrm>
            <a:custGeom>
              <a:avLst/>
              <a:gdLst/>
              <a:ahLst/>
              <a:cxnLst/>
              <a:rect l="l" t="t" r="r" b="b"/>
              <a:pathLst>
                <a:path w="121" h="203" extrusionOk="0">
                  <a:moveTo>
                    <a:pt x="0" y="1"/>
                  </a:moveTo>
                  <a:lnTo>
                    <a:pt x="0" y="121"/>
                  </a:lnTo>
                  <a:lnTo>
                    <a:pt x="121" y="202"/>
                  </a:lnTo>
                  <a:lnTo>
                    <a:pt x="121" y="82"/>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366;p60">
              <a:extLst>
                <a:ext uri="{FF2B5EF4-FFF2-40B4-BE49-F238E27FC236}">
                  <a16:creationId xmlns:a16="http://schemas.microsoft.com/office/drawing/2014/main" id="{D56F4E2E-CE82-7451-774C-52A7FC122551}"/>
                </a:ext>
              </a:extLst>
            </p:cNvPr>
            <p:cNvSpPr/>
            <p:nvPr/>
          </p:nvSpPr>
          <p:spPr>
            <a:xfrm>
              <a:off x="6025130" y="2379532"/>
              <a:ext cx="54388" cy="44393"/>
            </a:xfrm>
            <a:custGeom>
              <a:avLst/>
              <a:gdLst/>
              <a:ahLst/>
              <a:cxnLst/>
              <a:rect l="l" t="t" r="r" b="b"/>
              <a:pathLst>
                <a:path w="419" h="342" extrusionOk="0">
                  <a:moveTo>
                    <a:pt x="1" y="1"/>
                  </a:moveTo>
                  <a:lnTo>
                    <a:pt x="1" y="102"/>
                  </a:lnTo>
                  <a:lnTo>
                    <a:pt x="419" y="342"/>
                  </a:lnTo>
                  <a:lnTo>
                    <a:pt x="419"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367;p60">
              <a:extLst>
                <a:ext uri="{FF2B5EF4-FFF2-40B4-BE49-F238E27FC236}">
                  <a16:creationId xmlns:a16="http://schemas.microsoft.com/office/drawing/2014/main" id="{AF805F9A-B54E-CE72-A323-8533917FA2CE}"/>
                </a:ext>
              </a:extLst>
            </p:cNvPr>
            <p:cNvSpPr/>
            <p:nvPr/>
          </p:nvSpPr>
          <p:spPr>
            <a:xfrm>
              <a:off x="6123784" y="2434441"/>
              <a:ext cx="39331" cy="36345"/>
            </a:xfrm>
            <a:custGeom>
              <a:avLst/>
              <a:gdLst/>
              <a:ahLst/>
              <a:cxnLst/>
              <a:rect l="l" t="t" r="r" b="b"/>
              <a:pathLst>
                <a:path w="303" h="280" extrusionOk="0">
                  <a:moveTo>
                    <a:pt x="0" y="0"/>
                  </a:moveTo>
                  <a:lnTo>
                    <a:pt x="0" y="121"/>
                  </a:lnTo>
                  <a:lnTo>
                    <a:pt x="303" y="279"/>
                  </a:lnTo>
                  <a:lnTo>
                    <a:pt x="303"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368;p60">
              <a:extLst>
                <a:ext uri="{FF2B5EF4-FFF2-40B4-BE49-F238E27FC236}">
                  <a16:creationId xmlns:a16="http://schemas.microsoft.com/office/drawing/2014/main" id="{BF267240-1E6B-F1E4-D57E-81EE1770CBBB}"/>
                </a:ext>
              </a:extLst>
            </p:cNvPr>
            <p:cNvSpPr/>
            <p:nvPr/>
          </p:nvSpPr>
          <p:spPr>
            <a:xfrm>
              <a:off x="5723977" y="2203124"/>
              <a:ext cx="31283" cy="33749"/>
            </a:xfrm>
            <a:custGeom>
              <a:avLst/>
              <a:gdLst/>
              <a:ahLst/>
              <a:cxnLst/>
              <a:rect l="l" t="t" r="r" b="b"/>
              <a:pathLst>
                <a:path w="241" h="260" extrusionOk="0">
                  <a:moveTo>
                    <a:pt x="1" y="0"/>
                  </a:moveTo>
                  <a:lnTo>
                    <a:pt x="1" y="120"/>
                  </a:lnTo>
                  <a:lnTo>
                    <a:pt x="241" y="260"/>
                  </a:lnTo>
                  <a:lnTo>
                    <a:pt x="241"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369;p60">
              <a:extLst>
                <a:ext uri="{FF2B5EF4-FFF2-40B4-BE49-F238E27FC236}">
                  <a16:creationId xmlns:a16="http://schemas.microsoft.com/office/drawing/2014/main" id="{6ABBE3DC-BEB1-C75C-59F2-185DC40D811B}"/>
                </a:ext>
              </a:extLst>
            </p:cNvPr>
            <p:cNvSpPr/>
            <p:nvPr/>
          </p:nvSpPr>
          <p:spPr>
            <a:xfrm>
              <a:off x="5788881" y="2241807"/>
              <a:ext cx="15706" cy="23754"/>
            </a:xfrm>
            <a:custGeom>
              <a:avLst/>
              <a:gdLst/>
              <a:ahLst/>
              <a:cxnLst/>
              <a:rect l="l" t="t" r="r" b="b"/>
              <a:pathLst>
                <a:path w="121" h="183" extrusionOk="0">
                  <a:moveTo>
                    <a:pt x="0" y="0"/>
                  </a:moveTo>
                  <a:lnTo>
                    <a:pt x="0" y="120"/>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370;p60">
              <a:extLst>
                <a:ext uri="{FF2B5EF4-FFF2-40B4-BE49-F238E27FC236}">
                  <a16:creationId xmlns:a16="http://schemas.microsoft.com/office/drawing/2014/main" id="{5CBA134A-F863-3575-C179-6360E407CDCB}"/>
                </a:ext>
              </a:extLst>
            </p:cNvPr>
            <p:cNvSpPr/>
            <p:nvPr/>
          </p:nvSpPr>
          <p:spPr>
            <a:xfrm>
              <a:off x="5811857" y="2254787"/>
              <a:ext cx="55037" cy="46989"/>
            </a:xfrm>
            <a:custGeom>
              <a:avLst/>
              <a:gdLst/>
              <a:ahLst/>
              <a:cxnLst/>
              <a:rect l="l" t="t" r="r" b="b"/>
              <a:pathLst>
                <a:path w="424" h="362" extrusionOk="0">
                  <a:moveTo>
                    <a:pt x="1" y="1"/>
                  </a:moveTo>
                  <a:lnTo>
                    <a:pt x="1" y="121"/>
                  </a:lnTo>
                  <a:lnTo>
                    <a:pt x="424" y="361"/>
                  </a:lnTo>
                  <a:lnTo>
                    <a:pt x="42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371;p60">
              <a:extLst>
                <a:ext uri="{FF2B5EF4-FFF2-40B4-BE49-F238E27FC236}">
                  <a16:creationId xmlns:a16="http://schemas.microsoft.com/office/drawing/2014/main" id="{9933FBEA-3B0D-8DC5-CA27-7384A8510B95}"/>
                </a:ext>
              </a:extLst>
            </p:cNvPr>
            <p:cNvSpPr/>
            <p:nvPr/>
          </p:nvSpPr>
          <p:spPr>
            <a:xfrm>
              <a:off x="5882342" y="2319691"/>
              <a:ext cx="33879" cy="34398"/>
            </a:xfrm>
            <a:custGeom>
              <a:avLst/>
              <a:gdLst/>
              <a:ahLst/>
              <a:cxnLst/>
              <a:rect l="l" t="t" r="r" b="b"/>
              <a:pathLst>
                <a:path w="261" h="265" extrusionOk="0">
                  <a:moveTo>
                    <a:pt x="1" y="1"/>
                  </a:moveTo>
                  <a:lnTo>
                    <a:pt x="1" y="121"/>
                  </a:lnTo>
                  <a:lnTo>
                    <a:pt x="260" y="265"/>
                  </a:lnTo>
                  <a:lnTo>
                    <a:pt x="260" y="145"/>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372;p60">
              <a:extLst>
                <a:ext uri="{FF2B5EF4-FFF2-40B4-BE49-F238E27FC236}">
                  <a16:creationId xmlns:a16="http://schemas.microsoft.com/office/drawing/2014/main" id="{D65EB170-49D8-1A58-72C4-B1BD4E056945}"/>
                </a:ext>
              </a:extLst>
            </p:cNvPr>
            <p:cNvSpPr/>
            <p:nvPr/>
          </p:nvSpPr>
          <p:spPr>
            <a:xfrm>
              <a:off x="5921025" y="2343446"/>
              <a:ext cx="28817" cy="31283"/>
            </a:xfrm>
            <a:custGeom>
              <a:avLst/>
              <a:gdLst/>
              <a:ahLst/>
              <a:cxnLst/>
              <a:rect l="l" t="t" r="r" b="b"/>
              <a:pathLst>
                <a:path w="222" h="241" extrusionOk="0">
                  <a:moveTo>
                    <a:pt x="1" y="0"/>
                  </a:moveTo>
                  <a:lnTo>
                    <a:pt x="1" y="101"/>
                  </a:lnTo>
                  <a:lnTo>
                    <a:pt x="222" y="240"/>
                  </a:lnTo>
                  <a:lnTo>
                    <a:pt x="222" y="12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373;p60">
              <a:extLst>
                <a:ext uri="{FF2B5EF4-FFF2-40B4-BE49-F238E27FC236}">
                  <a16:creationId xmlns:a16="http://schemas.microsoft.com/office/drawing/2014/main" id="{361D8D6F-4A92-8476-FB6C-8C9E8E188A59}"/>
                </a:ext>
              </a:extLst>
            </p:cNvPr>
            <p:cNvSpPr/>
            <p:nvPr/>
          </p:nvSpPr>
          <p:spPr>
            <a:xfrm>
              <a:off x="5856251" y="2304114"/>
              <a:ext cx="15706" cy="23754"/>
            </a:xfrm>
            <a:custGeom>
              <a:avLst/>
              <a:gdLst/>
              <a:ahLst/>
              <a:cxnLst/>
              <a:rect l="l" t="t" r="r" b="b"/>
              <a:pathLst>
                <a:path w="121" h="183" extrusionOk="0">
                  <a:moveTo>
                    <a:pt x="0" y="0"/>
                  </a:moveTo>
                  <a:lnTo>
                    <a:pt x="0" y="121"/>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374;p60">
              <a:extLst>
                <a:ext uri="{FF2B5EF4-FFF2-40B4-BE49-F238E27FC236}">
                  <a16:creationId xmlns:a16="http://schemas.microsoft.com/office/drawing/2014/main" id="{41AF73EB-9C47-ED4F-6980-066DCC514EAE}"/>
                </a:ext>
              </a:extLst>
            </p:cNvPr>
            <p:cNvSpPr/>
            <p:nvPr/>
          </p:nvSpPr>
          <p:spPr>
            <a:xfrm>
              <a:off x="5796280" y="2270494"/>
              <a:ext cx="52571" cy="44393"/>
            </a:xfrm>
            <a:custGeom>
              <a:avLst/>
              <a:gdLst/>
              <a:ahLst/>
              <a:cxnLst/>
              <a:rect l="l" t="t" r="r" b="b"/>
              <a:pathLst>
                <a:path w="405" h="342" extrusionOk="0">
                  <a:moveTo>
                    <a:pt x="1" y="0"/>
                  </a:moveTo>
                  <a:lnTo>
                    <a:pt x="1" y="101"/>
                  </a:lnTo>
                  <a:lnTo>
                    <a:pt x="404" y="341"/>
                  </a:lnTo>
                  <a:lnTo>
                    <a:pt x="40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375;p60">
              <a:extLst>
                <a:ext uri="{FF2B5EF4-FFF2-40B4-BE49-F238E27FC236}">
                  <a16:creationId xmlns:a16="http://schemas.microsoft.com/office/drawing/2014/main" id="{FE587F9F-31AB-1C8F-FD6D-3EE7B7E0D43E}"/>
                </a:ext>
              </a:extLst>
            </p:cNvPr>
            <p:cNvSpPr/>
            <p:nvPr/>
          </p:nvSpPr>
          <p:spPr>
            <a:xfrm>
              <a:off x="5747083" y="2241807"/>
              <a:ext cx="39461" cy="36865"/>
            </a:xfrm>
            <a:custGeom>
              <a:avLst/>
              <a:gdLst/>
              <a:ahLst/>
              <a:cxnLst/>
              <a:rect l="l" t="t" r="r" b="b"/>
              <a:pathLst>
                <a:path w="304" h="284" extrusionOk="0">
                  <a:moveTo>
                    <a:pt x="0" y="0"/>
                  </a:moveTo>
                  <a:lnTo>
                    <a:pt x="0" y="101"/>
                  </a:lnTo>
                  <a:lnTo>
                    <a:pt x="303" y="283"/>
                  </a:lnTo>
                  <a:lnTo>
                    <a:pt x="303" y="16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376;p60">
              <a:extLst>
                <a:ext uri="{FF2B5EF4-FFF2-40B4-BE49-F238E27FC236}">
                  <a16:creationId xmlns:a16="http://schemas.microsoft.com/office/drawing/2014/main" id="{416C8FF5-5CF3-1C43-EF34-FC6DE8A594B3}"/>
                </a:ext>
              </a:extLst>
            </p:cNvPr>
            <p:cNvSpPr/>
            <p:nvPr/>
          </p:nvSpPr>
          <p:spPr>
            <a:xfrm>
              <a:off x="5960356" y="2363955"/>
              <a:ext cx="38812" cy="36994"/>
            </a:xfrm>
            <a:custGeom>
              <a:avLst/>
              <a:gdLst/>
              <a:ahLst/>
              <a:cxnLst/>
              <a:rect l="l" t="t" r="r" b="b"/>
              <a:pathLst>
                <a:path w="299" h="285" extrusionOk="0">
                  <a:moveTo>
                    <a:pt x="0" y="1"/>
                  </a:moveTo>
                  <a:lnTo>
                    <a:pt x="0" y="121"/>
                  </a:lnTo>
                  <a:lnTo>
                    <a:pt x="298" y="284"/>
                  </a:lnTo>
                  <a:lnTo>
                    <a:pt x="298" y="1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377;p60">
              <a:extLst>
                <a:ext uri="{FF2B5EF4-FFF2-40B4-BE49-F238E27FC236}">
                  <a16:creationId xmlns:a16="http://schemas.microsoft.com/office/drawing/2014/main" id="{9D1E71C6-B8BE-FB90-442B-8407D6356A0E}"/>
                </a:ext>
              </a:extLst>
            </p:cNvPr>
            <p:cNvSpPr/>
            <p:nvPr/>
          </p:nvSpPr>
          <p:spPr>
            <a:xfrm>
              <a:off x="5960356" y="2387710"/>
              <a:ext cx="31283" cy="33749"/>
            </a:xfrm>
            <a:custGeom>
              <a:avLst/>
              <a:gdLst/>
              <a:ahLst/>
              <a:cxnLst/>
              <a:rect l="l" t="t" r="r" b="b"/>
              <a:pathLst>
                <a:path w="241" h="260" extrusionOk="0">
                  <a:moveTo>
                    <a:pt x="0" y="0"/>
                  </a:moveTo>
                  <a:lnTo>
                    <a:pt x="0" y="120"/>
                  </a:lnTo>
                  <a:lnTo>
                    <a:pt x="241" y="260"/>
                  </a:lnTo>
                  <a:lnTo>
                    <a:pt x="241"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378;p60">
              <a:extLst>
                <a:ext uri="{FF2B5EF4-FFF2-40B4-BE49-F238E27FC236}">
                  <a16:creationId xmlns:a16="http://schemas.microsoft.com/office/drawing/2014/main" id="{7C35208A-EEA1-7C0D-ADD4-90374EB2260E}"/>
                </a:ext>
              </a:extLst>
            </p:cNvPr>
            <p:cNvSpPr/>
            <p:nvPr/>
          </p:nvSpPr>
          <p:spPr>
            <a:xfrm>
              <a:off x="5923491" y="2369537"/>
              <a:ext cx="28817" cy="31413"/>
            </a:xfrm>
            <a:custGeom>
              <a:avLst/>
              <a:gdLst/>
              <a:ahLst/>
              <a:cxnLst/>
              <a:rect l="l" t="t" r="r" b="b"/>
              <a:pathLst>
                <a:path w="222" h="242" extrusionOk="0">
                  <a:moveTo>
                    <a:pt x="1" y="1"/>
                  </a:moveTo>
                  <a:lnTo>
                    <a:pt x="1" y="97"/>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379;p60">
              <a:extLst>
                <a:ext uri="{FF2B5EF4-FFF2-40B4-BE49-F238E27FC236}">
                  <a16:creationId xmlns:a16="http://schemas.microsoft.com/office/drawing/2014/main" id="{792D7D6E-B1E9-B466-AA6F-6118BF8392EC}"/>
                </a:ext>
              </a:extLst>
            </p:cNvPr>
            <p:cNvSpPr/>
            <p:nvPr/>
          </p:nvSpPr>
          <p:spPr>
            <a:xfrm>
              <a:off x="6001505" y="2413282"/>
              <a:ext cx="15706" cy="23754"/>
            </a:xfrm>
            <a:custGeom>
              <a:avLst/>
              <a:gdLst/>
              <a:ahLst/>
              <a:cxnLst/>
              <a:rect l="l" t="t" r="r" b="b"/>
              <a:pathLst>
                <a:path w="121" h="183" extrusionOk="0">
                  <a:moveTo>
                    <a:pt x="0" y="0"/>
                  </a:moveTo>
                  <a:lnTo>
                    <a:pt x="0" y="120"/>
                  </a:lnTo>
                  <a:lnTo>
                    <a:pt x="121" y="183"/>
                  </a:lnTo>
                  <a:lnTo>
                    <a:pt x="121" y="6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380;p60">
              <a:extLst>
                <a:ext uri="{FF2B5EF4-FFF2-40B4-BE49-F238E27FC236}">
                  <a16:creationId xmlns:a16="http://schemas.microsoft.com/office/drawing/2014/main" id="{90B70C68-15E4-B51E-E1AC-7A69E8764953}"/>
                </a:ext>
              </a:extLst>
            </p:cNvPr>
            <p:cNvSpPr/>
            <p:nvPr/>
          </p:nvSpPr>
          <p:spPr>
            <a:xfrm>
              <a:off x="6025130" y="2426393"/>
              <a:ext cx="54388" cy="46860"/>
            </a:xfrm>
            <a:custGeom>
              <a:avLst/>
              <a:gdLst/>
              <a:ahLst/>
              <a:cxnLst/>
              <a:rect l="l" t="t" r="r" b="b"/>
              <a:pathLst>
                <a:path w="419" h="361" extrusionOk="0">
                  <a:moveTo>
                    <a:pt x="1" y="0"/>
                  </a:moveTo>
                  <a:lnTo>
                    <a:pt x="1" y="120"/>
                  </a:lnTo>
                  <a:lnTo>
                    <a:pt x="419" y="360"/>
                  </a:lnTo>
                  <a:lnTo>
                    <a:pt x="419" y="2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381;p60">
              <a:extLst>
                <a:ext uri="{FF2B5EF4-FFF2-40B4-BE49-F238E27FC236}">
                  <a16:creationId xmlns:a16="http://schemas.microsoft.com/office/drawing/2014/main" id="{78CA9B54-546C-2A4D-4713-5849307C2046}"/>
                </a:ext>
              </a:extLst>
            </p:cNvPr>
            <p:cNvSpPr/>
            <p:nvPr/>
          </p:nvSpPr>
          <p:spPr>
            <a:xfrm>
              <a:off x="5705285" y="2241807"/>
              <a:ext cx="52571" cy="44393"/>
            </a:xfrm>
            <a:custGeom>
              <a:avLst/>
              <a:gdLst/>
              <a:ahLst/>
              <a:cxnLst/>
              <a:rect l="l" t="t" r="r" b="b"/>
              <a:pathLst>
                <a:path w="405" h="342" extrusionOk="0">
                  <a:moveTo>
                    <a:pt x="0" y="0"/>
                  </a:moveTo>
                  <a:lnTo>
                    <a:pt x="0" y="120"/>
                  </a:lnTo>
                  <a:lnTo>
                    <a:pt x="404" y="341"/>
                  </a:lnTo>
                  <a:lnTo>
                    <a:pt x="404" y="24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382;p60">
              <a:extLst>
                <a:ext uri="{FF2B5EF4-FFF2-40B4-BE49-F238E27FC236}">
                  <a16:creationId xmlns:a16="http://schemas.microsoft.com/office/drawing/2014/main" id="{32024606-5A43-6430-2D77-E1C505896687}"/>
                </a:ext>
              </a:extLst>
            </p:cNvPr>
            <p:cNvSpPr/>
            <p:nvPr/>
          </p:nvSpPr>
          <p:spPr>
            <a:xfrm>
              <a:off x="5811857" y="2304114"/>
              <a:ext cx="55037" cy="44393"/>
            </a:xfrm>
            <a:custGeom>
              <a:avLst/>
              <a:gdLst/>
              <a:ahLst/>
              <a:cxnLst/>
              <a:rect l="l" t="t" r="r" b="b"/>
              <a:pathLst>
                <a:path w="424" h="342" extrusionOk="0">
                  <a:moveTo>
                    <a:pt x="1" y="0"/>
                  </a:moveTo>
                  <a:lnTo>
                    <a:pt x="1" y="101"/>
                  </a:lnTo>
                  <a:lnTo>
                    <a:pt x="424" y="342"/>
                  </a:lnTo>
                  <a:lnTo>
                    <a:pt x="424"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383;p60">
              <a:extLst>
                <a:ext uri="{FF2B5EF4-FFF2-40B4-BE49-F238E27FC236}">
                  <a16:creationId xmlns:a16="http://schemas.microsoft.com/office/drawing/2014/main" id="{A6162787-4559-253F-3DB7-4E4D77019933}"/>
                </a:ext>
              </a:extLst>
            </p:cNvPr>
            <p:cNvSpPr/>
            <p:nvPr/>
          </p:nvSpPr>
          <p:spPr>
            <a:xfrm>
              <a:off x="5876760" y="2340850"/>
              <a:ext cx="39461" cy="36345"/>
            </a:xfrm>
            <a:custGeom>
              <a:avLst/>
              <a:gdLst/>
              <a:ahLst/>
              <a:cxnLst/>
              <a:rect l="l" t="t" r="r" b="b"/>
              <a:pathLst>
                <a:path w="304" h="280" extrusionOk="0">
                  <a:moveTo>
                    <a:pt x="1" y="1"/>
                  </a:moveTo>
                  <a:lnTo>
                    <a:pt x="1" y="121"/>
                  </a:lnTo>
                  <a:lnTo>
                    <a:pt x="303" y="280"/>
                  </a:lnTo>
                  <a:lnTo>
                    <a:pt x="303" y="17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384;p60">
              <a:extLst>
                <a:ext uri="{FF2B5EF4-FFF2-40B4-BE49-F238E27FC236}">
                  <a16:creationId xmlns:a16="http://schemas.microsoft.com/office/drawing/2014/main" id="{9D32F097-E0AF-0CB4-ABE6-5A220D60F563}"/>
                </a:ext>
              </a:extLst>
            </p:cNvPr>
            <p:cNvSpPr/>
            <p:nvPr/>
          </p:nvSpPr>
          <p:spPr>
            <a:xfrm>
              <a:off x="7384084" y="1801241"/>
              <a:ext cx="543234" cy="789214"/>
            </a:xfrm>
            <a:custGeom>
              <a:avLst/>
              <a:gdLst/>
              <a:ahLst/>
              <a:cxnLst/>
              <a:rect l="l" t="t" r="r" b="b"/>
              <a:pathLst>
                <a:path w="4185" h="6080" extrusionOk="0">
                  <a:moveTo>
                    <a:pt x="4010" y="0"/>
                  </a:moveTo>
                  <a:cubicBezTo>
                    <a:pt x="3988" y="0"/>
                    <a:pt x="3965" y="4"/>
                    <a:pt x="3944" y="12"/>
                  </a:cubicBezTo>
                  <a:lnTo>
                    <a:pt x="159" y="2217"/>
                  </a:lnTo>
                  <a:cubicBezTo>
                    <a:pt x="62" y="2275"/>
                    <a:pt x="0" y="2376"/>
                    <a:pt x="0" y="2496"/>
                  </a:cubicBezTo>
                  <a:lnTo>
                    <a:pt x="0" y="5940"/>
                  </a:lnTo>
                  <a:cubicBezTo>
                    <a:pt x="0" y="6014"/>
                    <a:pt x="71" y="6079"/>
                    <a:pt x="150" y="6079"/>
                  </a:cubicBezTo>
                  <a:cubicBezTo>
                    <a:pt x="173" y="6079"/>
                    <a:pt x="198" y="6074"/>
                    <a:pt x="221" y="6060"/>
                  </a:cubicBezTo>
                  <a:lnTo>
                    <a:pt x="4083" y="3817"/>
                  </a:lnTo>
                  <a:cubicBezTo>
                    <a:pt x="4146" y="3798"/>
                    <a:pt x="4184" y="3735"/>
                    <a:pt x="4184" y="3677"/>
                  </a:cubicBezTo>
                  <a:lnTo>
                    <a:pt x="4184" y="151"/>
                  </a:lnTo>
                  <a:cubicBezTo>
                    <a:pt x="4184" y="56"/>
                    <a:pt x="4097" y="0"/>
                    <a:pt x="4010" y="0"/>
                  </a:cubicBezTo>
                  <a:close/>
                </a:path>
              </a:pathLst>
            </a:custGeom>
            <a:solidFill>
              <a:srgbClr val="FF248A">
                <a:alpha val="55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385;p60">
              <a:extLst>
                <a:ext uri="{FF2B5EF4-FFF2-40B4-BE49-F238E27FC236}">
                  <a16:creationId xmlns:a16="http://schemas.microsoft.com/office/drawing/2014/main" id="{50D6D293-8648-5F39-8428-70266036246F}"/>
                </a:ext>
              </a:extLst>
            </p:cNvPr>
            <p:cNvSpPr/>
            <p:nvPr/>
          </p:nvSpPr>
          <p:spPr>
            <a:xfrm>
              <a:off x="7381488" y="1800203"/>
              <a:ext cx="545830" cy="792719"/>
            </a:xfrm>
            <a:custGeom>
              <a:avLst/>
              <a:gdLst/>
              <a:ahLst/>
              <a:cxnLst/>
              <a:rect l="l" t="t" r="r" b="b"/>
              <a:pathLst>
                <a:path w="4205" h="6107" extrusionOk="0">
                  <a:moveTo>
                    <a:pt x="4046" y="20"/>
                  </a:moveTo>
                  <a:cubicBezTo>
                    <a:pt x="4123" y="20"/>
                    <a:pt x="4185" y="82"/>
                    <a:pt x="4185" y="159"/>
                  </a:cubicBezTo>
                  <a:lnTo>
                    <a:pt x="4185" y="3685"/>
                  </a:lnTo>
                  <a:cubicBezTo>
                    <a:pt x="4185" y="3743"/>
                    <a:pt x="4142" y="3786"/>
                    <a:pt x="4103" y="3825"/>
                  </a:cubicBezTo>
                  <a:lnTo>
                    <a:pt x="222" y="6068"/>
                  </a:lnTo>
                  <a:cubicBezTo>
                    <a:pt x="203" y="6068"/>
                    <a:pt x="179" y="6088"/>
                    <a:pt x="159" y="6088"/>
                  </a:cubicBezTo>
                  <a:cubicBezTo>
                    <a:pt x="102" y="6088"/>
                    <a:pt x="20" y="6025"/>
                    <a:pt x="20" y="5948"/>
                  </a:cubicBezTo>
                  <a:lnTo>
                    <a:pt x="20" y="2504"/>
                  </a:lnTo>
                  <a:cubicBezTo>
                    <a:pt x="20" y="2384"/>
                    <a:pt x="82" y="2283"/>
                    <a:pt x="179" y="2225"/>
                  </a:cubicBezTo>
                  <a:lnTo>
                    <a:pt x="3983" y="39"/>
                  </a:lnTo>
                  <a:cubicBezTo>
                    <a:pt x="4003" y="20"/>
                    <a:pt x="4022" y="20"/>
                    <a:pt x="4046" y="20"/>
                  </a:cubicBezTo>
                  <a:close/>
                  <a:moveTo>
                    <a:pt x="4046" y="1"/>
                  </a:moveTo>
                  <a:cubicBezTo>
                    <a:pt x="4022" y="1"/>
                    <a:pt x="3983" y="1"/>
                    <a:pt x="3964" y="20"/>
                  </a:cubicBezTo>
                  <a:lnTo>
                    <a:pt x="179" y="2201"/>
                  </a:lnTo>
                  <a:cubicBezTo>
                    <a:pt x="82" y="2263"/>
                    <a:pt x="1" y="2384"/>
                    <a:pt x="1" y="2504"/>
                  </a:cubicBezTo>
                  <a:lnTo>
                    <a:pt x="1" y="5948"/>
                  </a:lnTo>
                  <a:cubicBezTo>
                    <a:pt x="1" y="6025"/>
                    <a:pt x="82" y="6107"/>
                    <a:pt x="159" y="6107"/>
                  </a:cubicBezTo>
                  <a:cubicBezTo>
                    <a:pt x="179" y="6107"/>
                    <a:pt x="222" y="6088"/>
                    <a:pt x="241" y="6088"/>
                  </a:cubicBezTo>
                  <a:lnTo>
                    <a:pt x="4103" y="3844"/>
                  </a:lnTo>
                  <a:cubicBezTo>
                    <a:pt x="4166" y="3806"/>
                    <a:pt x="4204" y="3743"/>
                    <a:pt x="4204" y="3685"/>
                  </a:cubicBezTo>
                  <a:lnTo>
                    <a:pt x="4204" y="159"/>
                  </a:lnTo>
                  <a:cubicBezTo>
                    <a:pt x="4204" y="63"/>
                    <a:pt x="4123" y="1"/>
                    <a:pt x="4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386;p60">
              <a:extLst>
                <a:ext uri="{FF2B5EF4-FFF2-40B4-BE49-F238E27FC236}">
                  <a16:creationId xmlns:a16="http://schemas.microsoft.com/office/drawing/2014/main" id="{E407BDBB-1941-5592-1FDD-5F4D7A26134B}"/>
                </a:ext>
              </a:extLst>
            </p:cNvPr>
            <p:cNvSpPr/>
            <p:nvPr/>
          </p:nvSpPr>
          <p:spPr>
            <a:xfrm>
              <a:off x="7675242" y="2021005"/>
              <a:ext cx="33749" cy="33749"/>
            </a:xfrm>
            <a:custGeom>
              <a:avLst/>
              <a:gdLst/>
              <a:ahLst/>
              <a:cxnLst/>
              <a:rect l="l" t="t" r="r" b="b"/>
              <a:pathLst>
                <a:path w="260" h="260" extrusionOk="0">
                  <a:moveTo>
                    <a:pt x="260" y="0"/>
                  </a:moveTo>
                  <a:lnTo>
                    <a:pt x="1" y="140"/>
                  </a:lnTo>
                  <a:lnTo>
                    <a:pt x="1" y="260"/>
                  </a:lnTo>
                  <a:lnTo>
                    <a:pt x="260" y="121"/>
                  </a:lnTo>
                  <a:lnTo>
                    <a:pt x="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387;p60">
              <a:extLst>
                <a:ext uri="{FF2B5EF4-FFF2-40B4-BE49-F238E27FC236}">
                  <a16:creationId xmlns:a16="http://schemas.microsoft.com/office/drawing/2014/main" id="{FA880CE5-F6A9-8FF7-9745-C640B3DB3B1C}"/>
                </a:ext>
              </a:extLst>
            </p:cNvPr>
            <p:cNvSpPr/>
            <p:nvPr/>
          </p:nvSpPr>
          <p:spPr>
            <a:xfrm>
              <a:off x="7638506" y="2044630"/>
              <a:ext cx="31283" cy="31413"/>
            </a:xfrm>
            <a:custGeom>
              <a:avLst/>
              <a:gdLst/>
              <a:ahLst/>
              <a:cxnLst/>
              <a:rect l="l" t="t" r="r" b="b"/>
              <a:pathLst>
                <a:path w="241" h="242" extrusionOk="0">
                  <a:moveTo>
                    <a:pt x="240" y="1"/>
                  </a:moveTo>
                  <a:lnTo>
                    <a:pt x="0" y="121"/>
                  </a:lnTo>
                  <a:lnTo>
                    <a:pt x="0" y="241"/>
                  </a:lnTo>
                  <a:lnTo>
                    <a:pt x="240" y="102"/>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388;p60">
              <a:extLst>
                <a:ext uri="{FF2B5EF4-FFF2-40B4-BE49-F238E27FC236}">
                  <a16:creationId xmlns:a16="http://schemas.microsoft.com/office/drawing/2014/main" id="{C350BF5E-2483-52CB-D89C-B7CA23CAEB0A}"/>
                </a:ext>
              </a:extLst>
            </p:cNvPr>
            <p:cNvSpPr/>
            <p:nvPr/>
          </p:nvSpPr>
          <p:spPr>
            <a:xfrm>
              <a:off x="7719506" y="2005428"/>
              <a:ext cx="15706" cy="23754"/>
            </a:xfrm>
            <a:custGeom>
              <a:avLst/>
              <a:gdLst/>
              <a:ahLst/>
              <a:cxnLst/>
              <a:rect l="l" t="t" r="r" b="b"/>
              <a:pathLst>
                <a:path w="121" h="183" extrusionOk="0">
                  <a:moveTo>
                    <a:pt x="121" y="0"/>
                  </a:moveTo>
                  <a:lnTo>
                    <a:pt x="1" y="82"/>
                  </a:lnTo>
                  <a:lnTo>
                    <a:pt x="1" y="183"/>
                  </a:lnTo>
                  <a:lnTo>
                    <a:pt x="121" y="120"/>
                  </a:lnTo>
                  <a:lnTo>
                    <a:pt x="1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389;p60">
              <a:extLst>
                <a:ext uri="{FF2B5EF4-FFF2-40B4-BE49-F238E27FC236}">
                  <a16:creationId xmlns:a16="http://schemas.microsoft.com/office/drawing/2014/main" id="{4DC9F1BF-8F50-1206-8201-F2417CD96275}"/>
                </a:ext>
              </a:extLst>
            </p:cNvPr>
            <p:cNvSpPr/>
            <p:nvPr/>
          </p:nvSpPr>
          <p:spPr>
            <a:xfrm>
              <a:off x="7742612" y="1971678"/>
              <a:ext cx="51922" cy="44393"/>
            </a:xfrm>
            <a:custGeom>
              <a:avLst/>
              <a:gdLst/>
              <a:ahLst/>
              <a:cxnLst/>
              <a:rect l="l" t="t" r="r" b="b"/>
              <a:pathLst>
                <a:path w="400" h="342" extrusionOk="0">
                  <a:moveTo>
                    <a:pt x="399" y="1"/>
                  </a:moveTo>
                  <a:lnTo>
                    <a:pt x="0" y="222"/>
                  </a:lnTo>
                  <a:lnTo>
                    <a:pt x="0" y="342"/>
                  </a:lnTo>
                  <a:lnTo>
                    <a:pt x="399" y="102"/>
                  </a:lnTo>
                  <a:lnTo>
                    <a:pt x="3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390;p60">
              <a:extLst>
                <a:ext uri="{FF2B5EF4-FFF2-40B4-BE49-F238E27FC236}">
                  <a16:creationId xmlns:a16="http://schemas.microsoft.com/office/drawing/2014/main" id="{942DA73E-9494-D0FC-72A4-6BCFFFA982EE}"/>
                </a:ext>
              </a:extLst>
            </p:cNvPr>
            <p:cNvSpPr/>
            <p:nvPr/>
          </p:nvSpPr>
          <p:spPr>
            <a:xfrm>
              <a:off x="7804919" y="1942991"/>
              <a:ext cx="39461" cy="36994"/>
            </a:xfrm>
            <a:custGeom>
              <a:avLst/>
              <a:gdLst/>
              <a:ahLst/>
              <a:cxnLst/>
              <a:rect l="l" t="t" r="r" b="b"/>
              <a:pathLst>
                <a:path w="304" h="285" extrusionOk="0">
                  <a:moveTo>
                    <a:pt x="303" y="1"/>
                  </a:moveTo>
                  <a:lnTo>
                    <a:pt x="1" y="164"/>
                  </a:lnTo>
                  <a:lnTo>
                    <a:pt x="1" y="284"/>
                  </a:lnTo>
                  <a:lnTo>
                    <a:pt x="303" y="102"/>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391;p60">
              <a:extLst>
                <a:ext uri="{FF2B5EF4-FFF2-40B4-BE49-F238E27FC236}">
                  <a16:creationId xmlns:a16="http://schemas.microsoft.com/office/drawing/2014/main" id="{367F7E99-4583-1FF1-9D29-1E0D5286EECF}"/>
                </a:ext>
              </a:extLst>
            </p:cNvPr>
            <p:cNvSpPr/>
            <p:nvPr/>
          </p:nvSpPr>
          <p:spPr>
            <a:xfrm>
              <a:off x="7797520" y="1911837"/>
              <a:ext cx="38682" cy="39461"/>
            </a:xfrm>
            <a:custGeom>
              <a:avLst/>
              <a:gdLst/>
              <a:ahLst/>
              <a:cxnLst/>
              <a:rect l="l" t="t" r="r" b="b"/>
              <a:pathLst>
                <a:path w="298" h="304" extrusionOk="0">
                  <a:moveTo>
                    <a:pt x="298" y="1"/>
                  </a:moveTo>
                  <a:lnTo>
                    <a:pt x="0" y="183"/>
                  </a:lnTo>
                  <a:lnTo>
                    <a:pt x="0" y="303"/>
                  </a:lnTo>
                  <a:lnTo>
                    <a:pt x="298" y="12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392;p60">
              <a:extLst>
                <a:ext uri="{FF2B5EF4-FFF2-40B4-BE49-F238E27FC236}">
                  <a16:creationId xmlns:a16="http://schemas.microsoft.com/office/drawing/2014/main" id="{5E08506C-36BD-9271-19FF-3A088F96F894}"/>
                </a:ext>
              </a:extLst>
            </p:cNvPr>
            <p:cNvSpPr/>
            <p:nvPr/>
          </p:nvSpPr>
          <p:spPr>
            <a:xfrm>
              <a:off x="7688352" y="1974274"/>
              <a:ext cx="38812" cy="39331"/>
            </a:xfrm>
            <a:custGeom>
              <a:avLst/>
              <a:gdLst/>
              <a:ahLst/>
              <a:cxnLst/>
              <a:rect l="l" t="t" r="r" b="b"/>
              <a:pathLst>
                <a:path w="299" h="303" extrusionOk="0">
                  <a:moveTo>
                    <a:pt x="298" y="0"/>
                  </a:moveTo>
                  <a:lnTo>
                    <a:pt x="0" y="183"/>
                  </a:lnTo>
                  <a:lnTo>
                    <a:pt x="0" y="303"/>
                  </a:lnTo>
                  <a:lnTo>
                    <a:pt x="298" y="120"/>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393;p60">
              <a:extLst>
                <a:ext uri="{FF2B5EF4-FFF2-40B4-BE49-F238E27FC236}">
                  <a16:creationId xmlns:a16="http://schemas.microsoft.com/office/drawing/2014/main" id="{38B4B835-6A41-E3DB-6285-BFB4D1516193}"/>
                </a:ext>
              </a:extLst>
            </p:cNvPr>
            <p:cNvSpPr/>
            <p:nvPr/>
          </p:nvSpPr>
          <p:spPr>
            <a:xfrm>
              <a:off x="7454439" y="2109533"/>
              <a:ext cx="38812" cy="38812"/>
            </a:xfrm>
            <a:custGeom>
              <a:avLst/>
              <a:gdLst/>
              <a:ahLst/>
              <a:cxnLst/>
              <a:rect l="l" t="t" r="r" b="b"/>
              <a:pathLst>
                <a:path w="299" h="299" extrusionOk="0">
                  <a:moveTo>
                    <a:pt x="299" y="1"/>
                  </a:moveTo>
                  <a:lnTo>
                    <a:pt x="1" y="178"/>
                  </a:lnTo>
                  <a:lnTo>
                    <a:pt x="1" y="298"/>
                  </a:lnTo>
                  <a:lnTo>
                    <a:pt x="299" y="121"/>
                  </a:lnTo>
                  <a:lnTo>
                    <a:pt x="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394;p60">
              <a:extLst>
                <a:ext uri="{FF2B5EF4-FFF2-40B4-BE49-F238E27FC236}">
                  <a16:creationId xmlns:a16="http://schemas.microsoft.com/office/drawing/2014/main" id="{42941176-D905-4F60-D3E0-8BD7B54DE21B}"/>
                </a:ext>
              </a:extLst>
            </p:cNvPr>
            <p:cNvSpPr/>
            <p:nvPr/>
          </p:nvSpPr>
          <p:spPr>
            <a:xfrm>
              <a:off x="7862294" y="1909370"/>
              <a:ext cx="38812" cy="36345"/>
            </a:xfrm>
            <a:custGeom>
              <a:avLst/>
              <a:gdLst/>
              <a:ahLst/>
              <a:cxnLst/>
              <a:rect l="l" t="t" r="r" b="b"/>
              <a:pathLst>
                <a:path w="299" h="280" extrusionOk="0">
                  <a:moveTo>
                    <a:pt x="299" y="0"/>
                  </a:moveTo>
                  <a:lnTo>
                    <a:pt x="1" y="159"/>
                  </a:lnTo>
                  <a:lnTo>
                    <a:pt x="1" y="279"/>
                  </a:lnTo>
                  <a:lnTo>
                    <a:pt x="299" y="101"/>
                  </a:lnTo>
                  <a:lnTo>
                    <a:pt x="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395;p60">
              <a:extLst>
                <a:ext uri="{FF2B5EF4-FFF2-40B4-BE49-F238E27FC236}">
                  <a16:creationId xmlns:a16="http://schemas.microsoft.com/office/drawing/2014/main" id="{EEB5C830-7728-9CE4-6CD2-53ED5BE25728}"/>
                </a:ext>
              </a:extLst>
            </p:cNvPr>
            <p:cNvSpPr/>
            <p:nvPr/>
          </p:nvSpPr>
          <p:spPr>
            <a:xfrm>
              <a:off x="7461968" y="2143283"/>
              <a:ext cx="31283" cy="33749"/>
            </a:xfrm>
            <a:custGeom>
              <a:avLst/>
              <a:gdLst/>
              <a:ahLst/>
              <a:cxnLst/>
              <a:rect l="l" t="t" r="r" b="b"/>
              <a:pathLst>
                <a:path w="241" h="260" extrusionOk="0">
                  <a:moveTo>
                    <a:pt x="241" y="0"/>
                  </a:moveTo>
                  <a:lnTo>
                    <a:pt x="1" y="139"/>
                  </a:lnTo>
                  <a:lnTo>
                    <a:pt x="1" y="259"/>
                  </a:lnTo>
                  <a:lnTo>
                    <a:pt x="241" y="120"/>
                  </a:lnTo>
                  <a:lnTo>
                    <a:pt x="2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396;p60">
              <a:extLst>
                <a:ext uri="{FF2B5EF4-FFF2-40B4-BE49-F238E27FC236}">
                  <a16:creationId xmlns:a16="http://schemas.microsoft.com/office/drawing/2014/main" id="{531147B0-20C5-0CE6-8B2D-57DB6CA94E96}"/>
                </a:ext>
              </a:extLst>
            </p:cNvPr>
            <p:cNvSpPr/>
            <p:nvPr/>
          </p:nvSpPr>
          <p:spPr>
            <a:xfrm>
              <a:off x="7503766" y="2127576"/>
              <a:ext cx="18173" cy="26350"/>
            </a:xfrm>
            <a:custGeom>
              <a:avLst/>
              <a:gdLst/>
              <a:ahLst/>
              <a:cxnLst/>
              <a:rect l="l" t="t" r="r" b="b"/>
              <a:pathLst>
                <a:path w="140" h="203" extrusionOk="0">
                  <a:moveTo>
                    <a:pt x="140" y="1"/>
                  </a:moveTo>
                  <a:lnTo>
                    <a:pt x="0" y="83"/>
                  </a:lnTo>
                  <a:lnTo>
                    <a:pt x="0" y="203"/>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397;p60">
              <a:extLst>
                <a:ext uri="{FF2B5EF4-FFF2-40B4-BE49-F238E27FC236}">
                  <a16:creationId xmlns:a16="http://schemas.microsoft.com/office/drawing/2014/main" id="{19DEE2E1-0E8A-85ED-3653-13D4A04FEA21}"/>
                </a:ext>
              </a:extLst>
            </p:cNvPr>
            <p:cNvSpPr/>
            <p:nvPr/>
          </p:nvSpPr>
          <p:spPr>
            <a:xfrm>
              <a:off x="7529338" y="2093956"/>
              <a:ext cx="52441" cy="44393"/>
            </a:xfrm>
            <a:custGeom>
              <a:avLst/>
              <a:gdLst/>
              <a:ahLst/>
              <a:cxnLst/>
              <a:rect l="l" t="t" r="r" b="b"/>
              <a:pathLst>
                <a:path w="404" h="342" extrusionOk="0">
                  <a:moveTo>
                    <a:pt x="404" y="0"/>
                  </a:moveTo>
                  <a:lnTo>
                    <a:pt x="0" y="241"/>
                  </a:lnTo>
                  <a:lnTo>
                    <a:pt x="0" y="342"/>
                  </a:lnTo>
                  <a:lnTo>
                    <a:pt x="404" y="121"/>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398;p60">
              <a:extLst>
                <a:ext uri="{FF2B5EF4-FFF2-40B4-BE49-F238E27FC236}">
                  <a16:creationId xmlns:a16="http://schemas.microsoft.com/office/drawing/2014/main" id="{3668B2CF-6146-A015-033C-07117FF1EA0C}"/>
                </a:ext>
              </a:extLst>
            </p:cNvPr>
            <p:cNvSpPr/>
            <p:nvPr/>
          </p:nvSpPr>
          <p:spPr>
            <a:xfrm>
              <a:off x="7591646" y="2065269"/>
              <a:ext cx="39461" cy="36345"/>
            </a:xfrm>
            <a:custGeom>
              <a:avLst/>
              <a:gdLst/>
              <a:ahLst/>
              <a:cxnLst/>
              <a:rect l="l" t="t" r="r" b="b"/>
              <a:pathLst>
                <a:path w="304" h="280" extrusionOk="0">
                  <a:moveTo>
                    <a:pt x="303" y="1"/>
                  </a:moveTo>
                  <a:lnTo>
                    <a:pt x="1" y="183"/>
                  </a:lnTo>
                  <a:lnTo>
                    <a:pt x="1" y="279"/>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399;p60">
              <a:extLst>
                <a:ext uri="{FF2B5EF4-FFF2-40B4-BE49-F238E27FC236}">
                  <a16:creationId xmlns:a16="http://schemas.microsoft.com/office/drawing/2014/main" id="{A6475F7B-644F-54D8-A4B4-081C9534AC41}"/>
                </a:ext>
              </a:extLst>
            </p:cNvPr>
            <p:cNvSpPr/>
            <p:nvPr/>
          </p:nvSpPr>
          <p:spPr>
            <a:xfrm>
              <a:off x="7599824" y="2089024"/>
              <a:ext cx="31283" cy="33749"/>
            </a:xfrm>
            <a:custGeom>
              <a:avLst/>
              <a:gdLst/>
              <a:ahLst/>
              <a:cxnLst/>
              <a:rect l="l" t="t" r="r" b="b"/>
              <a:pathLst>
                <a:path w="241" h="260" extrusionOk="0">
                  <a:moveTo>
                    <a:pt x="240" y="0"/>
                  </a:moveTo>
                  <a:lnTo>
                    <a:pt x="0" y="139"/>
                  </a:lnTo>
                  <a:lnTo>
                    <a:pt x="0" y="259"/>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400;p60">
              <a:extLst>
                <a:ext uri="{FF2B5EF4-FFF2-40B4-BE49-F238E27FC236}">
                  <a16:creationId xmlns:a16="http://schemas.microsoft.com/office/drawing/2014/main" id="{22189160-C739-05CC-9F6F-F9C9C95D8899}"/>
                </a:ext>
              </a:extLst>
            </p:cNvPr>
            <p:cNvSpPr/>
            <p:nvPr/>
          </p:nvSpPr>
          <p:spPr>
            <a:xfrm>
              <a:off x="7638506" y="2067735"/>
              <a:ext cx="28817" cy="31283"/>
            </a:xfrm>
            <a:custGeom>
              <a:avLst/>
              <a:gdLst/>
              <a:ahLst/>
              <a:cxnLst/>
              <a:rect l="l" t="t" r="r" b="b"/>
              <a:pathLst>
                <a:path w="222" h="241" extrusionOk="0">
                  <a:moveTo>
                    <a:pt x="221" y="1"/>
                  </a:moveTo>
                  <a:lnTo>
                    <a:pt x="0" y="140"/>
                  </a:lnTo>
                  <a:lnTo>
                    <a:pt x="0" y="241"/>
                  </a:lnTo>
                  <a:lnTo>
                    <a:pt x="221" y="121"/>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401;p60">
              <a:extLst>
                <a:ext uri="{FF2B5EF4-FFF2-40B4-BE49-F238E27FC236}">
                  <a16:creationId xmlns:a16="http://schemas.microsoft.com/office/drawing/2014/main" id="{0F286CB8-D93E-984D-6815-9B764B4DB45C}"/>
                </a:ext>
              </a:extLst>
            </p:cNvPr>
            <p:cNvSpPr/>
            <p:nvPr/>
          </p:nvSpPr>
          <p:spPr>
            <a:xfrm>
              <a:off x="7571136" y="2114596"/>
              <a:ext cx="18173" cy="23754"/>
            </a:xfrm>
            <a:custGeom>
              <a:avLst/>
              <a:gdLst/>
              <a:ahLst/>
              <a:cxnLst/>
              <a:rect l="l" t="t" r="r" b="b"/>
              <a:pathLst>
                <a:path w="140" h="183" extrusionOk="0">
                  <a:moveTo>
                    <a:pt x="140" y="0"/>
                  </a:moveTo>
                  <a:lnTo>
                    <a:pt x="0" y="62"/>
                  </a:lnTo>
                  <a:lnTo>
                    <a:pt x="0" y="183"/>
                  </a:lnTo>
                  <a:lnTo>
                    <a:pt x="140" y="101"/>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402;p60">
              <a:extLst>
                <a:ext uri="{FF2B5EF4-FFF2-40B4-BE49-F238E27FC236}">
                  <a16:creationId xmlns:a16="http://schemas.microsoft.com/office/drawing/2014/main" id="{29976AEF-8F25-954B-16B1-F322E111678D}"/>
                </a:ext>
              </a:extLst>
            </p:cNvPr>
            <p:cNvSpPr/>
            <p:nvPr/>
          </p:nvSpPr>
          <p:spPr>
            <a:xfrm>
              <a:off x="7477545" y="2156264"/>
              <a:ext cx="39461" cy="36345"/>
            </a:xfrm>
            <a:custGeom>
              <a:avLst/>
              <a:gdLst/>
              <a:ahLst/>
              <a:cxnLst/>
              <a:rect l="l" t="t" r="r" b="b"/>
              <a:pathLst>
                <a:path w="304" h="280" extrusionOk="0">
                  <a:moveTo>
                    <a:pt x="303" y="1"/>
                  </a:moveTo>
                  <a:lnTo>
                    <a:pt x="1" y="159"/>
                  </a:lnTo>
                  <a:lnTo>
                    <a:pt x="1" y="280"/>
                  </a:lnTo>
                  <a:lnTo>
                    <a:pt x="303" y="102"/>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403;p60">
              <a:extLst>
                <a:ext uri="{FF2B5EF4-FFF2-40B4-BE49-F238E27FC236}">
                  <a16:creationId xmlns:a16="http://schemas.microsoft.com/office/drawing/2014/main" id="{761D1603-2147-6215-DA05-260C6B85274B}"/>
                </a:ext>
              </a:extLst>
            </p:cNvPr>
            <p:cNvSpPr/>
            <p:nvPr/>
          </p:nvSpPr>
          <p:spPr>
            <a:xfrm>
              <a:off x="7813097" y="1966745"/>
              <a:ext cx="31283" cy="33749"/>
            </a:xfrm>
            <a:custGeom>
              <a:avLst/>
              <a:gdLst/>
              <a:ahLst/>
              <a:cxnLst/>
              <a:rect l="l" t="t" r="r" b="b"/>
              <a:pathLst>
                <a:path w="241" h="260" extrusionOk="0">
                  <a:moveTo>
                    <a:pt x="240" y="0"/>
                  </a:moveTo>
                  <a:lnTo>
                    <a:pt x="0" y="140"/>
                  </a:lnTo>
                  <a:lnTo>
                    <a:pt x="0" y="260"/>
                  </a:lnTo>
                  <a:lnTo>
                    <a:pt x="240" y="101"/>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404;p60">
              <a:extLst>
                <a:ext uri="{FF2B5EF4-FFF2-40B4-BE49-F238E27FC236}">
                  <a16:creationId xmlns:a16="http://schemas.microsoft.com/office/drawing/2014/main" id="{48BDF45B-67A0-CD45-3347-08EB38A5E8D2}"/>
                </a:ext>
              </a:extLst>
            </p:cNvPr>
            <p:cNvSpPr/>
            <p:nvPr/>
          </p:nvSpPr>
          <p:spPr>
            <a:xfrm>
              <a:off x="7784410" y="1989851"/>
              <a:ext cx="18173" cy="26221"/>
            </a:xfrm>
            <a:custGeom>
              <a:avLst/>
              <a:gdLst/>
              <a:ahLst/>
              <a:cxnLst/>
              <a:rect l="l" t="t" r="r" b="b"/>
              <a:pathLst>
                <a:path w="140" h="202" extrusionOk="0">
                  <a:moveTo>
                    <a:pt x="140" y="0"/>
                  </a:moveTo>
                  <a:lnTo>
                    <a:pt x="0" y="82"/>
                  </a:lnTo>
                  <a:lnTo>
                    <a:pt x="0" y="202"/>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405;p60">
              <a:extLst>
                <a:ext uri="{FF2B5EF4-FFF2-40B4-BE49-F238E27FC236}">
                  <a16:creationId xmlns:a16="http://schemas.microsoft.com/office/drawing/2014/main" id="{0B6AA826-B15A-FAC2-316B-11157F8ADC62}"/>
                </a:ext>
              </a:extLst>
            </p:cNvPr>
            <p:cNvSpPr/>
            <p:nvPr/>
          </p:nvSpPr>
          <p:spPr>
            <a:xfrm>
              <a:off x="7724569" y="2005428"/>
              <a:ext cx="54258" cy="44393"/>
            </a:xfrm>
            <a:custGeom>
              <a:avLst/>
              <a:gdLst/>
              <a:ahLst/>
              <a:cxnLst/>
              <a:rect l="l" t="t" r="r" b="b"/>
              <a:pathLst>
                <a:path w="418" h="342" extrusionOk="0">
                  <a:moveTo>
                    <a:pt x="418" y="0"/>
                  </a:moveTo>
                  <a:lnTo>
                    <a:pt x="0" y="221"/>
                  </a:lnTo>
                  <a:lnTo>
                    <a:pt x="0" y="341"/>
                  </a:lnTo>
                  <a:lnTo>
                    <a:pt x="418" y="101"/>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406;p60">
              <a:extLst>
                <a:ext uri="{FF2B5EF4-FFF2-40B4-BE49-F238E27FC236}">
                  <a16:creationId xmlns:a16="http://schemas.microsoft.com/office/drawing/2014/main" id="{9767CAF7-8DE8-786F-9F53-138077E6A9C3}"/>
                </a:ext>
              </a:extLst>
            </p:cNvPr>
            <p:cNvSpPr/>
            <p:nvPr/>
          </p:nvSpPr>
          <p:spPr>
            <a:xfrm>
              <a:off x="7675242" y="2067735"/>
              <a:ext cx="33749" cy="33879"/>
            </a:xfrm>
            <a:custGeom>
              <a:avLst/>
              <a:gdLst/>
              <a:ahLst/>
              <a:cxnLst/>
              <a:rect l="l" t="t" r="r" b="b"/>
              <a:pathLst>
                <a:path w="260" h="261" extrusionOk="0">
                  <a:moveTo>
                    <a:pt x="260" y="1"/>
                  </a:moveTo>
                  <a:lnTo>
                    <a:pt x="1" y="164"/>
                  </a:lnTo>
                  <a:lnTo>
                    <a:pt x="1" y="260"/>
                  </a:lnTo>
                  <a:lnTo>
                    <a:pt x="260" y="12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407;p60">
              <a:extLst>
                <a:ext uri="{FF2B5EF4-FFF2-40B4-BE49-F238E27FC236}">
                  <a16:creationId xmlns:a16="http://schemas.microsoft.com/office/drawing/2014/main" id="{D1385852-FDCF-891E-0834-44D0FD3AFE12}"/>
                </a:ext>
              </a:extLst>
            </p:cNvPr>
            <p:cNvSpPr/>
            <p:nvPr/>
          </p:nvSpPr>
          <p:spPr>
            <a:xfrm>
              <a:off x="7638506" y="2091490"/>
              <a:ext cx="31283" cy="31283"/>
            </a:xfrm>
            <a:custGeom>
              <a:avLst/>
              <a:gdLst/>
              <a:ahLst/>
              <a:cxnLst/>
              <a:rect l="l" t="t" r="r" b="b"/>
              <a:pathLst>
                <a:path w="241" h="241" extrusionOk="0">
                  <a:moveTo>
                    <a:pt x="240" y="0"/>
                  </a:moveTo>
                  <a:lnTo>
                    <a:pt x="0" y="140"/>
                  </a:lnTo>
                  <a:lnTo>
                    <a:pt x="0" y="240"/>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2408;p60">
              <a:extLst>
                <a:ext uri="{FF2B5EF4-FFF2-40B4-BE49-F238E27FC236}">
                  <a16:creationId xmlns:a16="http://schemas.microsoft.com/office/drawing/2014/main" id="{4D98DBAC-BD04-6EE8-992A-58FC7082EB72}"/>
                </a:ext>
              </a:extLst>
            </p:cNvPr>
            <p:cNvSpPr/>
            <p:nvPr/>
          </p:nvSpPr>
          <p:spPr>
            <a:xfrm>
              <a:off x="7719506" y="2054625"/>
              <a:ext cx="15706" cy="23884"/>
            </a:xfrm>
            <a:custGeom>
              <a:avLst/>
              <a:gdLst/>
              <a:ahLst/>
              <a:cxnLst/>
              <a:rect l="l" t="t" r="r" b="b"/>
              <a:pathLst>
                <a:path w="121" h="184" extrusionOk="0">
                  <a:moveTo>
                    <a:pt x="121" y="1"/>
                  </a:moveTo>
                  <a:lnTo>
                    <a:pt x="1" y="63"/>
                  </a:lnTo>
                  <a:lnTo>
                    <a:pt x="1" y="183"/>
                  </a:lnTo>
                  <a:lnTo>
                    <a:pt x="121" y="102"/>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2409;p60">
              <a:extLst>
                <a:ext uri="{FF2B5EF4-FFF2-40B4-BE49-F238E27FC236}">
                  <a16:creationId xmlns:a16="http://schemas.microsoft.com/office/drawing/2014/main" id="{5499A35C-C836-9A40-9313-2E11A84CD8A3}"/>
                </a:ext>
              </a:extLst>
            </p:cNvPr>
            <p:cNvSpPr/>
            <p:nvPr/>
          </p:nvSpPr>
          <p:spPr>
            <a:xfrm>
              <a:off x="7742612" y="2018538"/>
              <a:ext cx="51922" cy="46860"/>
            </a:xfrm>
            <a:custGeom>
              <a:avLst/>
              <a:gdLst/>
              <a:ahLst/>
              <a:cxnLst/>
              <a:rect l="l" t="t" r="r" b="b"/>
              <a:pathLst>
                <a:path w="400" h="361" extrusionOk="0">
                  <a:moveTo>
                    <a:pt x="399" y="0"/>
                  </a:moveTo>
                  <a:lnTo>
                    <a:pt x="0" y="240"/>
                  </a:lnTo>
                  <a:lnTo>
                    <a:pt x="0" y="361"/>
                  </a:lnTo>
                  <a:lnTo>
                    <a:pt x="399" y="120"/>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2410;p60">
              <a:extLst>
                <a:ext uri="{FF2B5EF4-FFF2-40B4-BE49-F238E27FC236}">
                  <a16:creationId xmlns:a16="http://schemas.microsoft.com/office/drawing/2014/main" id="{65099276-21CA-6541-9404-F2898A5259B6}"/>
                </a:ext>
              </a:extLst>
            </p:cNvPr>
            <p:cNvSpPr/>
            <p:nvPr/>
          </p:nvSpPr>
          <p:spPr>
            <a:xfrm>
              <a:off x="7804919" y="1989851"/>
              <a:ext cx="39461" cy="36865"/>
            </a:xfrm>
            <a:custGeom>
              <a:avLst/>
              <a:gdLst/>
              <a:ahLst/>
              <a:cxnLst/>
              <a:rect l="l" t="t" r="r" b="b"/>
              <a:pathLst>
                <a:path w="304" h="284" extrusionOk="0">
                  <a:moveTo>
                    <a:pt x="303" y="0"/>
                  </a:moveTo>
                  <a:lnTo>
                    <a:pt x="1" y="183"/>
                  </a:lnTo>
                  <a:lnTo>
                    <a:pt x="1" y="284"/>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2411;p60">
              <a:extLst>
                <a:ext uri="{FF2B5EF4-FFF2-40B4-BE49-F238E27FC236}">
                  <a16:creationId xmlns:a16="http://schemas.microsoft.com/office/drawing/2014/main" id="{4F3FFBE3-A30B-B190-41AE-96603B97EA18}"/>
                </a:ext>
              </a:extLst>
            </p:cNvPr>
            <p:cNvSpPr/>
            <p:nvPr/>
          </p:nvSpPr>
          <p:spPr>
            <a:xfrm>
              <a:off x="7503766" y="2176903"/>
              <a:ext cx="18173" cy="23754"/>
            </a:xfrm>
            <a:custGeom>
              <a:avLst/>
              <a:gdLst/>
              <a:ahLst/>
              <a:cxnLst/>
              <a:rect l="l" t="t" r="r" b="b"/>
              <a:pathLst>
                <a:path w="140" h="183" extrusionOk="0">
                  <a:moveTo>
                    <a:pt x="140" y="0"/>
                  </a:moveTo>
                  <a:lnTo>
                    <a:pt x="0" y="82"/>
                  </a:lnTo>
                  <a:lnTo>
                    <a:pt x="0" y="183"/>
                  </a:lnTo>
                  <a:lnTo>
                    <a:pt x="140" y="121"/>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2412;p60">
              <a:extLst>
                <a:ext uri="{FF2B5EF4-FFF2-40B4-BE49-F238E27FC236}">
                  <a16:creationId xmlns:a16="http://schemas.microsoft.com/office/drawing/2014/main" id="{20D8109F-E6D6-24E8-11FB-79B56667E3E4}"/>
                </a:ext>
              </a:extLst>
            </p:cNvPr>
            <p:cNvSpPr/>
            <p:nvPr/>
          </p:nvSpPr>
          <p:spPr>
            <a:xfrm>
              <a:off x="7529338" y="2140687"/>
              <a:ext cx="52441" cy="46989"/>
            </a:xfrm>
            <a:custGeom>
              <a:avLst/>
              <a:gdLst/>
              <a:ahLst/>
              <a:cxnLst/>
              <a:rect l="l" t="t" r="r" b="b"/>
              <a:pathLst>
                <a:path w="404" h="362" extrusionOk="0">
                  <a:moveTo>
                    <a:pt x="404" y="1"/>
                  </a:moveTo>
                  <a:lnTo>
                    <a:pt x="0" y="241"/>
                  </a:lnTo>
                  <a:lnTo>
                    <a:pt x="0" y="361"/>
                  </a:lnTo>
                  <a:lnTo>
                    <a:pt x="404" y="12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2413;p60">
              <a:extLst>
                <a:ext uri="{FF2B5EF4-FFF2-40B4-BE49-F238E27FC236}">
                  <a16:creationId xmlns:a16="http://schemas.microsoft.com/office/drawing/2014/main" id="{ABA43A07-080E-A82C-AF76-92E219EDC142}"/>
                </a:ext>
              </a:extLst>
            </p:cNvPr>
            <p:cNvSpPr/>
            <p:nvPr/>
          </p:nvSpPr>
          <p:spPr>
            <a:xfrm>
              <a:off x="7591646" y="2112000"/>
              <a:ext cx="39461" cy="39461"/>
            </a:xfrm>
            <a:custGeom>
              <a:avLst/>
              <a:gdLst/>
              <a:ahLst/>
              <a:cxnLst/>
              <a:rect l="l" t="t" r="r" b="b"/>
              <a:pathLst>
                <a:path w="304" h="304" extrusionOk="0">
                  <a:moveTo>
                    <a:pt x="303" y="1"/>
                  </a:moveTo>
                  <a:lnTo>
                    <a:pt x="1" y="183"/>
                  </a:lnTo>
                  <a:lnTo>
                    <a:pt x="1" y="303"/>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2414;p60">
              <a:extLst>
                <a:ext uri="{FF2B5EF4-FFF2-40B4-BE49-F238E27FC236}">
                  <a16:creationId xmlns:a16="http://schemas.microsoft.com/office/drawing/2014/main" id="{68DAB173-5966-A815-5371-B0DE8A0C50D7}"/>
                </a:ext>
              </a:extLst>
            </p:cNvPr>
            <p:cNvSpPr/>
            <p:nvPr/>
          </p:nvSpPr>
          <p:spPr>
            <a:xfrm>
              <a:off x="7599824" y="2138221"/>
              <a:ext cx="31283" cy="33749"/>
            </a:xfrm>
            <a:custGeom>
              <a:avLst/>
              <a:gdLst/>
              <a:ahLst/>
              <a:cxnLst/>
              <a:rect l="l" t="t" r="r" b="b"/>
              <a:pathLst>
                <a:path w="241" h="260" extrusionOk="0">
                  <a:moveTo>
                    <a:pt x="240" y="1"/>
                  </a:moveTo>
                  <a:lnTo>
                    <a:pt x="0" y="140"/>
                  </a:lnTo>
                  <a:lnTo>
                    <a:pt x="0" y="260"/>
                  </a:lnTo>
                  <a:lnTo>
                    <a:pt x="240" y="10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2415;p60">
              <a:extLst>
                <a:ext uri="{FF2B5EF4-FFF2-40B4-BE49-F238E27FC236}">
                  <a16:creationId xmlns:a16="http://schemas.microsoft.com/office/drawing/2014/main" id="{8764B6A0-9F54-2771-0231-B5CBFD5A1C13}"/>
                </a:ext>
              </a:extLst>
            </p:cNvPr>
            <p:cNvSpPr/>
            <p:nvPr/>
          </p:nvSpPr>
          <p:spPr>
            <a:xfrm>
              <a:off x="7638506" y="2117062"/>
              <a:ext cx="28817" cy="31283"/>
            </a:xfrm>
            <a:custGeom>
              <a:avLst/>
              <a:gdLst/>
              <a:ahLst/>
              <a:cxnLst/>
              <a:rect l="l" t="t" r="r" b="b"/>
              <a:pathLst>
                <a:path w="222" h="241" extrusionOk="0">
                  <a:moveTo>
                    <a:pt x="221" y="0"/>
                  </a:moveTo>
                  <a:lnTo>
                    <a:pt x="0" y="120"/>
                  </a:lnTo>
                  <a:lnTo>
                    <a:pt x="0" y="240"/>
                  </a:lnTo>
                  <a:lnTo>
                    <a:pt x="221" y="120"/>
                  </a:lnTo>
                  <a:lnTo>
                    <a:pt x="2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2416;p60">
              <a:extLst>
                <a:ext uri="{FF2B5EF4-FFF2-40B4-BE49-F238E27FC236}">
                  <a16:creationId xmlns:a16="http://schemas.microsoft.com/office/drawing/2014/main" id="{14E83CFC-5122-009A-CA95-7346146FE99D}"/>
                </a:ext>
              </a:extLst>
            </p:cNvPr>
            <p:cNvSpPr/>
            <p:nvPr/>
          </p:nvSpPr>
          <p:spPr>
            <a:xfrm>
              <a:off x="7571136" y="2161326"/>
              <a:ext cx="18173" cy="26350"/>
            </a:xfrm>
            <a:custGeom>
              <a:avLst/>
              <a:gdLst/>
              <a:ahLst/>
              <a:cxnLst/>
              <a:rect l="l" t="t" r="r" b="b"/>
              <a:pathLst>
                <a:path w="140" h="203" extrusionOk="0">
                  <a:moveTo>
                    <a:pt x="140" y="0"/>
                  </a:moveTo>
                  <a:lnTo>
                    <a:pt x="0" y="82"/>
                  </a:lnTo>
                  <a:lnTo>
                    <a:pt x="0" y="202"/>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2417;p60">
              <a:extLst>
                <a:ext uri="{FF2B5EF4-FFF2-40B4-BE49-F238E27FC236}">
                  <a16:creationId xmlns:a16="http://schemas.microsoft.com/office/drawing/2014/main" id="{7C7F7FB0-283B-65E7-272E-20FC8CD17707}"/>
                </a:ext>
              </a:extLst>
            </p:cNvPr>
            <p:cNvSpPr/>
            <p:nvPr/>
          </p:nvSpPr>
          <p:spPr>
            <a:xfrm>
              <a:off x="7448858" y="2221167"/>
              <a:ext cx="39461" cy="36345"/>
            </a:xfrm>
            <a:custGeom>
              <a:avLst/>
              <a:gdLst/>
              <a:ahLst/>
              <a:cxnLst/>
              <a:rect l="l" t="t" r="r" b="b"/>
              <a:pathLst>
                <a:path w="304" h="280" extrusionOk="0">
                  <a:moveTo>
                    <a:pt x="303" y="1"/>
                  </a:moveTo>
                  <a:lnTo>
                    <a:pt x="1" y="159"/>
                  </a:lnTo>
                  <a:lnTo>
                    <a:pt x="1" y="279"/>
                  </a:lnTo>
                  <a:lnTo>
                    <a:pt x="303" y="10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2418;p60">
              <a:extLst>
                <a:ext uri="{FF2B5EF4-FFF2-40B4-BE49-F238E27FC236}">
                  <a16:creationId xmlns:a16="http://schemas.microsoft.com/office/drawing/2014/main" id="{FD4B2C89-F8D6-045C-8898-1B9354A71BB3}"/>
                </a:ext>
              </a:extLst>
            </p:cNvPr>
            <p:cNvSpPr/>
            <p:nvPr/>
          </p:nvSpPr>
          <p:spPr>
            <a:xfrm>
              <a:off x="7724569" y="2052158"/>
              <a:ext cx="54258" cy="46860"/>
            </a:xfrm>
            <a:custGeom>
              <a:avLst/>
              <a:gdLst/>
              <a:ahLst/>
              <a:cxnLst/>
              <a:rect l="l" t="t" r="r" b="b"/>
              <a:pathLst>
                <a:path w="418" h="361"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2419;p60">
              <a:extLst>
                <a:ext uri="{FF2B5EF4-FFF2-40B4-BE49-F238E27FC236}">
                  <a16:creationId xmlns:a16="http://schemas.microsoft.com/office/drawing/2014/main" id="{7D179167-F416-EB2A-5575-4460F9765EB8}"/>
                </a:ext>
              </a:extLst>
            </p:cNvPr>
            <p:cNvSpPr/>
            <p:nvPr/>
          </p:nvSpPr>
          <p:spPr>
            <a:xfrm>
              <a:off x="7675242" y="2089024"/>
              <a:ext cx="38812" cy="38682"/>
            </a:xfrm>
            <a:custGeom>
              <a:avLst/>
              <a:gdLst/>
              <a:ahLst/>
              <a:cxnLst/>
              <a:rect l="l" t="t" r="r" b="b"/>
              <a:pathLst>
                <a:path w="299" h="298" extrusionOk="0">
                  <a:moveTo>
                    <a:pt x="298" y="0"/>
                  </a:moveTo>
                  <a:lnTo>
                    <a:pt x="1" y="178"/>
                  </a:lnTo>
                  <a:lnTo>
                    <a:pt x="1" y="298"/>
                  </a:lnTo>
                  <a:lnTo>
                    <a:pt x="298" y="120"/>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2420;p60">
              <a:extLst>
                <a:ext uri="{FF2B5EF4-FFF2-40B4-BE49-F238E27FC236}">
                  <a16:creationId xmlns:a16="http://schemas.microsoft.com/office/drawing/2014/main" id="{07354269-0FFB-D8AB-ABD5-AEF50B916DA2}"/>
                </a:ext>
              </a:extLst>
            </p:cNvPr>
            <p:cNvSpPr/>
            <p:nvPr/>
          </p:nvSpPr>
          <p:spPr>
            <a:xfrm>
              <a:off x="7599824" y="2163793"/>
              <a:ext cx="31283" cy="34398"/>
            </a:xfrm>
            <a:custGeom>
              <a:avLst/>
              <a:gdLst/>
              <a:ahLst/>
              <a:cxnLst/>
              <a:rect l="l" t="t" r="r" b="b"/>
              <a:pathLst>
                <a:path w="241" h="265" extrusionOk="0">
                  <a:moveTo>
                    <a:pt x="240" y="1"/>
                  </a:moveTo>
                  <a:lnTo>
                    <a:pt x="0" y="145"/>
                  </a:lnTo>
                  <a:lnTo>
                    <a:pt x="0" y="265"/>
                  </a:lnTo>
                  <a:lnTo>
                    <a:pt x="240" y="10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2421;p60">
              <a:extLst>
                <a:ext uri="{FF2B5EF4-FFF2-40B4-BE49-F238E27FC236}">
                  <a16:creationId xmlns:a16="http://schemas.microsoft.com/office/drawing/2014/main" id="{6FDC80F4-CB31-D118-52E4-BF22E326FEC2}"/>
                </a:ext>
              </a:extLst>
            </p:cNvPr>
            <p:cNvSpPr/>
            <p:nvPr/>
          </p:nvSpPr>
          <p:spPr>
            <a:xfrm>
              <a:off x="7638506" y="2143283"/>
              <a:ext cx="28817" cy="31283"/>
            </a:xfrm>
            <a:custGeom>
              <a:avLst/>
              <a:gdLst/>
              <a:ahLst/>
              <a:cxnLst/>
              <a:rect l="l" t="t" r="r" b="b"/>
              <a:pathLst>
                <a:path w="222" h="241" extrusionOk="0">
                  <a:moveTo>
                    <a:pt x="221" y="0"/>
                  </a:moveTo>
                  <a:lnTo>
                    <a:pt x="0" y="120"/>
                  </a:lnTo>
                  <a:lnTo>
                    <a:pt x="0" y="240"/>
                  </a:lnTo>
                  <a:lnTo>
                    <a:pt x="221" y="120"/>
                  </a:lnTo>
                  <a:lnTo>
                    <a:pt x="2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2422;p60">
              <a:extLst>
                <a:ext uri="{FF2B5EF4-FFF2-40B4-BE49-F238E27FC236}">
                  <a16:creationId xmlns:a16="http://schemas.microsoft.com/office/drawing/2014/main" id="{EBA5C83F-6956-EBFB-8BCC-AE8C09E9E20B}"/>
                </a:ext>
              </a:extLst>
            </p:cNvPr>
            <p:cNvSpPr/>
            <p:nvPr/>
          </p:nvSpPr>
          <p:spPr>
            <a:xfrm>
              <a:off x="7571136" y="2187547"/>
              <a:ext cx="18173" cy="23105"/>
            </a:xfrm>
            <a:custGeom>
              <a:avLst/>
              <a:gdLst/>
              <a:ahLst/>
              <a:cxnLst/>
              <a:rect l="l" t="t" r="r" b="b"/>
              <a:pathLst>
                <a:path w="140" h="178" extrusionOk="0">
                  <a:moveTo>
                    <a:pt x="140" y="0"/>
                  </a:moveTo>
                  <a:lnTo>
                    <a:pt x="0" y="82"/>
                  </a:lnTo>
                  <a:lnTo>
                    <a:pt x="0" y="178"/>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2423;p60">
              <a:extLst>
                <a:ext uri="{FF2B5EF4-FFF2-40B4-BE49-F238E27FC236}">
                  <a16:creationId xmlns:a16="http://schemas.microsoft.com/office/drawing/2014/main" id="{6380B6BC-0CF8-6E1F-C5F6-9C2862F975FD}"/>
                </a:ext>
              </a:extLst>
            </p:cNvPr>
            <p:cNvSpPr/>
            <p:nvPr/>
          </p:nvSpPr>
          <p:spPr>
            <a:xfrm>
              <a:off x="7511295" y="2200528"/>
              <a:ext cx="52441" cy="46989"/>
            </a:xfrm>
            <a:custGeom>
              <a:avLst/>
              <a:gdLst/>
              <a:ahLst/>
              <a:cxnLst/>
              <a:rect l="l" t="t" r="r" b="b"/>
              <a:pathLst>
                <a:path w="404" h="362" extrusionOk="0">
                  <a:moveTo>
                    <a:pt x="404" y="1"/>
                  </a:moveTo>
                  <a:lnTo>
                    <a:pt x="0" y="241"/>
                  </a:lnTo>
                  <a:lnTo>
                    <a:pt x="0" y="361"/>
                  </a:lnTo>
                  <a:lnTo>
                    <a:pt x="404" y="12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2424;p60">
              <a:extLst>
                <a:ext uri="{FF2B5EF4-FFF2-40B4-BE49-F238E27FC236}">
                  <a16:creationId xmlns:a16="http://schemas.microsoft.com/office/drawing/2014/main" id="{95DD333C-1103-36DB-3983-8FA4CEDE3414}"/>
                </a:ext>
              </a:extLst>
            </p:cNvPr>
            <p:cNvSpPr/>
            <p:nvPr/>
          </p:nvSpPr>
          <p:spPr>
            <a:xfrm>
              <a:off x="7461968" y="2239211"/>
              <a:ext cx="39461" cy="36994"/>
            </a:xfrm>
            <a:custGeom>
              <a:avLst/>
              <a:gdLst/>
              <a:ahLst/>
              <a:cxnLst/>
              <a:rect l="l" t="t" r="r" b="b"/>
              <a:pathLst>
                <a:path w="304" h="285" extrusionOk="0">
                  <a:moveTo>
                    <a:pt x="303" y="1"/>
                  </a:moveTo>
                  <a:lnTo>
                    <a:pt x="1" y="164"/>
                  </a:lnTo>
                  <a:lnTo>
                    <a:pt x="1" y="284"/>
                  </a:lnTo>
                  <a:lnTo>
                    <a:pt x="303" y="102"/>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2425;p60">
              <a:extLst>
                <a:ext uri="{FF2B5EF4-FFF2-40B4-BE49-F238E27FC236}">
                  <a16:creationId xmlns:a16="http://schemas.microsoft.com/office/drawing/2014/main" id="{2E2B62AC-2AFB-5491-F798-BEF25AE4C530}"/>
                </a:ext>
              </a:extLst>
            </p:cNvPr>
            <p:cNvSpPr/>
            <p:nvPr/>
          </p:nvSpPr>
          <p:spPr>
            <a:xfrm>
              <a:off x="7417704" y="2262965"/>
              <a:ext cx="39461" cy="38812"/>
            </a:xfrm>
            <a:custGeom>
              <a:avLst/>
              <a:gdLst/>
              <a:ahLst/>
              <a:cxnLst/>
              <a:rect l="l" t="t" r="r" b="b"/>
              <a:pathLst>
                <a:path w="304" h="299" extrusionOk="0">
                  <a:moveTo>
                    <a:pt x="303" y="0"/>
                  </a:moveTo>
                  <a:lnTo>
                    <a:pt x="0" y="178"/>
                  </a:lnTo>
                  <a:lnTo>
                    <a:pt x="0" y="298"/>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2426;p60">
              <a:extLst>
                <a:ext uri="{FF2B5EF4-FFF2-40B4-BE49-F238E27FC236}">
                  <a16:creationId xmlns:a16="http://schemas.microsoft.com/office/drawing/2014/main" id="{48DD828A-62E0-1EA3-A8BD-4724067EEF33}"/>
                </a:ext>
              </a:extLst>
            </p:cNvPr>
            <p:cNvSpPr/>
            <p:nvPr/>
          </p:nvSpPr>
          <p:spPr>
            <a:xfrm>
              <a:off x="7813097" y="2039048"/>
              <a:ext cx="31283" cy="34398"/>
            </a:xfrm>
            <a:custGeom>
              <a:avLst/>
              <a:gdLst/>
              <a:ahLst/>
              <a:cxnLst/>
              <a:rect l="l" t="t" r="r" b="b"/>
              <a:pathLst>
                <a:path w="241" h="265" extrusionOk="0">
                  <a:moveTo>
                    <a:pt x="240" y="1"/>
                  </a:moveTo>
                  <a:lnTo>
                    <a:pt x="0" y="145"/>
                  </a:lnTo>
                  <a:lnTo>
                    <a:pt x="0" y="265"/>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2427;p60">
              <a:extLst>
                <a:ext uri="{FF2B5EF4-FFF2-40B4-BE49-F238E27FC236}">
                  <a16:creationId xmlns:a16="http://schemas.microsoft.com/office/drawing/2014/main" id="{F00E99AE-12FA-48AD-F465-C74CAA89E92C}"/>
                </a:ext>
              </a:extLst>
            </p:cNvPr>
            <p:cNvSpPr/>
            <p:nvPr/>
          </p:nvSpPr>
          <p:spPr>
            <a:xfrm>
              <a:off x="7784410" y="2065269"/>
              <a:ext cx="18173" cy="23884"/>
            </a:xfrm>
            <a:custGeom>
              <a:avLst/>
              <a:gdLst/>
              <a:ahLst/>
              <a:cxnLst/>
              <a:rect l="l" t="t" r="r" b="b"/>
              <a:pathLst>
                <a:path w="140" h="184" extrusionOk="0">
                  <a:moveTo>
                    <a:pt x="140" y="1"/>
                  </a:moveTo>
                  <a:lnTo>
                    <a:pt x="0" y="63"/>
                  </a:lnTo>
                  <a:lnTo>
                    <a:pt x="0" y="183"/>
                  </a:lnTo>
                  <a:lnTo>
                    <a:pt x="140" y="10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2428;p60">
              <a:extLst>
                <a:ext uri="{FF2B5EF4-FFF2-40B4-BE49-F238E27FC236}">
                  <a16:creationId xmlns:a16="http://schemas.microsoft.com/office/drawing/2014/main" id="{DC2D4598-5662-7235-19E8-4EE74A2820D5}"/>
                </a:ext>
              </a:extLst>
            </p:cNvPr>
            <p:cNvSpPr/>
            <p:nvPr/>
          </p:nvSpPr>
          <p:spPr>
            <a:xfrm>
              <a:off x="7724569" y="2078379"/>
              <a:ext cx="54258" cy="46860"/>
            </a:xfrm>
            <a:custGeom>
              <a:avLst/>
              <a:gdLst/>
              <a:ahLst/>
              <a:cxnLst/>
              <a:rect l="l" t="t" r="r" b="b"/>
              <a:pathLst>
                <a:path w="418" h="361" extrusionOk="0">
                  <a:moveTo>
                    <a:pt x="418" y="0"/>
                  </a:moveTo>
                  <a:lnTo>
                    <a:pt x="0" y="241"/>
                  </a:lnTo>
                  <a:lnTo>
                    <a:pt x="0" y="361"/>
                  </a:lnTo>
                  <a:lnTo>
                    <a:pt x="418" y="120"/>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2429;p60">
              <a:extLst>
                <a:ext uri="{FF2B5EF4-FFF2-40B4-BE49-F238E27FC236}">
                  <a16:creationId xmlns:a16="http://schemas.microsoft.com/office/drawing/2014/main" id="{DD076B28-7B95-1E94-D0E1-67BDC43C1CC0}"/>
                </a:ext>
              </a:extLst>
            </p:cNvPr>
            <p:cNvSpPr/>
            <p:nvPr/>
          </p:nvSpPr>
          <p:spPr>
            <a:xfrm>
              <a:off x="7675242" y="2143283"/>
              <a:ext cx="33749" cy="33749"/>
            </a:xfrm>
            <a:custGeom>
              <a:avLst/>
              <a:gdLst/>
              <a:ahLst/>
              <a:cxnLst/>
              <a:rect l="l" t="t" r="r" b="b"/>
              <a:pathLst>
                <a:path w="260" h="260" extrusionOk="0">
                  <a:moveTo>
                    <a:pt x="260" y="0"/>
                  </a:moveTo>
                  <a:lnTo>
                    <a:pt x="1" y="139"/>
                  </a:lnTo>
                  <a:lnTo>
                    <a:pt x="1" y="259"/>
                  </a:lnTo>
                  <a:lnTo>
                    <a:pt x="260" y="120"/>
                  </a:lnTo>
                  <a:lnTo>
                    <a:pt x="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2430;p60">
              <a:extLst>
                <a:ext uri="{FF2B5EF4-FFF2-40B4-BE49-F238E27FC236}">
                  <a16:creationId xmlns:a16="http://schemas.microsoft.com/office/drawing/2014/main" id="{D14EFCFD-1D64-7D77-6951-00CBAE9A7BE9}"/>
                </a:ext>
              </a:extLst>
            </p:cNvPr>
            <p:cNvSpPr/>
            <p:nvPr/>
          </p:nvSpPr>
          <p:spPr>
            <a:xfrm>
              <a:off x="7638506" y="2166908"/>
              <a:ext cx="31283" cy="31283"/>
            </a:xfrm>
            <a:custGeom>
              <a:avLst/>
              <a:gdLst/>
              <a:ahLst/>
              <a:cxnLst/>
              <a:rect l="l" t="t" r="r" b="b"/>
              <a:pathLst>
                <a:path w="241" h="241" extrusionOk="0">
                  <a:moveTo>
                    <a:pt x="240" y="1"/>
                  </a:moveTo>
                  <a:lnTo>
                    <a:pt x="0" y="121"/>
                  </a:lnTo>
                  <a:lnTo>
                    <a:pt x="0" y="241"/>
                  </a:lnTo>
                  <a:lnTo>
                    <a:pt x="240" y="97"/>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2431;p60">
              <a:extLst>
                <a:ext uri="{FF2B5EF4-FFF2-40B4-BE49-F238E27FC236}">
                  <a16:creationId xmlns:a16="http://schemas.microsoft.com/office/drawing/2014/main" id="{9956D7A9-CC9E-4C66-478F-A5603667D90C}"/>
                </a:ext>
              </a:extLst>
            </p:cNvPr>
            <p:cNvSpPr/>
            <p:nvPr/>
          </p:nvSpPr>
          <p:spPr>
            <a:xfrm>
              <a:off x="7719506" y="2127576"/>
              <a:ext cx="15706" cy="23884"/>
            </a:xfrm>
            <a:custGeom>
              <a:avLst/>
              <a:gdLst/>
              <a:ahLst/>
              <a:cxnLst/>
              <a:rect l="l" t="t" r="r" b="b"/>
              <a:pathLst>
                <a:path w="121" h="184" extrusionOk="0">
                  <a:moveTo>
                    <a:pt x="121" y="1"/>
                  </a:moveTo>
                  <a:lnTo>
                    <a:pt x="1" y="83"/>
                  </a:lnTo>
                  <a:lnTo>
                    <a:pt x="1" y="183"/>
                  </a:lnTo>
                  <a:lnTo>
                    <a:pt x="121" y="121"/>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2432;p60">
              <a:extLst>
                <a:ext uri="{FF2B5EF4-FFF2-40B4-BE49-F238E27FC236}">
                  <a16:creationId xmlns:a16="http://schemas.microsoft.com/office/drawing/2014/main" id="{50E7EC9E-CC4D-13A4-00E1-CC98DF4FD044}"/>
                </a:ext>
              </a:extLst>
            </p:cNvPr>
            <p:cNvSpPr/>
            <p:nvPr/>
          </p:nvSpPr>
          <p:spPr>
            <a:xfrm>
              <a:off x="7742612" y="2093956"/>
              <a:ext cx="51922" cy="44393"/>
            </a:xfrm>
            <a:custGeom>
              <a:avLst/>
              <a:gdLst/>
              <a:ahLst/>
              <a:cxnLst/>
              <a:rect l="l" t="t" r="r" b="b"/>
              <a:pathLst>
                <a:path w="400" h="342" extrusionOk="0">
                  <a:moveTo>
                    <a:pt x="399" y="0"/>
                  </a:moveTo>
                  <a:lnTo>
                    <a:pt x="0" y="221"/>
                  </a:lnTo>
                  <a:lnTo>
                    <a:pt x="0" y="342"/>
                  </a:lnTo>
                  <a:lnTo>
                    <a:pt x="399" y="101"/>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2433;p60">
              <a:extLst>
                <a:ext uri="{FF2B5EF4-FFF2-40B4-BE49-F238E27FC236}">
                  <a16:creationId xmlns:a16="http://schemas.microsoft.com/office/drawing/2014/main" id="{B2BE61F2-1FBA-F40F-3638-7C4FD8BA1300}"/>
                </a:ext>
              </a:extLst>
            </p:cNvPr>
            <p:cNvSpPr/>
            <p:nvPr/>
          </p:nvSpPr>
          <p:spPr>
            <a:xfrm>
              <a:off x="7825559" y="2052158"/>
              <a:ext cx="39331" cy="39461"/>
            </a:xfrm>
            <a:custGeom>
              <a:avLst/>
              <a:gdLst/>
              <a:ahLst/>
              <a:cxnLst/>
              <a:rect l="l" t="t" r="r" b="b"/>
              <a:pathLst>
                <a:path w="303" h="304" extrusionOk="0">
                  <a:moveTo>
                    <a:pt x="303" y="1"/>
                  </a:moveTo>
                  <a:lnTo>
                    <a:pt x="0" y="183"/>
                  </a:lnTo>
                  <a:lnTo>
                    <a:pt x="0" y="303"/>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2434;p60">
              <a:extLst>
                <a:ext uri="{FF2B5EF4-FFF2-40B4-BE49-F238E27FC236}">
                  <a16:creationId xmlns:a16="http://schemas.microsoft.com/office/drawing/2014/main" id="{D2C61481-A0AB-293D-CADD-8D56D71D43AD}"/>
                </a:ext>
              </a:extLst>
            </p:cNvPr>
            <p:cNvSpPr/>
            <p:nvPr/>
          </p:nvSpPr>
          <p:spPr>
            <a:xfrm>
              <a:off x="7591646" y="2187547"/>
              <a:ext cx="39461" cy="36216"/>
            </a:xfrm>
            <a:custGeom>
              <a:avLst/>
              <a:gdLst/>
              <a:ahLst/>
              <a:cxnLst/>
              <a:rect l="l" t="t" r="r" b="b"/>
              <a:pathLst>
                <a:path w="304" h="279" extrusionOk="0">
                  <a:moveTo>
                    <a:pt x="303" y="0"/>
                  </a:moveTo>
                  <a:lnTo>
                    <a:pt x="1" y="178"/>
                  </a:lnTo>
                  <a:lnTo>
                    <a:pt x="1" y="279"/>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2435;p60">
              <a:extLst>
                <a:ext uri="{FF2B5EF4-FFF2-40B4-BE49-F238E27FC236}">
                  <a16:creationId xmlns:a16="http://schemas.microsoft.com/office/drawing/2014/main" id="{BF101733-2AFA-A2BA-47EB-CC050778232E}"/>
                </a:ext>
              </a:extLst>
            </p:cNvPr>
            <p:cNvSpPr/>
            <p:nvPr/>
          </p:nvSpPr>
          <p:spPr>
            <a:xfrm>
              <a:off x="7599824" y="2210523"/>
              <a:ext cx="31283" cy="34528"/>
            </a:xfrm>
            <a:custGeom>
              <a:avLst/>
              <a:gdLst/>
              <a:ahLst/>
              <a:cxnLst/>
              <a:rect l="l" t="t" r="r" b="b"/>
              <a:pathLst>
                <a:path w="241" h="266" extrusionOk="0">
                  <a:moveTo>
                    <a:pt x="240" y="1"/>
                  </a:moveTo>
                  <a:lnTo>
                    <a:pt x="0" y="145"/>
                  </a:lnTo>
                  <a:lnTo>
                    <a:pt x="0" y="265"/>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2436;p60">
              <a:extLst>
                <a:ext uri="{FF2B5EF4-FFF2-40B4-BE49-F238E27FC236}">
                  <a16:creationId xmlns:a16="http://schemas.microsoft.com/office/drawing/2014/main" id="{7E65A069-0749-4E03-4DB7-0FD87E512C77}"/>
                </a:ext>
              </a:extLst>
            </p:cNvPr>
            <p:cNvSpPr/>
            <p:nvPr/>
          </p:nvSpPr>
          <p:spPr>
            <a:xfrm>
              <a:off x="7638506" y="2190014"/>
              <a:ext cx="28817" cy="31283"/>
            </a:xfrm>
            <a:custGeom>
              <a:avLst/>
              <a:gdLst/>
              <a:ahLst/>
              <a:cxnLst/>
              <a:rect l="l" t="t" r="r" b="b"/>
              <a:pathLst>
                <a:path w="222" h="241" extrusionOk="0">
                  <a:moveTo>
                    <a:pt x="221" y="0"/>
                  </a:moveTo>
                  <a:lnTo>
                    <a:pt x="0" y="140"/>
                  </a:lnTo>
                  <a:lnTo>
                    <a:pt x="0" y="241"/>
                  </a:lnTo>
                  <a:lnTo>
                    <a:pt x="221" y="120"/>
                  </a:lnTo>
                  <a:lnTo>
                    <a:pt x="2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2437;p60">
              <a:extLst>
                <a:ext uri="{FF2B5EF4-FFF2-40B4-BE49-F238E27FC236}">
                  <a16:creationId xmlns:a16="http://schemas.microsoft.com/office/drawing/2014/main" id="{443B49D8-4A53-FB0D-FE91-CD98836D1AEA}"/>
                </a:ext>
              </a:extLst>
            </p:cNvPr>
            <p:cNvSpPr/>
            <p:nvPr/>
          </p:nvSpPr>
          <p:spPr>
            <a:xfrm>
              <a:off x="7571136" y="2236744"/>
              <a:ext cx="18173" cy="23884"/>
            </a:xfrm>
            <a:custGeom>
              <a:avLst/>
              <a:gdLst/>
              <a:ahLst/>
              <a:cxnLst/>
              <a:rect l="l" t="t" r="r" b="b"/>
              <a:pathLst>
                <a:path w="140" h="184" extrusionOk="0">
                  <a:moveTo>
                    <a:pt x="140" y="1"/>
                  </a:moveTo>
                  <a:lnTo>
                    <a:pt x="0" y="63"/>
                  </a:lnTo>
                  <a:lnTo>
                    <a:pt x="0" y="183"/>
                  </a:lnTo>
                  <a:lnTo>
                    <a:pt x="140" y="102"/>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2438;p60">
              <a:extLst>
                <a:ext uri="{FF2B5EF4-FFF2-40B4-BE49-F238E27FC236}">
                  <a16:creationId xmlns:a16="http://schemas.microsoft.com/office/drawing/2014/main" id="{DE789E25-C49C-221E-6CEB-362A5DAB2E73}"/>
                </a:ext>
              </a:extLst>
            </p:cNvPr>
            <p:cNvSpPr/>
            <p:nvPr/>
          </p:nvSpPr>
          <p:spPr>
            <a:xfrm>
              <a:off x="7511295" y="2249855"/>
              <a:ext cx="52441" cy="46860"/>
            </a:xfrm>
            <a:custGeom>
              <a:avLst/>
              <a:gdLst/>
              <a:ahLst/>
              <a:cxnLst/>
              <a:rect l="l" t="t" r="r" b="b"/>
              <a:pathLst>
                <a:path w="404" h="361" extrusionOk="0">
                  <a:moveTo>
                    <a:pt x="404" y="1"/>
                  </a:moveTo>
                  <a:lnTo>
                    <a:pt x="0" y="241"/>
                  </a:lnTo>
                  <a:lnTo>
                    <a:pt x="0" y="361"/>
                  </a:lnTo>
                  <a:lnTo>
                    <a:pt x="404" y="12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2439;p60">
              <a:extLst>
                <a:ext uri="{FF2B5EF4-FFF2-40B4-BE49-F238E27FC236}">
                  <a16:creationId xmlns:a16="http://schemas.microsoft.com/office/drawing/2014/main" id="{8EECD0A1-3029-2BD2-DD35-0D6FF87DE30D}"/>
                </a:ext>
              </a:extLst>
            </p:cNvPr>
            <p:cNvSpPr/>
            <p:nvPr/>
          </p:nvSpPr>
          <p:spPr>
            <a:xfrm>
              <a:off x="7815564" y="2073317"/>
              <a:ext cx="54388" cy="46989"/>
            </a:xfrm>
            <a:custGeom>
              <a:avLst/>
              <a:gdLst/>
              <a:ahLst/>
              <a:cxnLst/>
              <a:rect l="l" t="t" r="r" b="b"/>
              <a:pathLst>
                <a:path w="419" h="362"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2440;p60">
              <a:extLst>
                <a:ext uri="{FF2B5EF4-FFF2-40B4-BE49-F238E27FC236}">
                  <a16:creationId xmlns:a16="http://schemas.microsoft.com/office/drawing/2014/main" id="{744EC53A-287E-4160-C079-6490FDA40DA6}"/>
                </a:ext>
              </a:extLst>
            </p:cNvPr>
            <p:cNvSpPr/>
            <p:nvPr/>
          </p:nvSpPr>
          <p:spPr>
            <a:xfrm>
              <a:off x="7454439" y="2291653"/>
              <a:ext cx="38812" cy="36216"/>
            </a:xfrm>
            <a:custGeom>
              <a:avLst/>
              <a:gdLst/>
              <a:ahLst/>
              <a:cxnLst/>
              <a:rect l="l" t="t" r="r" b="b"/>
              <a:pathLst>
                <a:path w="299" h="279" extrusionOk="0">
                  <a:moveTo>
                    <a:pt x="299" y="0"/>
                  </a:moveTo>
                  <a:lnTo>
                    <a:pt x="1" y="159"/>
                  </a:lnTo>
                  <a:lnTo>
                    <a:pt x="1" y="279"/>
                  </a:lnTo>
                  <a:lnTo>
                    <a:pt x="299" y="96"/>
                  </a:lnTo>
                  <a:lnTo>
                    <a:pt x="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2441;p60">
              <a:extLst>
                <a:ext uri="{FF2B5EF4-FFF2-40B4-BE49-F238E27FC236}">
                  <a16:creationId xmlns:a16="http://schemas.microsoft.com/office/drawing/2014/main" id="{5FB486BF-3FC3-8DB1-15CB-50E6D3CB2B77}"/>
                </a:ext>
              </a:extLst>
            </p:cNvPr>
            <p:cNvSpPr/>
            <p:nvPr/>
          </p:nvSpPr>
          <p:spPr>
            <a:xfrm>
              <a:off x="7724569" y="2127576"/>
              <a:ext cx="54258" cy="44393"/>
            </a:xfrm>
            <a:custGeom>
              <a:avLst/>
              <a:gdLst/>
              <a:ahLst/>
              <a:cxnLst/>
              <a:rect l="l" t="t" r="r" b="b"/>
              <a:pathLst>
                <a:path w="418" h="342" extrusionOk="0">
                  <a:moveTo>
                    <a:pt x="418" y="1"/>
                  </a:moveTo>
                  <a:lnTo>
                    <a:pt x="0" y="222"/>
                  </a:lnTo>
                  <a:lnTo>
                    <a:pt x="0" y="342"/>
                  </a:lnTo>
                  <a:lnTo>
                    <a:pt x="418" y="102"/>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2442;p60">
              <a:extLst>
                <a:ext uri="{FF2B5EF4-FFF2-40B4-BE49-F238E27FC236}">
                  <a16:creationId xmlns:a16="http://schemas.microsoft.com/office/drawing/2014/main" id="{CB626BE9-A9FC-D293-B84A-64D895D124D9}"/>
                </a:ext>
              </a:extLst>
            </p:cNvPr>
            <p:cNvSpPr/>
            <p:nvPr/>
          </p:nvSpPr>
          <p:spPr>
            <a:xfrm>
              <a:off x="7675242" y="2163793"/>
              <a:ext cx="38812" cy="36865"/>
            </a:xfrm>
            <a:custGeom>
              <a:avLst/>
              <a:gdLst/>
              <a:ahLst/>
              <a:cxnLst/>
              <a:rect l="l" t="t" r="r" b="b"/>
              <a:pathLst>
                <a:path w="299" h="284" extrusionOk="0">
                  <a:moveTo>
                    <a:pt x="298" y="1"/>
                  </a:moveTo>
                  <a:lnTo>
                    <a:pt x="1" y="164"/>
                  </a:lnTo>
                  <a:lnTo>
                    <a:pt x="1" y="284"/>
                  </a:lnTo>
                  <a:lnTo>
                    <a:pt x="298" y="10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2443;p60">
              <a:extLst>
                <a:ext uri="{FF2B5EF4-FFF2-40B4-BE49-F238E27FC236}">
                  <a16:creationId xmlns:a16="http://schemas.microsoft.com/office/drawing/2014/main" id="{B70A082D-5364-D2EA-37E9-3E837283B7B9}"/>
                </a:ext>
              </a:extLst>
            </p:cNvPr>
            <p:cNvSpPr/>
            <p:nvPr/>
          </p:nvSpPr>
          <p:spPr>
            <a:xfrm>
              <a:off x="7675242" y="2198062"/>
              <a:ext cx="33749" cy="33879"/>
            </a:xfrm>
            <a:custGeom>
              <a:avLst/>
              <a:gdLst/>
              <a:ahLst/>
              <a:cxnLst/>
              <a:rect l="l" t="t" r="r" b="b"/>
              <a:pathLst>
                <a:path w="260" h="261" extrusionOk="0">
                  <a:moveTo>
                    <a:pt x="260" y="1"/>
                  </a:moveTo>
                  <a:lnTo>
                    <a:pt x="1" y="140"/>
                  </a:lnTo>
                  <a:lnTo>
                    <a:pt x="1" y="260"/>
                  </a:lnTo>
                  <a:lnTo>
                    <a:pt x="260" y="12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2444;p60">
              <a:extLst>
                <a:ext uri="{FF2B5EF4-FFF2-40B4-BE49-F238E27FC236}">
                  <a16:creationId xmlns:a16="http://schemas.microsoft.com/office/drawing/2014/main" id="{517F0F40-18E7-696E-CADA-56DCB592F359}"/>
                </a:ext>
              </a:extLst>
            </p:cNvPr>
            <p:cNvSpPr/>
            <p:nvPr/>
          </p:nvSpPr>
          <p:spPr>
            <a:xfrm>
              <a:off x="7638506" y="2221167"/>
              <a:ext cx="31283" cy="31283"/>
            </a:xfrm>
            <a:custGeom>
              <a:avLst/>
              <a:gdLst/>
              <a:ahLst/>
              <a:cxnLst/>
              <a:rect l="l" t="t" r="r" b="b"/>
              <a:pathLst>
                <a:path w="241" h="241" extrusionOk="0">
                  <a:moveTo>
                    <a:pt x="240" y="1"/>
                  </a:moveTo>
                  <a:lnTo>
                    <a:pt x="0" y="121"/>
                  </a:lnTo>
                  <a:lnTo>
                    <a:pt x="0" y="241"/>
                  </a:lnTo>
                  <a:lnTo>
                    <a:pt x="240" y="10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2445;p60">
              <a:extLst>
                <a:ext uri="{FF2B5EF4-FFF2-40B4-BE49-F238E27FC236}">
                  <a16:creationId xmlns:a16="http://schemas.microsoft.com/office/drawing/2014/main" id="{2354312F-A4B1-84CA-3535-4C56F542FF4A}"/>
                </a:ext>
              </a:extLst>
            </p:cNvPr>
            <p:cNvSpPr/>
            <p:nvPr/>
          </p:nvSpPr>
          <p:spPr>
            <a:xfrm>
              <a:off x="7719506" y="2182485"/>
              <a:ext cx="15706" cy="23235"/>
            </a:xfrm>
            <a:custGeom>
              <a:avLst/>
              <a:gdLst/>
              <a:ahLst/>
              <a:cxnLst/>
              <a:rect l="l" t="t" r="r" b="b"/>
              <a:pathLst>
                <a:path w="121" h="179" extrusionOk="0">
                  <a:moveTo>
                    <a:pt x="121" y="1"/>
                  </a:moveTo>
                  <a:lnTo>
                    <a:pt x="1" y="78"/>
                  </a:lnTo>
                  <a:lnTo>
                    <a:pt x="1" y="178"/>
                  </a:lnTo>
                  <a:lnTo>
                    <a:pt x="121" y="121"/>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2446;p60">
              <a:extLst>
                <a:ext uri="{FF2B5EF4-FFF2-40B4-BE49-F238E27FC236}">
                  <a16:creationId xmlns:a16="http://schemas.microsoft.com/office/drawing/2014/main" id="{4E1C0B0B-2146-D840-EFEB-C2698D55F11C}"/>
                </a:ext>
              </a:extLst>
            </p:cNvPr>
            <p:cNvSpPr/>
            <p:nvPr/>
          </p:nvSpPr>
          <p:spPr>
            <a:xfrm>
              <a:off x="7742612" y="2148216"/>
              <a:ext cx="51922" cy="44393"/>
            </a:xfrm>
            <a:custGeom>
              <a:avLst/>
              <a:gdLst/>
              <a:ahLst/>
              <a:cxnLst/>
              <a:rect l="l" t="t" r="r" b="b"/>
              <a:pathLst>
                <a:path w="400" h="342" extrusionOk="0">
                  <a:moveTo>
                    <a:pt x="399" y="0"/>
                  </a:moveTo>
                  <a:lnTo>
                    <a:pt x="0" y="221"/>
                  </a:lnTo>
                  <a:lnTo>
                    <a:pt x="0" y="342"/>
                  </a:lnTo>
                  <a:lnTo>
                    <a:pt x="399" y="101"/>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2447;p60">
              <a:extLst>
                <a:ext uri="{FF2B5EF4-FFF2-40B4-BE49-F238E27FC236}">
                  <a16:creationId xmlns:a16="http://schemas.microsoft.com/office/drawing/2014/main" id="{D88F9B30-E7C1-EACB-B1E8-86F42D4F10CF}"/>
                </a:ext>
              </a:extLst>
            </p:cNvPr>
            <p:cNvSpPr/>
            <p:nvPr/>
          </p:nvSpPr>
          <p:spPr>
            <a:xfrm>
              <a:off x="7851780" y="2091490"/>
              <a:ext cx="39331" cy="38812"/>
            </a:xfrm>
            <a:custGeom>
              <a:avLst/>
              <a:gdLst/>
              <a:ahLst/>
              <a:cxnLst/>
              <a:rect l="l" t="t" r="r" b="b"/>
              <a:pathLst>
                <a:path w="303" h="299" extrusionOk="0">
                  <a:moveTo>
                    <a:pt x="303" y="0"/>
                  </a:moveTo>
                  <a:lnTo>
                    <a:pt x="0" y="178"/>
                  </a:lnTo>
                  <a:lnTo>
                    <a:pt x="0" y="298"/>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2448;p60">
              <a:extLst>
                <a:ext uri="{FF2B5EF4-FFF2-40B4-BE49-F238E27FC236}">
                  <a16:creationId xmlns:a16="http://schemas.microsoft.com/office/drawing/2014/main" id="{BE6D89FF-3AE3-5DC5-8605-FE4CF46E929A}"/>
                </a:ext>
              </a:extLst>
            </p:cNvPr>
            <p:cNvSpPr/>
            <p:nvPr/>
          </p:nvSpPr>
          <p:spPr>
            <a:xfrm>
              <a:off x="7461968" y="2319691"/>
              <a:ext cx="31283" cy="34398"/>
            </a:xfrm>
            <a:custGeom>
              <a:avLst/>
              <a:gdLst/>
              <a:ahLst/>
              <a:cxnLst/>
              <a:rect l="l" t="t" r="r" b="b"/>
              <a:pathLst>
                <a:path w="241" h="265" extrusionOk="0">
                  <a:moveTo>
                    <a:pt x="241" y="1"/>
                  </a:moveTo>
                  <a:lnTo>
                    <a:pt x="1" y="164"/>
                  </a:lnTo>
                  <a:lnTo>
                    <a:pt x="1" y="265"/>
                  </a:lnTo>
                  <a:lnTo>
                    <a:pt x="241" y="121"/>
                  </a:lnTo>
                  <a:lnTo>
                    <a:pt x="2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2449;p60">
              <a:extLst>
                <a:ext uri="{FF2B5EF4-FFF2-40B4-BE49-F238E27FC236}">
                  <a16:creationId xmlns:a16="http://schemas.microsoft.com/office/drawing/2014/main" id="{9997B19E-3630-59C0-AC5A-EDFB6654E991}"/>
                </a:ext>
              </a:extLst>
            </p:cNvPr>
            <p:cNvSpPr/>
            <p:nvPr/>
          </p:nvSpPr>
          <p:spPr>
            <a:xfrm>
              <a:off x="7415238" y="2348378"/>
              <a:ext cx="33749" cy="33749"/>
            </a:xfrm>
            <a:custGeom>
              <a:avLst/>
              <a:gdLst/>
              <a:ahLst/>
              <a:cxnLst/>
              <a:rect l="l" t="t" r="r" b="b"/>
              <a:pathLst>
                <a:path w="260" h="260" extrusionOk="0">
                  <a:moveTo>
                    <a:pt x="260" y="1"/>
                  </a:moveTo>
                  <a:lnTo>
                    <a:pt x="0" y="140"/>
                  </a:lnTo>
                  <a:lnTo>
                    <a:pt x="0" y="260"/>
                  </a:lnTo>
                  <a:lnTo>
                    <a:pt x="260" y="10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2450;p60">
              <a:extLst>
                <a:ext uri="{FF2B5EF4-FFF2-40B4-BE49-F238E27FC236}">
                  <a16:creationId xmlns:a16="http://schemas.microsoft.com/office/drawing/2014/main" id="{7802FAC1-6112-2BF9-9AE4-BDA34B431FFE}"/>
                </a:ext>
              </a:extLst>
            </p:cNvPr>
            <p:cNvSpPr/>
            <p:nvPr/>
          </p:nvSpPr>
          <p:spPr>
            <a:xfrm>
              <a:off x="7503766" y="2304114"/>
              <a:ext cx="18173" cy="26350"/>
            </a:xfrm>
            <a:custGeom>
              <a:avLst/>
              <a:gdLst/>
              <a:ahLst/>
              <a:cxnLst/>
              <a:rect l="l" t="t" r="r" b="b"/>
              <a:pathLst>
                <a:path w="140" h="203" extrusionOk="0">
                  <a:moveTo>
                    <a:pt x="140" y="0"/>
                  </a:moveTo>
                  <a:lnTo>
                    <a:pt x="0" y="82"/>
                  </a:lnTo>
                  <a:lnTo>
                    <a:pt x="0" y="202"/>
                  </a:lnTo>
                  <a:lnTo>
                    <a:pt x="140" y="121"/>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2451;p60">
              <a:extLst>
                <a:ext uri="{FF2B5EF4-FFF2-40B4-BE49-F238E27FC236}">
                  <a16:creationId xmlns:a16="http://schemas.microsoft.com/office/drawing/2014/main" id="{FE64142B-906F-3BBC-BE04-97A4D616AF6B}"/>
                </a:ext>
              </a:extLst>
            </p:cNvPr>
            <p:cNvSpPr/>
            <p:nvPr/>
          </p:nvSpPr>
          <p:spPr>
            <a:xfrm>
              <a:off x="7529338" y="2270494"/>
              <a:ext cx="52441" cy="44393"/>
            </a:xfrm>
            <a:custGeom>
              <a:avLst/>
              <a:gdLst/>
              <a:ahLst/>
              <a:cxnLst/>
              <a:rect l="l" t="t" r="r" b="b"/>
              <a:pathLst>
                <a:path w="404" h="342" extrusionOk="0">
                  <a:moveTo>
                    <a:pt x="404" y="0"/>
                  </a:moveTo>
                  <a:lnTo>
                    <a:pt x="0" y="240"/>
                  </a:lnTo>
                  <a:lnTo>
                    <a:pt x="0" y="341"/>
                  </a:lnTo>
                  <a:lnTo>
                    <a:pt x="404" y="120"/>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2452;p60">
              <a:extLst>
                <a:ext uri="{FF2B5EF4-FFF2-40B4-BE49-F238E27FC236}">
                  <a16:creationId xmlns:a16="http://schemas.microsoft.com/office/drawing/2014/main" id="{492FC457-EB3F-4148-AE5B-5029DD8484B7}"/>
                </a:ext>
              </a:extLst>
            </p:cNvPr>
            <p:cNvSpPr/>
            <p:nvPr/>
          </p:nvSpPr>
          <p:spPr>
            <a:xfrm>
              <a:off x="7591646" y="2241807"/>
              <a:ext cx="39461" cy="36865"/>
            </a:xfrm>
            <a:custGeom>
              <a:avLst/>
              <a:gdLst/>
              <a:ahLst/>
              <a:cxnLst/>
              <a:rect l="l" t="t" r="r" b="b"/>
              <a:pathLst>
                <a:path w="304" h="284" extrusionOk="0">
                  <a:moveTo>
                    <a:pt x="303" y="0"/>
                  </a:moveTo>
                  <a:lnTo>
                    <a:pt x="1" y="183"/>
                  </a:lnTo>
                  <a:lnTo>
                    <a:pt x="1" y="283"/>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2453;p60">
              <a:extLst>
                <a:ext uri="{FF2B5EF4-FFF2-40B4-BE49-F238E27FC236}">
                  <a16:creationId xmlns:a16="http://schemas.microsoft.com/office/drawing/2014/main" id="{B2B06AB5-F43C-59B7-40BD-8E6929292788}"/>
                </a:ext>
              </a:extLst>
            </p:cNvPr>
            <p:cNvSpPr/>
            <p:nvPr/>
          </p:nvSpPr>
          <p:spPr>
            <a:xfrm>
              <a:off x="7599824" y="2265432"/>
              <a:ext cx="31283" cy="33879"/>
            </a:xfrm>
            <a:custGeom>
              <a:avLst/>
              <a:gdLst/>
              <a:ahLst/>
              <a:cxnLst/>
              <a:rect l="l" t="t" r="r" b="b"/>
              <a:pathLst>
                <a:path w="241" h="261" extrusionOk="0">
                  <a:moveTo>
                    <a:pt x="240" y="1"/>
                  </a:moveTo>
                  <a:lnTo>
                    <a:pt x="0" y="140"/>
                  </a:lnTo>
                  <a:lnTo>
                    <a:pt x="0" y="260"/>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2454;p60">
              <a:extLst>
                <a:ext uri="{FF2B5EF4-FFF2-40B4-BE49-F238E27FC236}">
                  <a16:creationId xmlns:a16="http://schemas.microsoft.com/office/drawing/2014/main" id="{9027036D-BDB4-D969-8496-4B24C224B339}"/>
                </a:ext>
              </a:extLst>
            </p:cNvPr>
            <p:cNvSpPr/>
            <p:nvPr/>
          </p:nvSpPr>
          <p:spPr>
            <a:xfrm>
              <a:off x="7651487" y="2236744"/>
              <a:ext cx="28817" cy="31283"/>
            </a:xfrm>
            <a:custGeom>
              <a:avLst/>
              <a:gdLst/>
              <a:ahLst/>
              <a:cxnLst/>
              <a:rect l="l" t="t" r="r" b="b"/>
              <a:pathLst>
                <a:path w="222" h="241" extrusionOk="0">
                  <a:moveTo>
                    <a:pt x="222" y="1"/>
                  </a:moveTo>
                  <a:lnTo>
                    <a:pt x="1" y="140"/>
                  </a:lnTo>
                  <a:lnTo>
                    <a:pt x="1" y="241"/>
                  </a:lnTo>
                  <a:lnTo>
                    <a:pt x="222" y="121"/>
                  </a:lnTo>
                  <a:lnTo>
                    <a:pt x="2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2455;p60">
              <a:extLst>
                <a:ext uri="{FF2B5EF4-FFF2-40B4-BE49-F238E27FC236}">
                  <a16:creationId xmlns:a16="http://schemas.microsoft.com/office/drawing/2014/main" id="{735B5CF6-23D3-5309-D506-E30600F7EBBD}"/>
                </a:ext>
              </a:extLst>
            </p:cNvPr>
            <p:cNvSpPr/>
            <p:nvPr/>
          </p:nvSpPr>
          <p:spPr>
            <a:xfrm>
              <a:off x="7571136" y="2291653"/>
              <a:ext cx="18173" cy="23235"/>
            </a:xfrm>
            <a:custGeom>
              <a:avLst/>
              <a:gdLst/>
              <a:ahLst/>
              <a:cxnLst/>
              <a:rect l="l" t="t" r="r" b="b"/>
              <a:pathLst>
                <a:path w="140" h="179" extrusionOk="0">
                  <a:moveTo>
                    <a:pt x="140" y="0"/>
                  </a:moveTo>
                  <a:lnTo>
                    <a:pt x="0" y="58"/>
                  </a:lnTo>
                  <a:lnTo>
                    <a:pt x="0" y="178"/>
                  </a:lnTo>
                  <a:lnTo>
                    <a:pt x="140" y="96"/>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2456;p60">
              <a:extLst>
                <a:ext uri="{FF2B5EF4-FFF2-40B4-BE49-F238E27FC236}">
                  <a16:creationId xmlns:a16="http://schemas.microsoft.com/office/drawing/2014/main" id="{323AF1D5-2E78-8E11-BF26-F01732714A65}"/>
                </a:ext>
              </a:extLst>
            </p:cNvPr>
            <p:cNvSpPr/>
            <p:nvPr/>
          </p:nvSpPr>
          <p:spPr>
            <a:xfrm>
              <a:off x="7511295" y="2304114"/>
              <a:ext cx="52441" cy="46860"/>
            </a:xfrm>
            <a:custGeom>
              <a:avLst/>
              <a:gdLst/>
              <a:ahLst/>
              <a:cxnLst/>
              <a:rect l="l" t="t" r="r" b="b"/>
              <a:pathLst>
                <a:path w="404" h="361" extrusionOk="0">
                  <a:moveTo>
                    <a:pt x="404" y="0"/>
                  </a:moveTo>
                  <a:lnTo>
                    <a:pt x="0" y="241"/>
                  </a:lnTo>
                  <a:lnTo>
                    <a:pt x="0" y="361"/>
                  </a:lnTo>
                  <a:lnTo>
                    <a:pt x="404" y="121"/>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2457;p60">
              <a:extLst>
                <a:ext uri="{FF2B5EF4-FFF2-40B4-BE49-F238E27FC236}">
                  <a16:creationId xmlns:a16="http://schemas.microsoft.com/office/drawing/2014/main" id="{E1EA43F6-C355-3815-5C0E-24641996B935}"/>
                </a:ext>
              </a:extLst>
            </p:cNvPr>
            <p:cNvSpPr/>
            <p:nvPr/>
          </p:nvSpPr>
          <p:spPr>
            <a:xfrm>
              <a:off x="7407709" y="2372133"/>
              <a:ext cx="38812" cy="38682"/>
            </a:xfrm>
            <a:custGeom>
              <a:avLst/>
              <a:gdLst/>
              <a:ahLst/>
              <a:cxnLst/>
              <a:rect l="l" t="t" r="r" b="b"/>
              <a:pathLst>
                <a:path w="299" h="298" extrusionOk="0">
                  <a:moveTo>
                    <a:pt x="298" y="0"/>
                  </a:moveTo>
                  <a:lnTo>
                    <a:pt x="1" y="178"/>
                  </a:lnTo>
                  <a:lnTo>
                    <a:pt x="1" y="298"/>
                  </a:lnTo>
                  <a:lnTo>
                    <a:pt x="298" y="120"/>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2458;p60">
              <a:extLst>
                <a:ext uri="{FF2B5EF4-FFF2-40B4-BE49-F238E27FC236}">
                  <a16:creationId xmlns:a16="http://schemas.microsoft.com/office/drawing/2014/main" id="{82F83CE7-1E87-57FF-C5BA-C938DD3ED417}"/>
                </a:ext>
              </a:extLst>
            </p:cNvPr>
            <p:cNvSpPr/>
            <p:nvPr/>
          </p:nvSpPr>
          <p:spPr>
            <a:xfrm>
              <a:off x="7813097" y="2143283"/>
              <a:ext cx="31283" cy="33749"/>
            </a:xfrm>
            <a:custGeom>
              <a:avLst/>
              <a:gdLst/>
              <a:ahLst/>
              <a:cxnLst/>
              <a:rect l="l" t="t" r="r" b="b"/>
              <a:pathLst>
                <a:path w="241" h="260" extrusionOk="0">
                  <a:moveTo>
                    <a:pt x="240" y="0"/>
                  </a:moveTo>
                  <a:lnTo>
                    <a:pt x="0" y="139"/>
                  </a:lnTo>
                  <a:lnTo>
                    <a:pt x="0" y="259"/>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2459;p60">
              <a:extLst>
                <a:ext uri="{FF2B5EF4-FFF2-40B4-BE49-F238E27FC236}">
                  <a16:creationId xmlns:a16="http://schemas.microsoft.com/office/drawing/2014/main" id="{7FC1AF37-7D72-D947-0E42-3BDFD04ECE66}"/>
                </a:ext>
              </a:extLst>
            </p:cNvPr>
            <p:cNvSpPr/>
            <p:nvPr/>
          </p:nvSpPr>
          <p:spPr>
            <a:xfrm>
              <a:off x="7867357" y="2112000"/>
              <a:ext cx="31283" cy="33879"/>
            </a:xfrm>
            <a:custGeom>
              <a:avLst/>
              <a:gdLst/>
              <a:ahLst/>
              <a:cxnLst/>
              <a:rect l="l" t="t" r="r" b="b"/>
              <a:pathLst>
                <a:path w="241" h="261" extrusionOk="0">
                  <a:moveTo>
                    <a:pt x="240" y="1"/>
                  </a:moveTo>
                  <a:lnTo>
                    <a:pt x="0" y="140"/>
                  </a:lnTo>
                  <a:lnTo>
                    <a:pt x="0" y="260"/>
                  </a:lnTo>
                  <a:lnTo>
                    <a:pt x="240" y="102"/>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2460;p60">
              <a:extLst>
                <a:ext uri="{FF2B5EF4-FFF2-40B4-BE49-F238E27FC236}">
                  <a16:creationId xmlns:a16="http://schemas.microsoft.com/office/drawing/2014/main" id="{AA19FFA6-61B7-36B1-18BF-1B2D7328CFD9}"/>
                </a:ext>
              </a:extLst>
            </p:cNvPr>
            <p:cNvSpPr/>
            <p:nvPr/>
          </p:nvSpPr>
          <p:spPr>
            <a:xfrm>
              <a:off x="7784410" y="2166908"/>
              <a:ext cx="18173" cy="25701"/>
            </a:xfrm>
            <a:custGeom>
              <a:avLst/>
              <a:gdLst/>
              <a:ahLst/>
              <a:cxnLst/>
              <a:rect l="l" t="t" r="r" b="b"/>
              <a:pathLst>
                <a:path w="140" h="198" extrusionOk="0">
                  <a:moveTo>
                    <a:pt x="140" y="1"/>
                  </a:moveTo>
                  <a:lnTo>
                    <a:pt x="0" y="77"/>
                  </a:lnTo>
                  <a:lnTo>
                    <a:pt x="0" y="198"/>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2461;p60">
              <a:extLst>
                <a:ext uri="{FF2B5EF4-FFF2-40B4-BE49-F238E27FC236}">
                  <a16:creationId xmlns:a16="http://schemas.microsoft.com/office/drawing/2014/main" id="{39EBFC54-CDA4-3251-3C52-38B99542214E}"/>
                </a:ext>
              </a:extLst>
            </p:cNvPr>
            <p:cNvSpPr/>
            <p:nvPr/>
          </p:nvSpPr>
          <p:spPr>
            <a:xfrm>
              <a:off x="7724569" y="2182485"/>
              <a:ext cx="54258" cy="43744"/>
            </a:xfrm>
            <a:custGeom>
              <a:avLst/>
              <a:gdLst/>
              <a:ahLst/>
              <a:cxnLst/>
              <a:rect l="l" t="t" r="r" b="b"/>
              <a:pathLst>
                <a:path w="418" h="337" extrusionOk="0">
                  <a:moveTo>
                    <a:pt x="418" y="1"/>
                  </a:moveTo>
                  <a:lnTo>
                    <a:pt x="0" y="217"/>
                  </a:lnTo>
                  <a:lnTo>
                    <a:pt x="0" y="337"/>
                  </a:lnTo>
                  <a:lnTo>
                    <a:pt x="418" y="97"/>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2462;p60">
              <a:extLst>
                <a:ext uri="{FF2B5EF4-FFF2-40B4-BE49-F238E27FC236}">
                  <a16:creationId xmlns:a16="http://schemas.microsoft.com/office/drawing/2014/main" id="{67AA8794-0CDF-CB10-60BC-C3DD91252E0D}"/>
                </a:ext>
              </a:extLst>
            </p:cNvPr>
            <p:cNvSpPr/>
            <p:nvPr/>
          </p:nvSpPr>
          <p:spPr>
            <a:xfrm>
              <a:off x="7675242" y="2247388"/>
              <a:ext cx="33749" cy="31283"/>
            </a:xfrm>
            <a:custGeom>
              <a:avLst/>
              <a:gdLst/>
              <a:ahLst/>
              <a:cxnLst/>
              <a:rect l="l" t="t" r="r" b="b"/>
              <a:pathLst>
                <a:path w="260" h="241" extrusionOk="0">
                  <a:moveTo>
                    <a:pt x="260" y="0"/>
                  </a:moveTo>
                  <a:lnTo>
                    <a:pt x="1" y="140"/>
                  </a:lnTo>
                  <a:lnTo>
                    <a:pt x="1" y="240"/>
                  </a:lnTo>
                  <a:lnTo>
                    <a:pt x="260" y="101"/>
                  </a:lnTo>
                  <a:lnTo>
                    <a:pt x="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2463;p60">
              <a:extLst>
                <a:ext uri="{FF2B5EF4-FFF2-40B4-BE49-F238E27FC236}">
                  <a16:creationId xmlns:a16="http://schemas.microsoft.com/office/drawing/2014/main" id="{5044A956-841B-3B3E-C300-39F6B3276F11}"/>
                </a:ext>
              </a:extLst>
            </p:cNvPr>
            <p:cNvSpPr/>
            <p:nvPr/>
          </p:nvSpPr>
          <p:spPr>
            <a:xfrm>
              <a:off x="7638506" y="2267898"/>
              <a:ext cx="31283" cy="31413"/>
            </a:xfrm>
            <a:custGeom>
              <a:avLst/>
              <a:gdLst/>
              <a:ahLst/>
              <a:cxnLst/>
              <a:rect l="l" t="t" r="r" b="b"/>
              <a:pathLst>
                <a:path w="241" h="242" extrusionOk="0">
                  <a:moveTo>
                    <a:pt x="240" y="1"/>
                  </a:moveTo>
                  <a:lnTo>
                    <a:pt x="0" y="140"/>
                  </a:lnTo>
                  <a:lnTo>
                    <a:pt x="0" y="241"/>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2464;p60">
              <a:extLst>
                <a:ext uri="{FF2B5EF4-FFF2-40B4-BE49-F238E27FC236}">
                  <a16:creationId xmlns:a16="http://schemas.microsoft.com/office/drawing/2014/main" id="{B1D88846-2DB8-4160-A2E7-19FC8283F763}"/>
                </a:ext>
              </a:extLst>
            </p:cNvPr>
            <p:cNvSpPr/>
            <p:nvPr/>
          </p:nvSpPr>
          <p:spPr>
            <a:xfrm>
              <a:off x="7719506" y="2231812"/>
              <a:ext cx="15706" cy="23105"/>
            </a:xfrm>
            <a:custGeom>
              <a:avLst/>
              <a:gdLst/>
              <a:ahLst/>
              <a:cxnLst/>
              <a:rect l="l" t="t" r="r" b="b"/>
              <a:pathLst>
                <a:path w="121" h="178" extrusionOk="0">
                  <a:moveTo>
                    <a:pt x="121" y="0"/>
                  </a:moveTo>
                  <a:lnTo>
                    <a:pt x="1" y="58"/>
                  </a:lnTo>
                  <a:lnTo>
                    <a:pt x="1" y="178"/>
                  </a:lnTo>
                  <a:lnTo>
                    <a:pt x="121" y="101"/>
                  </a:lnTo>
                  <a:lnTo>
                    <a:pt x="1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2465;p60">
              <a:extLst>
                <a:ext uri="{FF2B5EF4-FFF2-40B4-BE49-F238E27FC236}">
                  <a16:creationId xmlns:a16="http://schemas.microsoft.com/office/drawing/2014/main" id="{5CAA867A-03B0-9658-7984-A07FF493F382}"/>
                </a:ext>
              </a:extLst>
            </p:cNvPr>
            <p:cNvSpPr/>
            <p:nvPr/>
          </p:nvSpPr>
          <p:spPr>
            <a:xfrm>
              <a:off x="7742612" y="2194946"/>
              <a:ext cx="51922" cy="46989"/>
            </a:xfrm>
            <a:custGeom>
              <a:avLst/>
              <a:gdLst/>
              <a:ahLst/>
              <a:cxnLst/>
              <a:rect l="l" t="t" r="r" b="b"/>
              <a:pathLst>
                <a:path w="400" h="362" extrusionOk="0">
                  <a:moveTo>
                    <a:pt x="399" y="1"/>
                  </a:moveTo>
                  <a:lnTo>
                    <a:pt x="0" y="241"/>
                  </a:lnTo>
                  <a:lnTo>
                    <a:pt x="0" y="361"/>
                  </a:lnTo>
                  <a:lnTo>
                    <a:pt x="399" y="121"/>
                  </a:lnTo>
                  <a:lnTo>
                    <a:pt x="3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2466;p60">
              <a:extLst>
                <a:ext uri="{FF2B5EF4-FFF2-40B4-BE49-F238E27FC236}">
                  <a16:creationId xmlns:a16="http://schemas.microsoft.com/office/drawing/2014/main" id="{D3EF5FDF-3175-F450-38DE-A576EA303B51}"/>
                </a:ext>
              </a:extLst>
            </p:cNvPr>
            <p:cNvSpPr/>
            <p:nvPr/>
          </p:nvSpPr>
          <p:spPr>
            <a:xfrm>
              <a:off x="7804919" y="2166908"/>
              <a:ext cx="39461" cy="38812"/>
            </a:xfrm>
            <a:custGeom>
              <a:avLst/>
              <a:gdLst/>
              <a:ahLst/>
              <a:cxnLst/>
              <a:rect l="l" t="t" r="r" b="b"/>
              <a:pathLst>
                <a:path w="304" h="299" extrusionOk="0">
                  <a:moveTo>
                    <a:pt x="303" y="1"/>
                  </a:moveTo>
                  <a:lnTo>
                    <a:pt x="1" y="178"/>
                  </a:lnTo>
                  <a:lnTo>
                    <a:pt x="1" y="298"/>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2467;p60">
              <a:extLst>
                <a:ext uri="{FF2B5EF4-FFF2-40B4-BE49-F238E27FC236}">
                  <a16:creationId xmlns:a16="http://schemas.microsoft.com/office/drawing/2014/main" id="{5EAC7306-FB99-AD1C-9BD1-6314086BDF1B}"/>
                </a:ext>
              </a:extLst>
            </p:cNvPr>
            <p:cNvSpPr/>
            <p:nvPr/>
          </p:nvSpPr>
          <p:spPr>
            <a:xfrm>
              <a:off x="7423286" y="2392643"/>
              <a:ext cx="33879" cy="31283"/>
            </a:xfrm>
            <a:custGeom>
              <a:avLst/>
              <a:gdLst/>
              <a:ahLst/>
              <a:cxnLst/>
              <a:rect l="l" t="t" r="r" b="b"/>
              <a:pathLst>
                <a:path w="261" h="241" extrusionOk="0">
                  <a:moveTo>
                    <a:pt x="260" y="1"/>
                  </a:moveTo>
                  <a:lnTo>
                    <a:pt x="1" y="140"/>
                  </a:lnTo>
                  <a:lnTo>
                    <a:pt x="1" y="241"/>
                  </a:lnTo>
                  <a:lnTo>
                    <a:pt x="260" y="102"/>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2468;p60">
              <a:extLst>
                <a:ext uri="{FF2B5EF4-FFF2-40B4-BE49-F238E27FC236}">
                  <a16:creationId xmlns:a16="http://schemas.microsoft.com/office/drawing/2014/main" id="{584210F0-3DAC-F794-9717-043E7937C438}"/>
                </a:ext>
              </a:extLst>
            </p:cNvPr>
            <p:cNvSpPr/>
            <p:nvPr/>
          </p:nvSpPr>
          <p:spPr>
            <a:xfrm>
              <a:off x="7529338" y="2319691"/>
              <a:ext cx="52441" cy="44393"/>
            </a:xfrm>
            <a:custGeom>
              <a:avLst/>
              <a:gdLst/>
              <a:ahLst/>
              <a:cxnLst/>
              <a:rect l="l" t="t" r="r" b="b"/>
              <a:pathLst>
                <a:path w="404" h="342" extrusionOk="0">
                  <a:moveTo>
                    <a:pt x="404" y="1"/>
                  </a:moveTo>
                  <a:lnTo>
                    <a:pt x="0" y="222"/>
                  </a:lnTo>
                  <a:lnTo>
                    <a:pt x="0" y="342"/>
                  </a:lnTo>
                  <a:lnTo>
                    <a:pt x="404" y="10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2469;p60">
              <a:extLst>
                <a:ext uri="{FF2B5EF4-FFF2-40B4-BE49-F238E27FC236}">
                  <a16:creationId xmlns:a16="http://schemas.microsoft.com/office/drawing/2014/main" id="{3510534A-AAB8-786D-84D7-B71429CC07EF}"/>
                </a:ext>
              </a:extLst>
            </p:cNvPr>
            <p:cNvSpPr/>
            <p:nvPr/>
          </p:nvSpPr>
          <p:spPr>
            <a:xfrm>
              <a:off x="7591646" y="2291653"/>
              <a:ext cx="39461" cy="36216"/>
            </a:xfrm>
            <a:custGeom>
              <a:avLst/>
              <a:gdLst/>
              <a:ahLst/>
              <a:cxnLst/>
              <a:rect l="l" t="t" r="r" b="b"/>
              <a:pathLst>
                <a:path w="304" h="279" extrusionOk="0">
                  <a:moveTo>
                    <a:pt x="303" y="0"/>
                  </a:moveTo>
                  <a:lnTo>
                    <a:pt x="1" y="159"/>
                  </a:lnTo>
                  <a:lnTo>
                    <a:pt x="1" y="279"/>
                  </a:lnTo>
                  <a:lnTo>
                    <a:pt x="303" y="96"/>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2470;p60">
              <a:extLst>
                <a:ext uri="{FF2B5EF4-FFF2-40B4-BE49-F238E27FC236}">
                  <a16:creationId xmlns:a16="http://schemas.microsoft.com/office/drawing/2014/main" id="{812D2C1C-0DB2-D24F-84DA-65C6B728371C}"/>
                </a:ext>
              </a:extLst>
            </p:cNvPr>
            <p:cNvSpPr/>
            <p:nvPr/>
          </p:nvSpPr>
          <p:spPr>
            <a:xfrm>
              <a:off x="7638506" y="2294119"/>
              <a:ext cx="28817" cy="31283"/>
            </a:xfrm>
            <a:custGeom>
              <a:avLst/>
              <a:gdLst/>
              <a:ahLst/>
              <a:cxnLst/>
              <a:rect l="l" t="t" r="r" b="b"/>
              <a:pathLst>
                <a:path w="222" h="241" extrusionOk="0">
                  <a:moveTo>
                    <a:pt x="221" y="1"/>
                  </a:moveTo>
                  <a:lnTo>
                    <a:pt x="0" y="121"/>
                  </a:lnTo>
                  <a:lnTo>
                    <a:pt x="0" y="241"/>
                  </a:lnTo>
                  <a:lnTo>
                    <a:pt x="221" y="121"/>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2471;p60">
              <a:extLst>
                <a:ext uri="{FF2B5EF4-FFF2-40B4-BE49-F238E27FC236}">
                  <a16:creationId xmlns:a16="http://schemas.microsoft.com/office/drawing/2014/main" id="{E20E96A4-ED30-3A78-4227-7E27488CE512}"/>
                </a:ext>
              </a:extLst>
            </p:cNvPr>
            <p:cNvSpPr/>
            <p:nvPr/>
          </p:nvSpPr>
          <p:spPr>
            <a:xfrm>
              <a:off x="7571136" y="2338383"/>
              <a:ext cx="18173" cy="25701"/>
            </a:xfrm>
            <a:custGeom>
              <a:avLst/>
              <a:gdLst/>
              <a:ahLst/>
              <a:cxnLst/>
              <a:rect l="l" t="t" r="r" b="b"/>
              <a:pathLst>
                <a:path w="140" h="198" extrusionOk="0">
                  <a:moveTo>
                    <a:pt x="140" y="1"/>
                  </a:moveTo>
                  <a:lnTo>
                    <a:pt x="0" y="78"/>
                  </a:lnTo>
                  <a:lnTo>
                    <a:pt x="0" y="198"/>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2472;p60">
              <a:extLst>
                <a:ext uri="{FF2B5EF4-FFF2-40B4-BE49-F238E27FC236}">
                  <a16:creationId xmlns:a16="http://schemas.microsoft.com/office/drawing/2014/main" id="{735064C0-6D47-A561-721F-666E031C21FA}"/>
                </a:ext>
              </a:extLst>
            </p:cNvPr>
            <p:cNvSpPr/>
            <p:nvPr/>
          </p:nvSpPr>
          <p:spPr>
            <a:xfrm>
              <a:off x="7511295" y="2353960"/>
              <a:ext cx="52441" cy="43874"/>
            </a:xfrm>
            <a:custGeom>
              <a:avLst/>
              <a:gdLst/>
              <a:ahLst/>
              <a:cxnLst/>
              <a:rect l="l" t="t" r="r" b="b"/>
              <a:pathLst>
                <a:path w="404" h="338" extrusionOk="0">
                  <a:moveTo>
                    <a:pt x="404" y="1"/>
                  </a:moveTo>
                  <a:lnTo>
                    <a:pt x="0" y="217"/>
                  </a:lnTo>
                  <a:lnTo>
                    <a:pt x="0" y="337"/>
                  </a:lnTo>
                  <a:lnTo>
                    <a:pt x="404" y="97"/>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2473;p60">
              <a:extLst>
                <a:ext uri="{FF2B5EF4-FFF2-40B4-BE49-F238E27FC236}">
                  <a16:creationId xmlns:a16="http://schemas.microsoft.com/office/drawing/2014/main" id="{FB380C01-BE02-FBB3-C903-96BC33796325}"/>
                </a:ext>
              </a:extLst>
            </p:cNvPr>
            <p:cNvSpPr/>
            <p:nvPr/>
          </p:nvSpPr>
          <p:spPr>
            <a:xfrm>
              <a:off x="7466901" y="2387710"/>
              <a:ext cx="39461" cy="36216"/>
            </a:xfrm>
            <a:custGeom>
              <a:avLst/>
              <a:gdLst/>
              <a:ahLst/>
              <a:cxnLst/>
              <a:rect l="l" t="t" r="r" b="b"/>
              <a:pathLst>
                <a:path w="304" h="279" extrusionOk="0">
                  <a:moveTo>
                    <a:pt x="304" y="0"/>
                  </a:moveTo>
                  <a:lnTo>
                    <a:pt x="1" y="159"/>
                  </a:lnTo>
                  <a:lnTo>
                    <a:pt x="1" y="279"/>
                  </a:lnTo>
                  <a:lnTo>
                    <a:pt x="304" y="120"/>
                  </a:lnTo>
                  <a:lnTo>
                    <a:pt x="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2474;p60">
              <a:extLst>
                <a:ext uri="{FF2B5EF4-FFF2-40B4-BE49-F238E27FC236}">
                  <a16:creationId xmlns:a16="http://schemas.microsoft.com/office/drawing/2014/main" id="{0B31745F-8E44-9842-45B0-6C9D679A8FD5}"/>
                </a:ext>
              </a:extLst>
            </p:cNvPr>
            <p:cNvSpPr/>
            <p:nvPr/>
          </p:nvSpPr>
          <p:spPr>
            <a:xfrm>
              <a:off x="7724569" y="2229215"/>
              <a:ext cx="54258" cy="46989"/>
            </a:xfrm>
            <a:custGeom>
              <a:avLst/>
              <a:gdLst/>
              <a:ahLst/>
              <a:cxnLst/>
              <a:rect l="l" t="t" r="r" b="b"/>
              <a:pathLst>
                <a:path w="418" h="362"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2475;p60">
              <a:extLst>
                <a:ext uri="{FF2B5EF4-FFF2-40B4-BE49-F238E27FC236}">
                  <a16:creationId xmlns:a16="http://schemas.microsoft.com/office/drawing/2014/main" id="{A8949CDC-F89E-3A75-E0AD-495600C453A3}"/>
                </a:ext>
              </a:extLst>
            </p:cNvPr>
            <p:cNvSpPr/>
            <p:nvPr/>
          </p:nvSpPr>
          <p:spPr>
            <a:xfrm>
              <a:off x="7675242" y="2265432"/>
              <a:ext cx="38812" cy="38812"/>
            </a:xfrm>
            <a:custGeom>
              <a:avLst/>
              <a:gdLst/>
              <a:ahLst/>
              <a:cxnLst/>
              <a:rect l="l" t="t" r="r" b="b"/>
              <a:pathLst>
                <a:path w="299" h="299" extrusionOk="0">
                  <a:moveTo>
                    <a:pt x="298" y="1"/>
                  </a:moveTo>
                  <a:lnTo>
                    <a:pt x="1" y="178"/>
                  </a:lnTo>
                  <a:lnTo>
                    <a:pt x="1" y="298"/>
                  </a:lnTo>
                  <a:lnTo>
                    <a:pt x="298" y="12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2476;p60">
              <a:extLst>
                <a:ext uri="{FF2B5EF4-FFF2-40B4-BE49-F238E27FC236}">
                  <a16:creationId xmlns:a16="http://schemas.microsoft.com/office/drawing/2014/main" id="{92BCDCD2-26E3-7483-B551-5DE9DCD70CBB}"/>
                </a:ext>
              </a:extLst>
            </p:cNvPr>
            <p:cNvSpPr/>
            <p:nvPr/>
          </p:nvSpPr>
          <p:spPr>
            <a:xfrm>
              <a:off x="7599824" y="2340850"/>
              <a:ext cx="31283" cy="33879"/>
            </a:xfrm>
            <a:custGeom>
              <a:avLst/>
              <a:gdLst/>
              <a:ahLst/>
              <a:cxnLst/>
              <a:rect l="l" t="t" r="r" b="b"/>
              <a:pathLst>
                <a:path w="241" h="261" extrusionOk="0">
                  <a:moveTo>
                    <a:pt x="240" y="1"/>
                  </a:moveTo>
                  <a:lnTo>
                    <a:pt x="0" y="140"/>
                  </a:lnTo>
                  <a:lnTo>
                    <a:pt x="0" y="260"/>
                  </a:lnTo>
                  <a:lnTo>
                    <a:pt x="240" y="102"/>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2477;p60">
              <a:extLst>
                <a:ext uri="{FF2B5EF4-FFF2-40B4-BE49-F238E27FC236}">
                  <a16:creationId xmlns:a16="http://schemas.microsoft.com/office/drawing/2014/main" id="{150D413C-3CC0-AF27-D52B-45D72CE5BF2D}"/>
                </a:ext>
              </a:extLst>
            </p:cNvPr>
            <p:cNvSpPr/>
            <p:nvPr/>
          </p:nvSpPr>
          <p:spPr>
            <a:xfrm>
              <a:off x="7638506" y="2319691"/>
              <a:ext cx="28817" cy="31283"/>
            </a:xfrm>
            <a:custGeom>
              <a:avLst/>
              <a:gdLst/>
              <a:ahLst/>
              <a:cxnLst/>
              <a:rect l="l" t="t" r="r" b="b"/>
              <a:pathLst>
                <a:path w="222" h="241" extrusionOk="0">
                  <a:moveTo>
                    <a:pt x="221" y="1"/>
                  </a:moveTo>
                  <a:lnTo>
                    <a:pt x="0" y="121"/>
                  </a:lnTo>
                  <a:lnTo>
                    <a:pt x="0" y="241"/>
                  </a:lnTo>
                  <a:lnTo>
                    <a:pt x="221" y="121"/>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2478;p60">
              <a:extLst>
                <a:ext uri="{FF2B5EF4-FFF2-40B4-BE49-F238E27FC236}">
                  <a16:creationId xmlns:a16="http://schemas.microsoft.com/office/drawing/2014/main" id="{6A05BFC5-CC5E-4E19-EAA1-1343A93259C7}"/>
                </a:ext>
              </a:extLst>
            </p:cNvPr>
            <p:cNvSpPr/>
            <p:nvPr/>
          </p:nvSpPr>
          <p:spPr>
            <a:xfrm>
              <a:off x="7571136" y="2363955"/>
              <a:ext cx="18173" cy="26350"/>
            </a:xfrm>
            <a:custGeom>
              <a:avLst/>
              <a:gdLst/>
              <a:ahLst/>
              <a:cxnLst/>
              <a:rect l="l" t="t" r="r" b="b"/>
              <a:pathLst>
                <a:path w="140" h="203" extrusionOk="0">
                  <a:moveTo>
                    <a:pt x="140" y="1"/>
                  </a:moveTo>
                  <a:lnTo>
                    <a:pt x="0" y="82"/>
                  </a:lnTo>
                  <a:lnTo>
                    <a:pt x="0" y="202"/>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2479;p60">
              <a:extLst>
                <a:ext uri="{FF2B5EF4-FFF2-40B4-BE49-F238E27FC236}">
                  <a16:creationId xmlns:a16="http://schemas.microsoft.com/office/drawing/2014/main" id="{5A1C627A-F643-2D20-3F85-C82EA87CED23}"/>
                </a:ext>
              </a:extLst>
            </p:cNvPr>
            <p:cNvSpPr/>
            <p:nvPr/>
          </p:nvSpPr>
          <p:spPr>
            <a:xfrm>
              <a:off x="7511295" y="2379532"/>
              <a:ext cx="52441" cy="44393"/>
            </a:xfrm>
            <a:custGeom>
              <a:avLst/>
              <a:gdLst/>
              <a:ahLst/>
              <a:cxnLst/>
              <a:rect l="l" t="t" r="r" b="b"/>
              <a:pathLst>
                <a:path w="404" h="342" extrusionOk="0">
                  <a:moveTo>
                    <a:pt x="404" y="1"/>
                  </a:moveTo>
                  <a:lnTo>
                    <a:pt x="0" y="222"/>
                  </a:lnTo>
                  <a:lnTo>
                    <a:pt x="0" y="342"/>
                  </a:lnTo>
                  <a:lnTo>
                    <a:pt x="404" y="102"/>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2480;p60">
              <a:extLst>
                <a:ext uri="{FF2B5EF4-FFF2-40B4-BE49-F238E27FC236}">
                  <a16:creationId xmlns:a16="http://schemas.microsoft.com/office/drawing/2014/main" id="{2861A589-5FC0-3794-63B7-8D7B416EC131}"/>
                </a:ext>
              </a:extLst>
            </p:cNvPr>
            <p:cNvSpPr/>
            <p:nvPr/>
          </p:nvSpPr>
          <p:spPr>
            <a:xfrm>
              <a:off x="7428348" y="2434441"/>
              <a:ext cx="38682" cy="36345"/>
            </a:xfrm>
            <a:custGeom>
              <a:avLst/>
              <a:gdLst/>
              <a:ahLst/>
              <a:cxnLst/>
              <a:rect l="l" t="t" r="r" b="b"/>
              <a:pathLst>
                <a:path w="298" h="280" extrusionOk="0">
                  <a:moveTo>
                    <a:pt x="298" y="0"/>
                  </a:moveTo>
                  <a:lnTo>
                    <a:pt x="0" y="178"/>
                  </a:lnTo>
                  <a:lnTo>
                    <a:pt x="0" y="279"/>
                  </a:lnTo>
                  <a:lnTo>
                    <a:pt x="298" y="121"/>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2481;p60">
              <a:extLst>
                <a:ext uri="{FF2B5EF4-FFF2-40B4-BE49-F238E27FC236}">
                  <a16:creationId xmlns:a16="http://schemas.microsoft.com/office/drawing/2014/main" id="{E7B34E59-A467-41B9-F147-061607C0409C}"/>
                </a:ext>
              </a:extLst>
            </p:cNvPr>
            <p:cNvSpPr/>
            <p:nvPr/>
          </p:nvSpPr>
          <p:spPr>
            <a:xfrm>
              <a:off x="7836073" y="2203124"/>
              <a:ext cx="31413" cy="33749"/>
            </a:xfrm>
            <a:custGeom>
              <a:avLst/>
              <a:gdLst/>
              <a:ahLst/>
              <a:cxnLst/>
              <a:rect l="l" t="t" r="r" b="b"/>
              <a:pathLst>
                <a:path w="242" h="260" extrusionOk="0">
                  <a:moveTo>
                    <a:pt x="241" y="0"/>
                  </a:moveTo>
                  <a:lnTo>
                    <a:pt x="1" y="140"/>
                  </a:lnTo>
                  <a:lnTo>
                    <a:pt x="1" y="260"/>
                  </a:lnTo>
                  <a:lnTo>
                    <a:pt x="241" y="120"/>
                  </a:lnTo>
                  <a:lnTo>
                    <a:pt x="2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2482;p60">
              <a:extLst>
                <a:ext uri="{FF2B5EF4-FFF2-40B4-BE49-F238E27FC236}">
                  <a16:creationId xmlns:a16="http://schemas.microsoft.com/office/drawing/2014/main" id="{06D3C75D-AAD0-E7ED-556A-59E515690365}"/>
                </a:ext>
              </a:extLst>
            </p:cNvPr>
            <p:cNvSpPr/>
            <p:nvPr/>
          </p:nvSpPr>
          <p:spPr>
            <a:xfrm>
              <a:off x="7784410" y="2241807"/>
              <a:ext cx="18173" cy="23754"/>
            </a:xfrm>
            <a:custGeom>
              <a:avLst/>
              <a:gdLst/>
              <a:ahLst/>
              <a:cxnLst/>
              <a:rect l="l" t="t" r="r" b="b"/>
              <a:pathLst>
                <a:path w="140" h="183" extrusionOk="0">
                  <a:moveTo>
                    <a:pt x="140" y="0"/>
                  </a:moveTo>
                  <a:lnTo>
                    <a:pt x="0" y="82"/>
                  </a:lnTo>
                  <a:lnTo>
                    <a:pt x="0" y="183"/>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2483;p60">
              <a:extLst>
                <a:ext uri="{FF2B5EF4-FFF2-40B4-BE49-F238E27FC236}">
                  <a16:creationId xmlns:a16="http://schemas.microsoft.com/office/drawing/2014/main" id="{F3949C60-439E-5B76-AD60-292013B97D1D}"/>
                </a:ext>
              </a:extLst>
            </p:cNvPr>
            <p:cNvSpPr/>
            <p:nvPr/>
          </p:nvSpPr>
          <p:spPr>
            <a:xfrm>
              <a:off x="7724569" y="2254787"/>
              <a:ext cx="54258" cy="46989"/>
            </a:xfrm>
            <a:custGeom>
              <a:avLst/>
              <a:gdLst/>
              <a:ahLst/>
              <a:cxnLst/>
              <a:rect l="l" t="t" r="r" b="b"/>
              <a:pathLst>
                <a:path w="418" h="362"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2484;p60">
              <a:extLst>
                <a:ext uri="{FF2B5EF4-FFF2-40B4-BE49-F238E27FC236}">
                  <a16:creationId xmlns:a16="http://schemas.microsoft.com/office/drawing/2014/main" id="{FA824CDB-1B68-D348-7967-13C46FDA3ED3}"/>
                </a:ext>
              </a:extLst>
            </p:cNvPr>
            <p:cNvSpPr/>
            <p:nvPr/>
          </p:nvSpPr>
          <p:spPr>
            <a:xfrm>
              <a:off x="7675242" y="2319691"/>
              <a:ext cx="33749" cy="34398"/>
            </a:xfrm>
            <a:custGeom>
              <a:avLst/>
              <a:gdLst/>
              <a:ahLst/>
              <a:cxnLst/>
              <a:rect l="l" t="t" r="r" b="b"/>
              <a:pathLst>
                <a:path w="260" h="265" extrusionOk="0">
                  <a:moveTo>
                    <a:pt x="260" y="1"/>
                  </a:moveTo>
                  <a:lnTo>
                    <a:pt x="1" y="145"/>
                  </a:lnTo>
                  <a:lnTo>
                    <a:pt x="1" y="265"/>
                  </a:lnTo>
                  <a:lnTo>
                    <a:pt x="260" y="12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2485;p60">
              <a:extLst>
                <a:ext uri="{FF2B5EF4-FFF2-40B4-BE49-F238E27FC236}">
                  <a16:creationId xmlns:a16="http://schemas.microsoft.com/office/drawing/2014/main" id="{4361AFD2-56E9-99BE-2878-1FA533A8063F}"/>
                </a:ext>
              </a:extLst>
            </p:cNvPr>
            <p:cNvSpPr/>
            <p:nvPr/>
          </p:nvSpPr>
          <p:spPr>
            <a:xfrm>
              <a:off x="7638506" y="2343446"/>
              <a:ext cx="31283" cy="31283"/>
            </a:xfrm>
            <a:custGeom>
              <a:avLst/>
              <a:gdLst/>
              <a:ahLst/>
              <a:cxnLst/>
              <a:rect l="l" t="t" r="r" b="b"/>
              <a:pathLst>
                <a:path w="241" h="241" extrusionOk="0">
                  <a:moveTo>
                    <a:pt x="240" y="0"/>
                  </a:moveTo>
                  <a:lnTo>
                    <a:pt x="0" y="120"/>
                  </a:lnTo>
                  <a:lnTo>
                    <a:pt x="0" y="240"/>
                  </a:lnTo>
                  <a:lnTo>
                    <a:pt x="240" y="101"/>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2486;p60">
              <a:extLst>
                <a:ext uri="{FF2B5EF4-FFF2-40B4-BE49-F238E27FC236}">
                  <a16:creationId xmlns:a16="http://schemas.microsoft.com/office/drawing/2014/main" id="{7A3D50D7-555E-F70B-090D-F0908C4A3927}"/>
                </a:ext>
              </a:extLst>
            </p:cNvPr>
            <p:cNvSpPr/>
            <p:nvPr/>
          </p:nvSpPr>
          <p:spPr>
            <a:xfrm>
              <a:off x="7719506" y="2304114"/>
              <a:ext cx="15706" cy="23754"/>
            </a:xfrm>
            <a:custGeom>
              <a:avLst/>
              <a:gdLst/>
              <a:ahLst/>
              <a:cxnLst/>
              <a:rect l="l" t="t" r="r" b="b"/>
              <a:pathLst>
                <a:path w="121" h="183" extrusionOk="0">
                  <a:moveTo>
                    <a:pt x="121" y="0"/>
                  </a:moveTo>
                  <a:lnTo>
                    <a:pt x="1" y="82"/>
                  </a:lnTo>
                  <a:lnTo>
                    <a:pt x="1" y="183"/>
                  </a:lnTo>
                  <a:lnTo>
                    <a:pt x="121" y="121"/>
                  </a:lnTo>
                  <a:lnTo>
                    <a:pt x="1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2487;p60">
              <a:extLst>
                <a:ext uri="{FF2B5EF4-FFF2-40B4-BE49-F238E27FC236}">
                  <a16:creationId xmlns:a16="http://schemas.microsoft.com/office/drawing/2014/main" id="{632292FA-FC80-8D19-DE7B-E7EE8A1E67E2}"/>
                </a:ext>
              </a:extLst>
            </p:cNvPr>
            <p:cNvSpPr/>
            <p:nvPr/>
          </p:nvSpPr>
          <p:spPr>
            <a:xfrm>
              <a:off x="7742612" y="2270494"/>
              <a:ext cx="51922" cy="44393"/>
            </a:xfrm>
            <a:custGeom>
              <a:avLst/>
              <a:gdLst/>
              <a:ahLst/>
              <a:cxnLst/>
              <a:rect l="l" t="t" r="r" b="b"/>
              <a:pathLst>
                <a:path w="400" h="342" extrusionOk="0">
                  <a:moveTo>
                    <a:pt x="399" y="0"/>
                  </a:moveTo>
                  <a:lnTo>
                    <a:pt x="0" y="221"/>
                  </a:lnTo>
                  <a:lnTo>
                    <a:pt x="0" y="341"/>
                  </a:lnTo>
                  <a:lnTo>
                    <a:pt x="399" y="101"/>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2488;p60">
              <a:extLst>
                <a:ext uri="{FF2B5EF4-FFF2-40B4-BE49-F238E27FC236}">
                  <a16:creationId xmlns:a16="http://schemas.microsoft.com/office/drawing/2014/main" id="{06C9E9BD-4B84-AB16-2B8B-D14041B6E769}"/>
                </a:ext>
              </a:extLst>
            </p:cNvPr>
            <p:cNvSpPr/>
            <p:nvPr/>
          </p:nvSpPr>
          <p:spPr>
            <a:xfrm>
              <a:off x="7804919" y="2241807"/>
              <a:ext cx="39461" cy="36865"/>
            </a:xfrm>
            <a:custGeom>
              <a:avLst/>
              <a:gdLst/>
              <a:ahLst/>
              <a:cxnLst/>
              <a:rect l="l" t="t" r="r" b="b"/>
              <a:pathLst>
                <a:path w="304" h="284" extrusionOk="0">
                  <a:moveTo>
                    <a:pt x="303" y="0"/>
                  </a:moveTo>
                  <a:lnTo>
                    <a:pt x="1" y="163"/>
                  </a:lnTo>
                  <a:lnTo>
                    <a:pt x="1" y="283"/>
                  </a:lnTo>
                  <a:lnTo>
                    <a:pt x="303" y="101"/>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2489;p60">
              <a:extLst>
                <a:ext uri="{FF2B5EF4-FFF2-40B4-BE49-F238E27FC236}">
                  <a16:creationId xmlns:a16="http://schemas.microsoft.com/office/drawing/2014/main" id="{02137978-A225-07DD-4F5B-DAB9314ECABF}"/>
                </a:ext>
              </a:extLst>
            </p:cNvPr>
            <p:cNvSpPr/>
            <p:nvPr/>
          </p:nvSpPr>
          <p:spPr>
            <a:xfrm>
              <a:off x="7591646" y="2363955"/>
              <a:ext cx="39461" cy="36994"/>
            </a:xfrm>
            <a:custGeom>
              <a:avLst/>
              <a:gdLst/>
              <a:ahLst/>
              <a:cxnLst/>
              <a:rect l="l" t="t" r="r" b="b"/>
              <a:pathLst>
                <a:path w="304" h="285" extrusionOk="0">
                  <a:moveTo>
                    <a:pt x="303" y="1"/>
                  </a:moveTo>
                  <a:lnTo>
                    <a:pt x="1" y="183"/>
                  </a:lnTo>
                  <a:lnTo>
                    <a:pt x="1" y="284"/>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2490;p60">
              <a:extLst>
                <a:ext uri="{FF2B5EF4-FFF2-40B4-BE49-F238E27FC236}">
                  <a16:creationId xmlns:a16="http://schemas.microsoft.com/office/drawing/2014/main" id="{25B02072-DECF-12BD-B70A-854326A8D5FA}"/>
                </a:ext>
              </a:extLst>
            </p:cNvPr>
            <p:cNvSpPr/>
            <p:nvPr/>
          </p:nvSpPr>
          <p:spPr>
            <a:xfrm>
              <a:off x="7599824" y="2387710"/>
              <a:ext cx="31283" cy="33749"/>
            </a:xfrm>
            <a:custGeom>
              <a:avLst/>
              <a:gdLst/>
              <a:ahLst/>
              <a:cxnLst/>
              <a:rect l="l" t="t" r="r" b="b"/>
              <a:pathLst>
                <a:path w="241" h="260" extrusionOk="0">
                  <a:moveTo>
                    <a:pt x="240" y="0"/>
                  </a:moveTo>
                  <a:lnTo>
                    <a:pt x="0" y="159"/>
                  </a:lnTo>
                  <a:lnTo>
                    <a:pt x="0" y="260"/>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2491;p60">
              <a:extLst>
                <a:ext uri="{FF2B5EF4-FFF2-40B4-BE49-F238E27FC236}">
                  <a16:creationId xmlns:a16="http://schemas.microsoft.com/office/drawing/2014/main" id="{7F946A75-378F-DFE7-8A50-29724FC58CE3}"/>
                </a:ext>
              </a:extLst>
            </p:cNvPr>
            <p:cNvSpPr/>
            <p:nvPr/>
          </p:nvSpPr>
          <p:spPr>
            <a:xfrm>
              <a:off x="7638506" y="2369537"/>
              <a:ext cx="28817" cy="31413"/>
            </a:xfrm>
            <a:custGeom>
              <a:avLst/>
              <a:gdLst/>
              <a:ahLst/>
              <a:cxnLst/>
              <a:rect l="l" t="t" r="r" b="b"/>
              <a:pathLst>
                <a:path w="222" h="242" extrusionOk="0">
                  <a:moveTo>
                    <a:pt x="221" y="1"/>
                  </a:moveTo>
                  <a:lnTo>
                    <a:pt x="0" y="121"/>
                  </a:lnTo>
                  <a:lnTo>
                    <a:pt x="0" y="241"/>
                  </a:lnTo>
                  <a:lnTo>
                    <a:pt x="221" y="97"/>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2492;p60">
              <a:extLst>
                <a:ext uri="{FF2B5EF4-FFF2-40B4-BE49-F238E27FC236}">
                  <a16:creationId xmlns:a16="http://schemas.microsoft.com/office/drawing/2014/main" id="{92DE508E-0C75-6D8E-AC0D-4FC09D49C8CB}"/>
                </a:ext>
              </a:extLst>
            </p:cNvPr>
            <p:cNvSpPr/>
            <p:nvPr/>
          </p:nvSpPr>
          <p:spPr>
            <a:xfrm>
              <a:off x="7571136" y="2413282"/>
              <a:ext cx="18173" cy="23754"/>
            </a:xfrm>
            <a:custGeom>
              <a:avLst/>
              <a:gdLst/>
              <a:ahLst/>
              <a:cxnLst/>
              <a:rect l="l" t="t" r="r" b="b"/>
              <a:pathLst>
                <a:path w="140" h="183" extrusionOk="0">
                  <a:moveTo>
                    <a:pt x="140" y="0"/>
                  </a:moveTo>
                  <a:lnTo>
                    <a:pt x="0" y="63"/>
                  </a:lnTo>
                  <a:lnTo>
                    <a:pt x="0" y="183"/>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2493;p60">
              <a:extLst>
                <a:ext uri="{FF2B5EF4-FFF2-40B4-BE49-F238E27FC236}">
                  <a16:creationId xmlns:a16="http://schemas.microsoft.com/office/drawing/2014/main" id="{36EB9689-2765-C442-0303-6E2681F4C88A}"/>
                </a:ext>
              </a:extLst>
            </p:cNvPr>
            <p:cNvSpPr/>
            <p:nvPr/>
          </p:nvSpPr>
          <p:spPr>
            <a:xfrm>
              <a:off x="7511295" y="2426393"/>
              <a:ext cx="52441" cy="46860"/>
            </a:xfrm>
            <a:custGeom>
              <a:avLst/>
              <a:gdLst/>
              <a:ahLst/>
              <a:cxnLst/>
              <a:rect l="l" t="t" r="r" b="b"/>
              <a:pathLst>
                <a:path w="404" h="361" extrusionOk="0">
                  <a:moveTo>
                    <a:pt x="404" y="0"/>
                  </a:moveTo>
                  <a:lnTo>
                    <a:pt x="0" y="240"/>
                  </a:lnTo>
                  <a:lnTo>
                    <a:pt x="0" y="360"/>
                  </a:lnTo>
                  <a:lnTo>
                    <a:pt x="404" y="120"/>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2494;p60">
              <a:extLst>
                <a:ext uri="{FF2B5EF4-FFF2-40B4-BE49-F238E27FC236}">
                  <a16:creationId xmlns:a16="http://schemas.microsoft.com/office/drawing/2014/main" id="{83D71A0F-40DE-FBF7-25BE-7B23415A8EB9}"/>
                </a:ext>
              </a:extLst>
            </p:cNvPr>
            <p:cNvSpPr/>
            <p:nvPr/>
          </p:nvSpPr>
          <p:spPr>
            <a:xfrm>
              <a:off x="7831141" y="2241807"/>
              <a:ext cx="54388" cy="44393"/>
            </a:xfrm>
            <a:custGeom>
              <a:avLst/>
              <a:gdLst/>
              <a:ahLst/>
              <a:cxnLst/>
              <a:rect l="l" t="t" r="r" b="b"/>
              <a:pathLst>
                <a:path w="419" h="342" extrusionOk="0">
                  <a:moveTo>
                    <a:pt x="418" y="0"/>
                  </a:moveTo>
                  <a:lnTo>
                    <a:pt x="1" y="240"/>
                  </a:lnTo>
                  <a:lnTo>
                    <a:pt x="1" y="341"/>
                  </a:lnTo>
                  <a:lnTo>
                    <a:pt x="418" y="120"/>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2495;p60">
              <a:extLst>
                <a:ext uri="{FF2B5EF4-FFF2-40B4-BE49-F238E27FC236}">
                  <a16:creationId xmlns:a16="http://schemas.microsoft.com/office/drawing/2014/main" id="{3FF4A236-F20E-5F37-7CF5-84C76B96AA0F}"/>
                </a:ext>
              </a:extLst>
            </p:cNvPr>
            <p:cNvSpPr/>
            <p:nvPr/>
          </p:nvSpPr>
          <p:spPr>
            <a:xfrm>
              <a:off x="7724569" y="2304114"/>
              <a:ext cx="54258" cy="44393"/>
            </a:xfrm>
            <a:custGeom>
              <a:avLst/>
              <a:gdLst/>
              <a:ahLst/>
              <a:cxnLst/>
              <a:rect l="l" t="t" r="r" b="b"/>
              <a:pathLst>
                <a:path w="418" h="342" extrusionOk="0">
                  <a:moveTo>
                    <a:pt x="418" y="0"/>
                  </a:moveTo>
                  <a:lnTo>
                    <a:pt x="0" y="241"/>
                  </a:lnTo>
                  <a:lnTo>
                    <a:pt x="0" y="342"/>
                  </a:lnTo>
                  <a:lnTo>
                    <a:pt x="418" y="101"/>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2496;p60">
              <a:extLst>
                <a:ext uri="{FF2B5EF4-FFF2-40B4-BE49-F238E27FC236}">
                  <a16:creationId xmlns:a16="http://schemas.microsoft.com/office/drawing/2014/main" id="{03195105-6700-A558-F058-3B2D7F9A8879}"/>
                </a:ext>
              </a:extLst>
            </p:cNvPr>
            <p:cNvSpPr/>
            <p:nvPr/>
          </p:nvSpPr>
          <p:spPr>
            <a:xfrm>
              <a:off x="7675242" y="2340850"/>
              <a:ext cx="38812" cy="36345"/>
            </a:xfrm>
            <a:custGeom>
              <a:avLst/>
              <a:gdLst/>
              <a:ahLst/>
              <a:cxnLst/>
              <a:rect l="l" t="t" r="r" b="b"/>
              <a:pathLst>
                <a:path w="299" h="280" extrusionOk="0">
                  <a:moveTo>
                    <a:pt x="298" y="1"/>
                  </a:moveTo>
                  <a:lnTo>
                    <a:pt x="1" y="179"/>
                  </a:lnTo>
                  <a:lnTo>
                    <a:pt x="1" y="280"/>
                  </a:lnTo>
                  <a:lnTo>
                    <a:pt x="298" y="12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2497;p60">
              <a:extLst>
                <a:ext uri="{FF2B5EF4-FFF2-40B4-BE49-F238E27FC236}">
                  <a16:creationId xmlns:a16="http://schemas.microsoft.com/office/drawing/2014/main" id="{D385C8DF-845F-3458-071D-05389FAA7DED}"/>
                </a:ext>
              </a:extLst>
            </p:cNvPr>
            <p:cNvSpPr/>
            <p:nvPr/>
          </p:nvSpPr>
          <p:spPr>
            <a:xfrm>
              <a:off x="5749549" y="3086722"/>
              <a:ext cx="242086" cy="140449"/>
            </a:xfrm>
            <a:custGeom>
              <a:avLst/>
              <a:gdLst/>
              <a:ahLst/>
              <a:cxnLst/>
              <a:rect l="l" t="t" r="r" b="b"/>
              <a:pathLst>
                <a:path w="1865" h="1082" extrusionOk="0">
                  <a:moveTo>
                    <a:pt x="740" y="1"/>
                  </a:moveTo>
                  <a:lnTo>
                    <a:pt x="1" y="438"/>
                  </a:lnTo>
                  <a:lnTo>
                    <a:pt x="1125" y="1081"/>
                  </a:lnTo>
                  <a:lnTo>
                    <a:pt x="1865" y="639"/>
                  </a:lnTo>
                  <a:lnTo>
                    <a:pt x="740"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2498;p60">
              <a:extLst>
                <a:ext uri="{FF2B5EF4-FFF2-40B4-BE49-F238E27FC236}">
                  <a16:creationId xmlns:a16="http://schemas.microsoft.com/office/drawing/2014/main" id="{E498EA5E-3547-04C7-3EFF-DFD6B13BE2F7}"/>
                </a:ext>
              </a:extLst>
            </p:cNvPr>
            <p:cNvSpPr/>
            <p:nvPr/>
          </p:nvSpPr>
          <p:spPr>
            <a:xfrm>
              <a:off x="5892337" y="3169669"/>
              <a:ext cx="99301" cy="59970"/>
            </a:xfrm>
            <a:custGeom>
              <a:avLst/>
              <a:gdLst/>
              <a:ahLst/>
              <a:cxnLst/>
              <a:rect l="l" t="t" r="r" b="b"/>
              <a:pathLst>
                <a:path w="765" h="462" extrusionOk="0">
                  <a:moveTo>
                    <a:pt x="765" y="0"/>
                  </a:moveTo>
                  <a:lnTo>
                    <a:pt x="1" y="442"/>
                  </a:lnTo>
                  <a:lnTo>
                    <a:pt x="1" y="462"/>
                  </a:lnTo>
                  <a:lnTo>
                    <a:pt x="765" y="20"/>
                  </a:lnTo>
                  <a:lnTo>
                    <a:pt x="765" y="0"/>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2499;p60">
              <a:extLst>
                <a:ext uri="{FF2B5EF4-FFF2-40B4-BE49-F238E27FC236}">
                  <a16:creationId xmlns:a16="http://schemas.microsoft.com/office/drawing/2014/main" id="{4DD044BC-7058-7EDF-931D-2BAB3690DC9A}"/>
                </a:ext>
              </a:extLst>
            </p:cNvPr>
            <p:cNvSpPr/>
            <p:nvPr/>
          </p:nvSpPr>
          <p:spPr>
            <a:xfrm>
              <a:off x="5749549" y="3143447"/>
              <a:ext cx="142915" cy="86191"/>
            </a:xfrm>
            <a:custGeom>
              <a:avLst/>
              <a:gdLst/>
              <a:ahLst/>
              <a:cxnLst/>
              <a:rect l="l" t="t" r="r" b="b"/>
              <a:pathLst>
                <a:path w="1101" h="664" extrusionOk="0">
                  <a:moveTo>
                    <a:pt x="1" y="1"/>
                  </a:moveTo>
                  <a:lnTo>
                    <a:pt x="1101" y="664"/>
                  </a:lnTo>
                  <a:lnTo>
                    <a:pt x="1101" y="644"/>
                  </a:lnTo>
                  <a:lnTo>
                    <a:pt x="1"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2500;p60">
              <a:extLst>
                <a:ext uri="{FF2B5EF4-FFF2-40B4-BE49-F238E27FC236}">
                  <a16:creationId xmlns:a16="http://schemas.microsoft.com/office/drawing/2014/main" id="{D75B1253-88C4-2505-FF66-FCAAA8C25F78}"/>
                </a:ext>
              </a:extLst>
            </p:cNvPr>
            <p:cNvSpPr/>
            <p:nvPr/>
          </p:nvSpPr>
          <p:spPr>
            <a:xfrm>
              <a:off x="5843140" y="2981708"/>
              <a:ext cx="146031" cy="190554"/>
            </a:xfrm>
            <a:custGeom>
              <a:avLst/>
              <a:gdLst/>
              <a:ahLst/>
              <a:cxnLst/>
              <a:rect l="l" t="t" r="r" b="b"/>
              <a:pathLst>
                <a:path w="1125" h="1468" extrusionOk="0">
                  <a:moveTo>
                    <a:pt x="61" y="0"/>
                  </a:moveTo>
                  <a:cubicBezTo>
                    <a:pt x="35" y="0"/>
                    <a:pt x="0" y="22"/>
                    <a:pt x="0" y="65"/>
                  </a:cubicBezTo>
                  <a:lnTo>
                    <a:pt x="0" y="829"/>
                  </a:lnTo>
                  <a:lnTo>
                    <a:pt x="1124" y="1468"/>
                  </a:lnTo>
                  <a:lnTo>
                    <a:pt x="1124" y="665"/>
                  </a:lnTo>
                  <a:cubicBezTo>
                    <a:pt x="1124" y="627"/>
                    <a:pt x="1100" y="589"/>
                    <a:pt x="1062" y="569"/>
                  </a:cubicBezTo>
                  <a:lnTo>
                    <a:pt x="82" y="7"/>
                  </a:lnTo>
                  <a:cubicBezTo>
                    <a:pt x="77" y="2"/>
                    <a:pt x="70" y="0"/>
                    <a:pt x="61"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2501;p60">
              <a:extLst>
                <a:ext uri="{FF2B5EF4-FFF2-40B4-BE49-F238E27FC236}">
                  <a16:creationId xmlns:a16="http://schemas.microsoft.com/office/drawing/2014/main" id="{24DC9DBC-1D8F-F4F5-F9CA-14FD831B22C8}"/>
                </a:ext>
              </a:extLst>
            </p:cNvPr>
            <p:cNvSpPr/>
            <p:nvPr/>
          </p:nvSpPr>
          <p:spPr>
            <a:xfrm>
              <a:off x="5848722" y="2985083"/>
              <a:ext cx="134867" cy="179780"/>
            </a:xfrm>
            <a:custGeom>
              <a:avLst/>
              <a:gdLst/>
              <a:ahLst/>
              <a:cxnLst/>
              <a:rect l="l" t="t" r="r" b="b"/>
              <a:pathLst>
                <a:path w="1039" h="1385" extrusionOk="0">
                  <a:moveTo>
                    <a:pt x="0" y="0"/>
                  </a:moveTo>
                  <a:lnTo>
                    <a:pt x="0" y="784"/>
                  </a:lnTo>
                  <a:lnTo>
                    <a:pt x="1038" y="1384"/>
                  </a:lnTo>
                  <a:lnTo>
                    <a:pt x="1038" y="601"/>
                  </a:lnTo>
                  <a:lnTo>
                    <a:pt x="0" y="0"/>
                  </a:lnTo>
                  <a:close/>
                </a:path>
              </a:pathLst>
            </a:custGeom>
            <a:solidFill>
              <a:srgbClr val="F5F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2502;p60">
              <a:extLst>
                <a:ext uri="{FF2B5EF4-FFF2-40B4-BE49-F238E27FC236}">
                  <a16:creationId xmlns:a16="http://schemas.microsoft.com/office/drawing/2014/main" id="{FEEC32DD-C26A-7049-6025-F97BCD861F42}"/>
                </a:ext>
              </a:extLst>
            </p:cNvPr>
            <p:cNvSpPr/>
            <p:nvPr/>
          </p:nvSpPr>
          <p:spPr>
            <a:xfrm>
              <a:off x="5843140" y="3096717"/>
              <a:ext cx="15706" cy="10774"/>
            </a:xfrm>
            <a:custGeom>
              <a:avLst/>
              <a:gdLst/>
              <a:ahLst/>
              <a:cxnLst/>
              <a:rect l="l" t="t" r="r" b="b"/>
              <a:pathLst>
                <a:path w="121" h="83" extrusionOk="0">
                  <a:moveTo>
                    <a:pt x="19" y="0"/>
                  </a:moveTo>
                  <a:lnTo>
                    <a:pt x="0" y="20"/>
                  </a:lnTo>
                  <a:lnTo>
                    <a:pt x="0" y="44"/>
                  </a:lnTo>
                  <a:lnTo>
                    <a:pt x="63" y="82"/>
                  </a:lnTo>
                  <a:lnTo>
                    <a:pt x="82" y="82"/>
                  </a:lnTo>
                  <a:lnTo>
                    <a:pt x="101" y="63"/>
                  </a:lnTo>
                  <a:lnTo>
                    <a:pt x="120" y="44"/>
                  </a:lnTo>
                  <a:lnTo>
                    <a:pt x="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2503;p60">
              <a:extLst>
                <a:ext uri="{FF2B5EF4-FFF2-40B4-BE49-F238E27FC236}">
                  <a16:creationId xmlns:a16="http://schemas.microsoft.com/office/drawing/2014/main" id="{E7DA5F4B-8800-E7A2-7390-DE1E676E5E6E}"/>
                </a:ext>
              </a:extLst>
            </p:cNvPr>
            <p:cNvSpPr/>
            <p:nvPr/>
          </p:nvSpPr>
          <p:spPr>
            <a:xfrm>
              <a:off x="5853654" y="3104765"/>
              <a:ext cx="15706" cy="7658"/>
            </a:xfrm>
            <a:custGeom>
              <a:avLst/>
              <a:gdLst/>
              <a:ahLst/>
              <a:cxnLst/>
              <a:rect l="l" t="t" r="r" b="b"/>
              <a:pathLst>
                <a:path w="121" h="59" extrusionOk="0">
                  <a:moveTo>
                    <a:pt x="39" y="1"/>
                  </a:moveTo>
                  <a:lnTo>
                    <a:pt x="1" y="20"/>
                  </a:lnTo>
                  <a:lnTo>
                    <a:pt x="83" y="58"/>
                  </a:lnTo>
                  <a:lnTo>
                    <a:pt x="121" y="39"/>
                  </a:lnTo>
                  <a:lnTo>
                    <a:pt x="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2504;p60">
              <a:extLst>
                <a:ext uri="{FF2B5EF4-FFF2-40B4-BE49-F238E27FC236}">
                  <a16:creationId xmlns:a16="http://schemas.microsoft.com/office/drawing/2014/main" id="{C3E3FBB2-8104-ACC5-4F97-C9965898310B}"/>
                </a:ext>
              </a:extLst>
            </p:cNvPr>
            <p:cNvSpPr/>
            <p:nvPr/>
          </p:nvSpPr>
          <p:spPr>
            <a:xfrm>
              <a:off x="5866765" y="3112294"/>
              <a:ext cx="13240" cy="8178"/>
            </a:xfrm>
            <a:custGeom>
              <a:avLst/>
              <a:gdLst/>
              <a:ahLst/>
              <a:cxnLst/>
              <a:rect l="l" t="t" r="r" b="b"/>
              <a:pathLst>
                <a:path w="102" h="63" extrusionOk="0">
                  <a:moveTo>
                    <a:pt x="1" y="0"/>
                  </a:moveTo>
                  <a:lnTo>
                    <a:pt x="1" y="20"/>
                  </a:lnTo>
                  <a:lnTo>
                    <a:pt x="58" y="63"/>
                  </a:lnTo>
                  <a:lnTo>
                    <a:pt x="78" y="63"/>
                  </a:lnTo>
                  <a:lnTo>
                    <a:pt x="102" y="44"/>
                  </a:lnTo>
                  <a:lnTo>
                    <a:pt x="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2505;p60">
              <a:extLst>
                <a:ext uri="{FF2B5EF4-FFF2-40B4-BE49-F238E27FC236}">
                  <a16:creationId xmlns:a16="http://schemas.microsoft.com/office/drawing/2014/main" id="{9B156A57-EE8E-3C56-F0C2-002C476C0CF0}"/>
                </a:ext>
              </a:extLst>
            </p:cNvPr>
            <p:cNvSpPr/>
            <p:nvPr/>
          </p:nvSpPr>
          <p:spPr>
            <a:xfrm>
              <a:off x="5876760" y="3117875"/>
              <a:ext cx="15706" cy="7658"/>
            </a:xfrm>
            <a:custGeom>
              <a:avLst/>
              <a:gdLst/>
              <a:ahLst/>
              <a:cxnLst/>
              <a:rect l="l" t="t" r="r" b="b"/>
              <a:pathLst>
                <a:path w="121" h="59" extrusionOk="0">
                  <a:moveTo>
                    <a:pt x="44" y="1"/>
                  </a:moveTo>
                  <a:lnTo>
                    <a:pt x="1" y="20"/>
                  </a:lnTo>
                  <a:lnTo>
                    <a:pt x="82" y="58"/>
                  </a:lnTo>
                  <a:lnTo>
                    <a:pt x="121" y="39"/>
                  </a:lnTo>
                  <a:lnTo>
                    <a:pt x="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2506;p60">
              <a:extLst>
                <a:ext uri="{FF2B5EF4-FFF2-40B4-BE49-F238E27FC236}">
                  <a16:creationId xmlns:a16="http://schemas.microsoft.com/office/drawing/2014/main" id="{AC3FB68D-C016-196C-9B54-B5483ABE130C}"/>
                </a:ext>
              </a:extLst>
            </p:cNvPr>
            <p:cNvSpPr/>
            <p:nvPr/>
          </p:nvSpPr>
          <p:spPr>
            <a:xfrm>
              <a:off x="5887404" y="3125404"/>
              <a:ext cx="15706" cy="8178"/>
            </a:xfrm>
            <a:custGeom>
              <a:avLst/>
              <a:gdLst/>
              <a:ahLst/>
              <a:cxnLst/>
              <a:rect l="l" t="t" r="r" b="b"/>
              <a:pathLst>
                <a:path w="121" h="63" extrusionOk="0">
                  <a:moveTo>
                    <a:pt x="39" y="0"/>
                  </a:moveTo>
                  <a:lnTo>
                    <a:pt x="19" y="20"/>
                  </a:lnTo>
                  <a:lnTo>
                    <a:pt x="0" y="20"/>
                  </a:lnTo>
                  <a:lnTo>
                    <a:pt x="82" y="63"/>
                  </a:lnTo>
                  <a:lnTo>
                    <a:pt x="101" y="63"/>
                  </a:lnTo>
                  <a:lnTo>
                    <a:pt x="12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2507;p60">
              <a:extLst>
                <a:ext uri="{FF2B5EF4-FFF2-40B4-BE49-F238E27FC236}">
                  <a16:creationId xmlns:a16="http://schemas.microsoft.com/office/drawing/2014/main" id="{1EC6D47A-3F74-55E3-2270-77F7E5A2FC20}"/>
                </a:ext>
              </a:extLst>
            </p:cNvPr>
            <p:cNvSpPr/>
            <p:nvPr/>
          </p:nvSpPr>
          <p:spPr>
            <a:xfrm>
              <a:off x="5900515" y="3130337"/>
              <a:ext cx="15706" cy="10774"/>
            </a:xfrm>
            <a:custGeom>
              <a:avLst/>
              <a:gdLst/>
              <a:ahLst/>
              <a:cxnLst/>
              <a:rect l="l" t="t" r="r" b="b"/>
              <a:pathLst>
                <a:path w="121" h="83" extrusionOk="0">
                  <a:moveTo>
                    <a:pt x="39" y="1"/>
                  </a:moveTo>
                  <a:lnTo>
                    <a:pt x="0" y="25"/>
                  </a:lnTo>
                  <a:lnTo>
                    <a:pt x="0" y="44"/>
                  </a:lnTo>
                  <a:lnTo>
                    <a:pt x="58" y="82"/>
                  </a:lnTo>
                  <a:lnTo>
                    <a:pt x="82" y="82"/>
                  </a:lnTo>
                  <a:lnTo>
                    <a:pt x="120" y="63"/>
                  </a:lnTo>
                  <a:lnTo>
                    <a:pt x="120" y="44"/>
                  </a:lnTo>
                  <a:lnTo>
                    <a:pt x="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2508;p60">
              <a:extLst>
                <a:ext uri="{FF2B5EF4-FFF2-40B4-BE49-F238E27FC236}">
                  <a16:creationId xmlns:a16="http://schemas.microsoft.com/office/drawing/2014/main" id="{532BB9BC-8D92-47D9-F898-6D117FD8718D}"/>
                </a:ext>
              </a:extLst>
            </p:cNvPr>
            <p:cNvSpPr/>
            <p:nvPr/>
          </p:nvSpPr>
          <p:spPr>
            <a:xfrm>
              <a:off x="5911029" y="3138515"/>
              <a:ext cx="15706" cy="7529"/>
            </a:xfrm>
            <a:custGeom>
              <a:avLst/>
              <a:gdLst/>
              <a:ahLst/>
              <a:cxnLst/>
              <a:rect l="l" t="t" r="r" b="b"/>
              <a:pathLst>
                <a:path w="121" h="58" extrusionOk="0">
                  <a:moveTo>
                    <a:pt x="39" y="0"/>
                  </a:moveTo>
                  <a:lnTo>
                    <a:pt x="1" y="19"/>
                  </a:lnTo>
                  <a:lnTo>
                    <a:pt x="78" y="58"/>
                  </a:lnTo>
                  <a:lnTo>
                    <a:pt x="97" y="58"/>
                  </a:lnTo>
                  <a:lnTo>
                    <a:pt x="121" y="39"/>
                  </a:lnTo>
                  <a:lnTo>
                    <a:pt x="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2509;p60">
              <a:extLst>
                <a:ext uri="{FF2B5EF4-FFF2-40B4-BE49-F238E27FC236}">
                  <a16:creationId xmlns:a16="http://schemas.microsoft.com/office/drawing/2014/main" id="{AAF7F1FF-786E-C712-2EF8-4875586EA02F}"/>
                </a:ext>
              </a:extLst>
            </p:cNvPr>
            <p:cNvSpPr/>
            <p:nvPr/>
          </p:nvSpPr>
          <p:spPr>
            <a:xfrm>
              <a:off x="5923491" y="3143447"/>
              <a:ext cx="15836" cy="10774"/>
            </a:xfrm>
            <a:custGeom>
              <a:avLst/>
              <a:gdLst/>
              <a:ahLst/>
              <a:cxnLst/>
              <a:rect l="l" t="t" r="r" b="b"/>
              <a:pathLst>
                <a:path w="122" h="83" extrusionOk="0">
                  <a:moveTo>
                    <a:pt x="25" y="1"/>
                  </a:moveTo>
                  <a:lnTo>
                    <a:pt x="1" y="20"/>
                  </a:lnTo>
                  <a:lnTo>
                    <a:pt x="1" y="44"/>
                  </a:lnTo>
                  <a:lnTo>
                    <a:pt x="63" y="82"/>
                  </a:lnTo>
                  <a:lnTo>
                    <a:pt x="83" y="82"/>
                  </a:lnTo>
                  <a:lnTo>
                    <a:pt x="102" y="63"/>
                  </a:lnTo>
                  <a:lnTo>
                    <a:pt x="121" y="44"/>
                  </a:lnTo>
                  <a:lnTo>
                    <a:pt x="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2510;p60">
              <a:extLst>
                <a:ext uri="{FF2B5EF4-FFF2-40B4-BE49-F238E27FC236}">
                  <a16:creationId xmlns:a16="http://schemas.microsoft.com/office/drawing/2014/main" id="{F50D7A93-13C3-A1CC-BDCD-A5B76244A3B1}"/>
                </a:ext>
              </a:extLst>
            </p:cNvPr>
            <p:cNvSpPr/>
            <p:nvPr/>
          </p:nvSpPr>
          <p:spPr>
            <a:xfrm>
              <a:off x="5934135" y="3151625"/>
              <a:ext cx="15706" cy="7529"/>
            </a:xfrm>
            <a:custGeom>
              <a:avLst/>
              <a:gdLst/>
              <a:ahLst/>
              <a:cxnLst/>
              <a:rect l="l" t="t" r="r" b="b"/>
              <a:pathLst>
                <a:path w="121" h="58" extrusionOk="0">
                  <a:moveTo>
                    <a:pt x="39" y="0"/>
                  </a:moveTo>
                  <a:lnTo>
                    <a:pt x="1" y="19"/>
                  </a:lnTo>
                  <a:lnTo>
                    <a:pt x="82" y="58"/>
                  </a:lnTo>
                  <a:lnTo>
                    <a:pt x="121" y="39"/>
                  </a:lnTo>
                  <a:lnTo>
                    <a:pt x="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2511;p60">
              <a:extLst>
                <a:ext uri="{FF2B5EF4-FFF2-40B4-BE49-F238E27FC236}">
                  <a16:creationId xmlns:a16="http://schemas.microsoft.com/office/drawing/2014/main" id="{F190C194-F34B-BC40-4B20-FC95E8AF108E}"/>
                </a:ext>
              </a:extLst>
            </p:cNvPr>
            <p:cNvSpPr/>
            <p:nvPr/>
          </p:nvSpPr>
          <p:spPr>
            <a:xfrm>
              <a:off x="5947246" y="3156558"/>
              <a:ext cx="13240" cy="10774"/>
            </a:xfrm>
            <a:custGeom>
              <a:avLst/>
              <a:gdLst/>
              <a:ahLst/>
              <a:cxnLst/>
              <a:rect l="l" t="t" r="r" b="b"/>
              <a:pathLst>
                <a:path w="102" h="83" extrusionOk="0">
                  <a:moveTo>
                    <a:pt x="39" y="1"/>
                  </a:moveTo>
                  <a:lnTo>
                    <a:pt x="20" y="20"/>
                  </a:lnTo>
                  <a:lnTo>
                    <a:pt x="0" y="20"/>
                  </a:lnTo>
                  <a:lnTo>
                    <a:pt x="0" y="39"/>
                  </a:lnTo>
                  <a:lnTo>
                    <a:pt x="58" y="82"/>
                  </a:lnTo>
                  <a:lnTo>
                    <a:pt x="82" y="82"/>
                  </a:lnTo>
                  <a:lnTo>
                    <a:pt x="101" y="63"/>
                  </a:lnTo>
                  <a:lnTo>
                    <a:pt x="101" y="39"/>
                  </a:lnTo>
                  <a:lnTo>
                    <a:pt x="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2512;p60">
              <a:extLst>
                <a:ext uri="{FF2B5EF4-FFF2-40B4-BE49-F238E27FC236}">
                  <a16:creationId xmlns:a16="http://schemas.microsoft.com/office/drawing/2014/main" id="{222C9C49-3DF5-DC2C-0759-1E7AE3F46A69}"/>
                </a:ext>
              </a:extLst>
            </p:cNvPr>
            <p:cNvSpPr/>
            <p:nvPr/>
          </p:nvSpPr>
          <p:spPr>
            <a:xfrm>
              <a:off x="5957890" y="3164736"/>
              <a:ext cx="15706" cy="7529"/>
            </a:xfrm>
            <a:custGeom>
              <a:avLst/>
              <a:gdLst/>
              <a:ahLst/>
              <a:cxnLst/>
              <a:rect l="l" t="t" r="r" b="b"/>
              <a:pathLst>
                <a:path w="121" h="58" extrusionOk="0">
                  <a:moveTo>
                    <a:pt x="39" y="0"/>
                  </a:moveTo>
                  <a:lnTo>
                    <a:pt x="0" y="19"/>
                  </a:lnTo>
                  <a:lnTo>
                    <a:pt x="77" y="58"/>
                  </a:lnTo>
                  <a:lnTo>
                    <a:pt x="120" y="38"/>
                  </a:lnTo>
                  <a:lnTo>
                    <a:pt x="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2513;p60">
              <a:extLst>
                <a:ext uri="{FF2B5EF4-FFF2-40B4-BE49-F238E27FC236}">
                  <a16:creationId xmlns:a16="http://schemas.microsoft.com/office/drawing/2014/main" id="{4D156E48-50E0-4C87-87BF-3F5522BE0EC1}"/>
                </a:ext>
              </a:extLst>
            </p:cNvPr>
            <p:cNvSpPr/>
            <p:nvPr/>
          </p:nvSpPr>
          <p:spPr>
            <a:xfrm>
              <a:off x="5833145" y="3102299"/>
              <a:ext cx="18173" cy="10125"/>
            </a:xfrm>
            <a:custGeom>
              <a:avLst/>
              <a:gdLst/>
              <a:ahLst/>
              <a:cxnLst/>
              <a:rect l="l" t="t" r="r" b="b"/>
              <a:pathLst>
                <a:path w="140" h="78" extrusionOk="0">
                  <a:moveTo>
                    <a:pt x="58" y="1"/>
                  </a:moveTo>
                  <a:lnTo>
                    <a:pt x="0" y="39"/>
                  </a:lnTo>
                  <a:lnTo>
                    <a:pt x="58" y="77"/>
                  </a:lnTo>
                  <a:lnTo>
                    <a:pt x="77" y="77"/>
                  </a:lnTo>
                  <a:lnTo>
                    <a:pt x="140"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2514;p60">
              <a:extLst>
                <a:ext uri="{FF2B5EF4-FFF2-40B4-BE49-F238E27FC236}">
                  <a16:creationId xmlns:a16="http://schemas.microsoft.com/office/drawing/2014/main" id="{0C7699C7-D36F-215B-4068-E2BC0647113F}"/>
                </a:ext>
              </a:extLst>
            </p:cNvPr>
            <p:cNvSpPr/>
            <p:nvPr/>
          </p:nvSpPr>
          <p:spPr>
            <a:xfrm>
              <a:off x="5843140" y="3109827"/>
              <a:ext cx="18173" cy="10644"/>
            </a:xfrm>
            <a:custGeom>
              <a:avLst/>
              <a:gdLst/>
              <a:ahLst/>
              <a:cxnLst/>
              <a:rect l="l" t="t" r="r" b="b"/>
              <a:pathLst>
                <a:path w="140" h="82" extrusionOk="0">
                  <a:moveTo>
                    <a:pt x="63" y="0"/>
                  </a:moveTo>
                  <a:lnTo>
                    <a:pt x="0" y="19"/>
                  </a:lnTo>
                  <a:lnTo>
                    <a:pt x="0" y="39"/>
                  </a:lnTo>
                  <a:lnTo>
                    <a:pt x="82" y="82"/>
                  </a:lnTo>
                  <a:lnTo>
                    <a:pt x="101" y="63"/>
                  </a:lnTo>
                  <a:lnTo>
                    <a:pt x="140" y="39"/>
                  </a:lnTo>
                  <a:lnTo>
                    <a:pt x="140"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2515;p60">
              <a:extLst>
                <a:ext uri="{FF2B5EF4-FFF2-40B4-BE49-F238E27FC236}">
                  <a16:creationId xmlns:a16="http://schemas.microsoft.com/office/drawing/2014/main" id="{5D66D263-41AC-B3C4-D7DC-92DA129714E0}"/>
                </a:ext>
              </a:extLst>
            </p:cNvPr>
            <p:cNvSpPr/>
            <p:nvPr/>
          </p:nvSpPr>
          <p:spPr>
            <a:xfrm>
              <a:off x="5856251" y="3114760"/>
              <a:ext cx="18173" cy="10774"/>
            </a:xfrm>
            <a:custGeom>
              <a:avLst/>
              <a:gdLst/>
              <a:ahLst/>
              <a:cxnLst/>
              <a:rect l="l" t="t" r="r" b="b"/>
              <a:pathLst>
                <a:path w="140" h="83" extrusionOk="0">
                  <a:moveTo>
                    <a:pt x="39" y="1"/>
                  </a:moveTo>
                  <a:lnTo>
                    <a:pt x="0" y="44"/>
                  </a:lnTo>
                  <a:lnTo>
                    <a:pt x="63" y="82"/>
                  </a:lnTo>
                  <a:lnTo>
                    <a:pt x="82" y="82"/>
                  </a:lnTo>
                  <a:lnTo>
                    <a:pt x="139" y="63"/>
                  </a:lnTo>
                  <a:lnTo>
                    <a:pt x="139" y="44"/>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2516;p60">
              <a:extLst>
                <a:ext uri="{FF2B5EF4-FFF2-40B4-BE49-F238E27FC236}">
                  <a16:creationId xmlns:a16="http://schemas.microsoft.com/office/drawing/2014/main" id="{2EDF8E58-41FE-918A-7A97-938D9A2D1E8B}"/>
                </a:ext>
              </a:extLst>
            </p:cNvPr>
            <p:cNvSpPr/>
            <p:nvPr/>
          </p:nvSpPr>
          <p:spPr>
            <a:xfrm>
              <a:off x="5866765" y="3122938"/>
              <a:ext cx="18303" cy="10644"/>
            </a:xfrm>
            <a:custGeom>
              <a:avLst/>
              <a:gdLst/>
              <a:ahLst/>
              <a:cxnLst/>
              <a:rect l="l" t="t" r="r" b="b"/>
              <a:pathLst>
                <a:path w="141" h="82" extrusionOk="0">
                  <a:moveTo>
                    <a:pt x="58" y="0"/>
                  </a:moveTo>
                  <a:lnTo>
                    <a:pt x="1" y="19"/>
                  </a:lnTo>
                  <a:lnTo>
                    <a:pt x="1" y="39"/>
                  </a:lnTo>
                  <a:lnTo>
                    <a:pt x="78" y="82"/>
                  </a:lnTo>
                  <a:lnTo>
                    <a:pt x="140" y="39"/>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2517;p60">
              <a:extLst>
                <a:ext uri="{FF2B5EF4-FFF2-40B4-BE49-F238E27FC236}">
                  <a16:creationId xmlns:a16="http://schemas.microsoft.com/office/drawing/2014/main" id="{E5B0B577-1DB9-C4C3-F017-0A9ECF7BD2FA}"/>
                </a:ext>
              </a:extLst>
            </p:cNvPr>
            <p:cNvSpPr/>
            <p:nvPr/>
          </p:nvSpPr>
          <p:spPr>
            <a:xfrm>
              <a:off x="5879876" y="3127871"/>
              <a:ext cx="18173" cy="10774"/>
            </a:xfrm>
            <a:custGeom>
              <a:avLst/>
              <a:gdLst/>
              <a:ahLst/>
              <a:cxnLst/>
              <a:rect l="l" t="t" r="r" b="b"/>
              <a:pathLst>
                <a:path w="140" h="83" extrusionOk="0">
                  <a:moveTo>
                    <a:pt x="39" y="1"/>
                  </a:moveTo>
                  <a:lnTo>
                    <a:pt x="1" y="44"/>
                  </a:lnTo>
                  <a:lnTo>
                    <a:pt x="58" y="82"/>
                  </a:lnTo>
                  <a:lnTo>
                    <a:pt x="77" y="82"/>
                  </a:lnTo>
                  <a:lnTo>
                    <a:pt x="121" y="63"/>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2518;p60">
              <a:extLst>
                <a:ext uri="{FF2B5EF4-FFF2-40B4-BE49-F238E27FC236}">
                  <a16:creationId xmlns:a16="http://schemas.microsoft.com/office/drawing/2014/main" id="{532070FA-10CB-C251-EBA1-E207335D2714}"/>
                </a:ext>
              </a:extLst>
            </p:cNvPr>
            <p:cNvSpPr/>
            <p:nvPr/>
          </p:nvSpPr>
          <p:spPr>
            <a:xfrm>
              <a:off x="5889871" y="3136048"/>
              <a:ext cx="18173" cy="9995"/>
            </a:xfrm>
            <a:custGeom>
              <a:avLst/>
              <a:gdLst/>
              <a:ahLst/>
              <a:cxnLst/>
              <a:rect l="l" t="t" r="r" b="b"/>
              <a:pathLst>
                <a:path w="140" h="77" extrusionOk="0">
                  <a:moveTo>
                    <a:pt x="63" y="0"/>
                  </a:moveTo>
                  <a:lnTo>
                    <a:pt x="0" y="19"/>
                  </a:lnTo>
                  <a:lnTo>
                    <a:pt x="0" y="38"/>
                  </a:lnTo>
                  <a:lnTo>
                    <a:pt x="63" y="77"/>
                  </a:lnTo>
                  <a:lnTo>
                    <a:pt x="82" y="77"/>
                  </a:lnTo>
                  <a:lnTo>
                    <a:pt x="140" y="38"/>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2519;p60">
              <a:extLst>
                <a:ext uri="{FF2B5EF4-FFF2-40B4-BE49-F238E27FC236}">
                  <a16:creationId xmlns:a16="http://schemas.microsoft.com/office/drawing/2014/main" id="{A6060D66-1F7F-A855-20CE-CA29A09DF01F}"/>
                </a:ext>
              </a:extLst>
            </p:cNvPr>
            <p:cNvSpPr/>
            <p:nvPr/>
          </p:nvSpPr>
          <p:spPr>
            <a:xfrm>
              <a:off x="5900515" y="3140981"/>
              <a:ext cx="18173" cy="10774"/>
            </a:xfrm>
            <a:custGeom>
              <a:avLst/>
              <a:gdLst/>
              <a:ahLst/>
              <a:cxnLst/>
              <a:rect l="l" t="t" r="r" b="b"/>
              <a:pathLst>
                <a:path w="140" h="83" extrusionOk="0">
                  <a:moveTo>
                    <a:pt x="58" y="0"/>
                  </a:moveTo>
                  <a:lnTo>
                    <a:pt x="19" y="39"/>
                  </a:lnTo>
                  <a:lnTo>
                    <a:pt x="0" y="39"/>
                  </a:lnTo>
                  <a:lnTo>
                    <a:pt x="82" y="82"/>
                  </a:lnTo>
                  <a:lnTo>
                    <a:pt x="101" y="82"/>
                  </a:lnTo>
                  <a:lnTo>
                    <a:pt x="139" y="63"/>
                  </a:lnTo>
                  <a:lnTo>
                    <a:pt x="139"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2520;p60">
              <a:extLst>
                <a:ext uri="{FF2B5EF4-FFF2-40B4-BE49-F238E27FC236}">
                  <a16:creationId xmlns:a16="http://schemas.microsoft.com/office/drawing/2014/main" id="{26E0557D-4248-2767-CF3F-BCDF0E3B7384}"/>
                </a:ext>
              </a:extLst>
            </p:cNvPr>
            <p:cNvSpPr/>
            <p:nvPr/>
          </p:nvSpPr>
          <p:spPr>
            <a:xfrm>
              <a:off x="5913626" y="3149029"/>
              <a:ext cx="18173" cy="10125"/>
            </a:xfrm>
            <a:custGeom>
              <a:avLst/>
              <a:gdLst/>
              <a:ahLst/>
              <a:cxnLst/>
              <a:rect l="l" t="t" r="r" b="b"/>
              <a:pathLst>
                <a:path w="140" h="78" extrusionOk="0">
                  <a:moveTo>
                    <a:pt x="58" y="1"/>
                  </a:moveTo>
                  <a:lnTo>
                    <a:pt x="0" y="20"/>
                  </a:lnTo>
                  <a:lnTo>
                    <a:pt x="0" y="39"/>
                  </a:lnTo>
                  <a:lnTo>
                    <a:pt x="58" y="78"/>
                  </a:lnTo>
                  <a:lnTo>
                    <a:pt x="77" y="78"/>
                  </a:lnTo>
                  <a:lnTo>
                    <a:pt x="139"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2521;p60">
              <a:extLst>
                <a:ext uri="{FF2B5EF4-FFF2-40B4-BE49-F238E27FC236}">
                  <a16:creationId xmlns:a16="http://schemas.microsoft.com/office/drawing/2014/main" id="{9DAC26D9-2D55-7012-A874-C04102480101}"/>
                </a:ext>
              </a:extLst>
            </p:cNvPr>
            <p:cNvSpPr/>
            <p:nvPr/>
          </p:nvSpPr>
          <p:spPr>
            <a:xfrm>
              <a:off x="5923491" y="3154092"/>
              <a:ext cx="18952" cy="10774"/>
            </a:xfrm>
            <a:custGeom>
              <a:avLst/>
              <a:gdLst/>
              <a:ahLst/>
              <a:cxnLst/>
              <a:rect l="l" t="t" r="r" b="b"/>
              <a:pathLst>
                <a:path w="146" h="83" extrusionOk="0">
                  <a:moveTo>
                    <a:pt x="83" y="0"/>
                  </a:moveTo>
                  <a:lnTo>
                    <a:pt x="63" y="20"/>
                  </a:lnTo>
                  <a:lnTo>
                    <a:pt x="1" y="39"/>
                  </a:lnTo>
                  <a:lnTo>
                    <a:pt x="1" y="58"/>
                  </a:lnTo>
                  <a:lnTo>
                    <a:pt x="83" y="82"/>
                  </a:lnTo>
                  <a:lnTo>
                    <a:pt x="102" y="82"/>
                  </a:lnTo>
                  <a:lnTo>
                    <a:pt x="145" y="58"/>
                  </a:lnTo>
                  <a:lnTo>
                    <a:pt x="145" y="3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2522;p60">
              <a:extLst>
                <a:ext uri="{FF2B5EF4-FFF2-40B4-BE49-F238E27FC236}">
                  <a16:creationId xmlns:a16="http://schemas.microsoft.com/office/drawing/2014/main" id="{C18C8D94-0CF9-CD63-C476-0A74DD2BC9F4}"/>
                </a:ext>
              </a:extLst>
            </p:cNvPr>
            <p:cNvSpPr/>
            <p:nvPr/>
          </p:nvSpPr>
          <p:spPr>
            <a:xfrm>
              <a:off x="5936601" y="3161620"/>
              <a:ext cx="18303" cy="10644"/>
            </a:xfrm>
            <a:custGeom>
              <a:avLst/>
              <a:gdLst/>
              <a:ahLst/>
              <a:cxnLst/>
              <a:rect l="l" t="t" r="r" b="b"/>
              <a:pathLst>
                <a:path w="141" h="82" extrusionOk="0">
                  <a:moveTo>
                    <a:pt x="44" y="0"/>
                  </a:moveTo>
                  <a:lnTo>
                    <a:pt x="1" y="43"/>
                  </a:lnTo>
                  <a:lnTo>
                    <a:pt x="63" y="82"/>
                  </a:lnTo>
                  <a:lnTo>
                    <a:pt x="82" y="82"/>
                  </a:lnTo>
                  <a:lnTo>
                    <a:pt x="140" y="43"/>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2523;p60">
              <a:extLst>
                <a:ext uri="{FF2B5EF4-FFF2-40B4-BE49-F238E27FC236}">
                  <a16:creationId xmlns:a16="http://schemas.microsoft.com/office/drawing/2014/main" id="{A34D4EB3-C8B5-237F-4620-2C6EAC173DFE}"/>
                </a:ext>
              </a:extLst>
            </p:cNvPr>
            <p:cNvSpPr/>
            <p:nvPr/>
          </p:nvSpPr>
          <p:spPr>
            <a:xfrm>
              <a:off x="5947246" y="3169669"/>
              <a:ext cx="18173" cy="10774"/>
            </a:xfrm>
            <a:custGeom>
              <a:avLst/>
              <a:gdLst/>
              <a:ahLst/>
              <a:cxnLst/>
              <a:rect l="l" t="t" r="r" b="b"/>
              <a:pathLst>
                <a:path w="140" h="83" extrusionOk="0">
                  <a:moveTo>
                    <a:pt x="58" y="0"/>
                  </a:moveTo>
                  <a:lnTo>
                    <a:pt x="0" y="20"/>
                  </a:lnTo>
                  <a:lnTo>
                    <a:pt x="0" y="39"/>
                  </a:lnTo>
                  <a:lnTo>
                    <a:pt x="82" y="82"/>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2524;p60">
              <a:extLst>
                <a:ext uri="{FF2B5EF4-FFF2-40B4-BE49-F238E27FC236}">
                  <a16:creationId xmlns:a16="http://schemas.microsoft.com/office/drawing/2014/main" id="{A6B13A2A-8D8A-53EE-F03A-7E9A4A8ECFFE}"/>
                </a:ext>
              </a:extLst>
            </p:cNvPr>
            <p:cNvSpPr/>
            <p:nvPr/>
          </p:nvSpPr>
          <p:spPr>
            <a:xfrm>
              <a:off x="5822501" y="3107361"/>
              <a:ext cx="18173" cy="10644"/>
            </a:xfrm>
            <a:custGeom>
              <a:avLst/>
              <a:gdLst/>
              <a:ahLst/>
              <a:cxnLst/>
              <a:rect l="l" t="t" r="r" b="b"/>
              <a:pathLst>
                <a:path w="140" h="82" extrusionOk="0">
                  <a:moveTo>
                    <a:pt x="58" y="0"/>
                  </a:moveTo>
                  <a:lnTo>
                    <a:pt x="1" y="38"/>
                  </a:lnTo>
                  <a:lnTo>
                    <a:pt x="58" y="82"/>
                  </a:lnTo>
                  <a:lnTo>
                    <a:pt x="82" y="82"/>
                  </a:lnTo>
                  <a:lnTo>
                    <a:pt x="140" y="58"/>
                  </a:lnTo>
                  <a:lnTo>
                    <a:pt x="140" y="38"/>
                  </a:lnTo>
                  <a:lnTo>
                    <a:pt x="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2525;p60">
              <a:extLst>
                <a:ext uri="{FF2B5EF4-FFF2-40B4-BE49-F238E27FC236}">
                  <a16:creationId xmlns:a16="http://schemas.microsoft.com/office/drawing/2014/main" id="{754061CC-6EE6-B415-1BF7-A23D03667353}"/>
                </a:ext>
              </a:extLst>
            </p:cNvPr>
            <p:cNvSpPr/>
            <p:nvPr/>
          </p:nvSpPr>
          <p:spPr>
            <a:xfrm>
              <a:off x="5833145" y="3114760"/>
              <a:ext cx="18173" cy="10774"/>
            </a:xfrm>
            <a:custGeom>
              <a:avLst/>
              <a:gdLst/>
              <a:ahLst/>
              <a:cxnLst/>
              <a:rect l="l" t="t" r="r" b="b"/>
              <a:pathLst>
                <a:path w="140" h="83" extrusionOk="0">
                  <a:moveTo>
                    <a:pt x="58" y="1"/>
                  </a:moveTo>
                  <a:lnTo>
                    <a:pt x="20" y="25"/>
                  </a:lnTo>
                  <a:lnTo>
                    <a:pt x="0" y="44"/>
                  </a:lnTo>
                  <a:lnTo>
                    <a:pt x="77" y="82"/>
                  </a:lnTo>
                  <a:lnTo>
                    <a:pt x="96" y="82"/>
                  </a:lnTo>
                  <a:lnTo>
                    <a:pt x="140" y="44"/>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2526;p60">
              <a:extLst>
                <a:ext uri="{FF2B5EF4-FFF2-40B4-BE49-F238E27FC236}">
                  <a16:creationId xmlns:a16="http://schemas.microsoft.com/office/drawing/2014/main" id="{B359C50B-5C7E-F87F-ED70-FAC0D6A33AAD}"/>
                </a:ext>
              </a:extLst>
            </p:cNvPr>
            <p:cNvSpPr/>
            <p:nvPr/>
          </p:nvSpPr>
          <p:spPr>
            <a:xfrm>
              <a:off x="5845606" y="3120342"/>
              <a:ext cx="18822" cy="10125"/>
            </a:xfrm>
            <a:custGeom>
              <a:avLst/>
              <a:gdLst/>
              <a:ahLst/>
              <a:cxnLst/>
              <a:rect l="l" t="t" r="r" b="b"/>
              <a:pathLst>
                <a:path w="145" h="78" extrusionOk="0">
                  <a:moveTo>
                    <a:pt x="63" y="1"/>
                  </a:moveTo>
                  <a:lnTo>
                    <a:pt x="0" y="39"/>
                  </a:lnTo>
                  <a:lnTo>
                    <a:pt x="63" y="78"/>
                  </a:lnTo>
                  <a:lnTo>
                    <a:pt x="82" y="78"/>
                  </a:lnTo>
                  <a:lnTo>
                    <a:pt x="145" y="59"/>
                  </a:lnTo>
                  <a:lnTo>
                    <a:pt x="145" y="39"/>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2527;p60">
              <a:extLst>
                <a:ext uri="{FF2B5EF4-FFF2-40B4-BE49-F238E27FC236}">
                  <a16:creationId xmlns:a16="http://schemas.microsoft.com/office/drawing/2014/main" id="{09149089-DB45-EC30-5DF6-48BD7ABC2312}"/>
                </a:ext>
              </a:extLst>
            </p:cNvPr>
            <p:cNvSpPr/>
            <p:nvPr/>
          </p:nvSpPr>
          <p:spPr>
            <a:xfrm>
              <a:off x="5856251" y="3127871"/>
              <a:ext cx="18173" cy="10774"/>
            </a:xfrm>
            <a:custGeom>
              <a:avLst/>
              <a:gdLst/>
              <a:ahLst/>
              <a:cxnLst/>
              <a:rect l="l" t="t" r="r" b="b"/>
              <a:pathLst>
                <a:path w="140" h="83" extrusionOk="0">
                  <a:moveTo>
                    <a:pt x="63" y="1"/>
                  </a:moveTo>
                  <a:lnTo>
                    <a:pt x="0" y="20"/>
                  </a:lnTo>
                  <a:lnTo>
                    <a:pt x="0" y="44"/>
                  </a:lnTo>
                  <a:lnTo>
                    <a:pt x="82" y="82"/>
                  </a:lnTo>
                  <a:lnTo>
                    <a:pt x="139"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2528;p60">
              <a:extLst>
                <a:ext uri="{FF2B5EF4-FFF2-40B4-BE49-F238E27FC236}">
                  <a16:creationId xmlns:a16="http://schemas.microsoft.com/office/drawing/2014/main" id="{35E84295-FD44-CA47-FA72-EE3A42A0854A}"/>
                </a:ext>
              </a:extLst>
            </p:cNvPr>
            <p:cNvSpPr/>
            <p:nvPr/>
          </p:nvSpPr>
          <p:spPr>
            <a:xfrm>
              <a:off x="5869231" y="3133452"/>
              <a:ext cx="18303" cy="10125"/>
            </a:xfrm>
            <a:custGeom>
              <a:avLst/>
              <a:gdLst/>
              <a:ahLst/>
              <a:cxnLst/>
              <a:rect l="l" t="t" r="r" b="b"/>
              <a:pathLst>
                <a:path w="141" h="78" extrusionOk="0">
                  <a:moveTo>
                    <a:pt x="59" y="1"/>
                  </a:moveTo>
                  <a:lnTo>
                    <a:pt x="39" y="20"/>
                  </a:lnTo>
                  <a:lnTo>
                    <a:pt x="1" y="39"/>
                  </a:lnTo>
                  <a:lnTo>
                    <a:pt x="1" y="58"/>
                  </a:lnTo>
                  <a:lnTo>
                    <a:pt x="59" y="78"/>
                  </a:lnTo>
                  <a:lnTo>
                    <a:pt x="83" y="78"/>
                  </a:lnTo>
                  <a:lnTo>
                    <a:pt x="121" y="58"/>
                  </a:lnTo>
                  <a:lnTo>
                    <a:pt x="140" y="39"/>
                  </a:lnTo>
                  <a:lnTo>
                    <a:pt x="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2529;p60">
              <a:extLst>
                <a:ext uri="{FF2B5EF4-FFF2-40B4-BE49-F238E27FC236}">
                  <a16:creationId xmlns:a16="http://schemas.microsoft.com/office/drawing/2014/main" id="{AFD159D3-8F5B-C62F-5EB3-1A3B5C631DA1}"/>
                </a:ext>
              </a:extLst>
            </p:cNvPr>
            <p:cNvSpPr/>
            <p:nvPr/>
          </p:nvSpPr>
          <p:spPr>
            <a:xfrm>
              <a:off x="5879876" y="3140981"/>
              <a:ext cx="18173" cy="10774"/>
            </a:xfrm>
            <a:custGeom>
              <a:avLst/>
              <a:gdLst/>
              <a:ahLst/>
              <a:cxnLst/>
              <a:rect l="l" t="t" r="r" b="b"/>
              <a:pathLst>
                <a:path w="140" h="83" extrusionOk="0">
                  <a:moveTo>
                    <a:pt x="58" y="0"/>
                  </a:moveTo>
                  <a:lnTo>
                    <a:pt x="1" y="39"/>
                  </a:lnTo>
                  <a:lnTo>
                    <a:pt x="77" y="82"/>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2530;p60">
              <a:extLst>
                <a:ext uri="{FF2B5EF4-FFF2-40B4-BE49-F238E27FC236}">
                  <a16:creationId xmlns:a16="http://schemas.microsoft.com/office/drawing/2014/main" id="{73E29E82-990B-BAD8-6A33-6C23A47FA52B}"/>
                </a:ext>
              </a:extLst>
            </p:cNvPr>
            <p:cNvSpPr/>
            <p:nvPr/>
          </p:nvSpPr>
          <p:spPr>
            <a:xfrm>
              <a:off x="5892337" y="3149029"/>
              <a:ext cx="15706" cy="10125"/>
            </a:xfrm>
            <a:custGeom>
              <a:avLst/>
              <a:gdLst/>
              <a:ahLst/>
              <a:cxnLst/>
              <a:rect l="l" t="t" r="r" b="b"/>
              <a:pathLst>
                <a:path w="121" h="78" extrusionOk="0">
                  <a:moveTo>
                    <a:pt x="44" y="1"/>
                  </a:moveTo>
                  <a:lnTo>
                    <a:pt x="1" y="20"/>
                  </a:lnTo>
                  <a:lnTo>
                    <a:pt x="1" y="39"/>
                  </a:lnTo>
                  <a:lnTo>
                    <a:pt x="63" y="78"/>
                  </a:lnTo>
                  <a:lnTo>
                    <a:pt x="82" y="78"/>
                  </a:lnTo>
                  <a:lnTo>
                    <a:pt x="121" y="39"/>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2531;p60">
              <a:extLst>
                <a:ext uri="{FF2B5EF4-FFF2-40B4-BE49-F238E27FC236}">
                  <a16:creationId xmlns:a16="http://schemas.microsoft.com/office/drawing/2014/main" id="{9926A91A-B182-2F39-D210-310BCD72E3C3}"/>
                </a:ext>
              </a:extLst>
            </p:cNvPr>
            <p:cNvSpPr/>
            <p:nvPr/>
          </p:nvSpPr>
          <p:spPr>
            <a:xfrm>
              <a:off x="5902981" y="3154092"/>
              <a:ext cx="18173" cy="10774"/>
            </a:xfrm>
            <a:custGeom>
              <a:avLst/>
              <a:gdLst/>
              <a:ahLst/>
              <a:cxnLst/>
              <a:rect l="l" t="t" r="r" b="b"/>
              <a:pathLst>
                <a:path w="140" h="83" extrusionOk="0">
                  <a:moveTo>
                    <a:pt x="63" y="0"/>
                  </a:moveTo>
                  <a:lnTo>
                    <a:pt x="0" y="39"/>
                  </a:lnTo>
                  <a:lnTo>
                    <a:pt x="63" y="82"/>
                  </a:lnTo>
                  <a:lnTo>
                    <a:pt x="82" y="82"/>
                  </a:lnTo>
                  <a:lnTo>
                    <a:pt x="140" y="58"/>
                  </a:lnTo>
                  <a:lnTo>
                    <a:pt x="14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2532;p60">
              <a:extLst>
                <a:ext uri="{FF2B5EF4-FFF2-40B4-BE49-F238E27FC236}">
                  <a16:creationId xmlns:a16="http://schemas.microsoft.com/office/drawing/2014/main" id="{4A053988-4A0A-7472-E60B-E3DC2589B435}"/>
                </a:ext>
              </a:extLst>
            </p:cNvPr>
            <p:cNvSpPr/>
            <p:nvPr/>
          </p:nvSpPr>
          <p:spPr>
            <a:xfrm>
              <a:off x="5913626" y="3161620"/>
              <a:ext cx="18173" cy="10644"/>
            </a:xfrm>
            <a:custGeom>
              <a:avLst/>
              <a:gdLst/>
              <a:ahLst/>
              <a:cxnLst/>
              <a:rect l="l" t="t" r="r" b="b"/>
              <a:pathLst>
                <a:path w="140" h="82" extrusionOk="0">
                  <a:moveTo>
                    <a:pt x="58" y="0"/>
                  </a:moveTo>
                  <a:lnTo>
                    <a:pt x="19" y="24"/>
                  </a:lnTo>
                  <a:lnTo>
                    <a:pt x="0" y="43"/>
                  </a:lnTo>
                  <a:lnTo>
                    <a:pt x="77" y="82"/>
                  </a:lnTo>
                  <a:lnTo>
                    <a:pt x="101" y="82"/>
                  </a:lnTo>
                  <a:lnTo>
                    <a:pt x="139" y="43"/>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2533;p60">
              <a:extLst>
                <a:ext uri="{FF2B5EF4-FFF2-40B4-BE49-F238E27FC236}">
                  <a16:creationId xmlns:a16="http://schemas.microsoft.com/office/drawing/2014/main" id="{267A64CD-19D7-AB4F-9E18-75B47458E907}"/>
                </a:ext>
              </a:extLst>
            </p:cNvPr>
            <p:cNvSpPr/>
            <p:nvPr/>
          </p:nvSpPr>
          <p:spPr>
            <a:xfrm>
              <a:off x="5926606" y="3167202"/>
              <a:ext cx="18303" cy="10125"/>
            </a:xfrm>
            <a:custGeom>
              <a:avLst/>
              <a:gdLst/>
              <a:ahLst/>
              <a:cxnLst/>
              <a:rect l="l" t="t" r="r" b="b"/>
              <a:pathLst>
                <a:path w="141" h="78" extrusionOk="0">
                  <a:moveTo>
                    <a:pt x="59" y="0"/>
                  </a:moveTo>
                  <a:lnTo>
                    <a:pt x="1" y="39"/>
                  </a:lnTo>
                  <a:lnTo>
                    <a:pt x="59" y="77"/>
                  </a:lnTo>
                  <a:lnTo>
                    <a:pt x="78" y="77"/>
                  </a:lnTo>
                  <a:lnTo>
                    <a:pt x="140" y="58"/>
                  </a:lnTo>
                  <a:lnTo>
                    <a:pt x="140" y="39"/>
                  </a:lnTo>
                  <a:lnTo>
                    <a:pt x="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2534;p60">
              <a:extLst>
                <a:ext uri="{FF2B5EF4-FFF2-40B4-BE49-F238E27FC236}">
                  <a16:creationId xmlns:a16="http://schemas.microsoft.com/office/drawing/2014/main" id="{5435523A-BF76-5492-FB3A-8F76AFE4F220}"/>
                </a:ext>
              </a:extLst>
            </p:cNvPr>
            <p:cNvSpPr/>
            <p:nvPr/>
          </p:nvSpPr>
          <p:spPr>
            <a:xfrm>
              <a:off x="5936601" y="3174601"/>
              <a:ext cx="18303" cy="10774"/>
            </a:xfrm>
            <a:custGeom>
              <a:avLst/>
              <a:gdLst/>
              <a:ahLst/>
              <a:cxnLst/>
              <a:rect l="l" t="t" r="r" b="b"/>
              <a:pathLst>
                <a:path w="141" h="83" extrusionOk="0">
                  <a:moveTo>
                    <a:pt x="63" y="1"/>
                  </a:moveTo>
                  <a:lnTo>
                    <a:pt x="1" y="20"/>
                  </a:lnTo>
                  <a:lnTo>
                    <a:pt x="1" y="44"/>
                  </a:lnTo>
                  <a:lnTo>
                    <a:pt x="82" y="83"/>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2535;p60">
              <a:extLst>
                <a:ext uri="{FF2B5EF4-FFF2-40B4-BE49-F238E27FC236}">
                  <a16:creationId xmlns:a16="http://schemas.microsoft.com/office/drawing/2014/main" id="{D4080C81-93F6-114A-B8E0-773FA22E314D}"/>
                </a:ext>
              </a:extLst>
            </p:cNvPr>
            <p:cNvSpPr/>
            <p:nvPr/>
          </p:nvSpPr>
          <p:spPr>
            <a:xfrm>
              <a:off x="5811857" y="3112294"/>
              <a:ext cx="18303" cy="10774"/>
            </a:xfrm>
            <a:custGeom>
              <a:avLst/>
              <a:gdLst/>
              <a:ahLst/>
              <a:cxnLst/>
              <a:rect l="l" t="t" r="r" b="b"/>
              <a:pathLst>
                <a:path w="141" h="83" extrusionOk="0">
                  <a:moveTo>
                    <a:pt x="83" y="0"/>
                  </a:moveTo>
                  <a:lnTo>
                    <a:pt x="63" y="20"/>
                  </a:lnTo>
                  <a:lnTo>
                    <a:pt x="1" y="44"/>
                  </a:lnTo>
                  <a:lnTo>
                    <a:pt x="1" y="63"/>
                  </a:lnTo>
                  <a:lnTo>
                    <a:pt x="63" y="82"/>
                  </a:lnTo>
                  <a:lnTo>
                    <a:pt x="83" y="82"/>
                  </a:lnTo>
                  <a:lnTo>
                    <a:pt x="140" y="63"/>
                  </a:lnTo>
                  <a:lnTo>
                    <a:pt x="140" y="44"/>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2536;p60">
              <a:extLst>
                <a:ext uri="{FF2B5EF4-FFF2-40B4-BE49-F238E27FC236}">
                  <a16:creationId xmlns:a16="http://schemas.microsoft.com/office/drawing/2014/main" id="{56F4934E-BA17-491B-C923-EEBFDE7C974B}"/>
                </a:ext>
              </a:extLst>
            </p:cNvPr>
            <p:cNvSpPr/>
            <p:nvPr/>
          </p:nvSpPr>
          <p:spPr>
            <a:xfrm>
              <a:off x="5822501" y="3120342"/>
              <a:ext cx="18173" cy="10125"/>
            </a:xfrm>
            <a:custGeom>
              <a:avLst/>
              <a:gdLst/>
              <a:ahLst/>
              <a:cxnLst/>
              <a:rect l="l" t="t" r="r" b="b"/>
              <a:pathLst>
                <a:path w="140" h="78" extrusionOk="0">
                  <a:moveTo>
                    <a:pt x="58" y="1"/>
                  </a:moveTo>
                  <a:lnTo>
                    <a:pt x="20" y="39"/>
                  </a:lnTo>
                  <a:lnTo>
                    <a:pt x="1" y="39"/>
                  </a:lnTo>
                  <a:lnTo>
                    <a:pt x="82" y="78"/>
                  </a:lnTo>
                  <a:lnTo>
                    <a:pt x="102" y="78"/>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2537;p60">
              <a:extLst>
                <a:ext uri="{FF2B5EF4-FFF2-40B4-BE49-F238E27FC236}">
                  <a16:creationId xmlns:a16="http://schemas.microsoft.com/office/drawing/2014/main" id="{EF49E72B-53BF-5BEA-0FB9-BAA27D844B9E}"/>
                </a:ext>
              </a:extLst>
            </p:cNvPr>
            <p:cNvSpPr/>
            <p:nvPr/>
          </p:nvSpPr>
          <p:spPr>
            <a:xfrm>
              <a:off x="5835611" y="3127871"/>
              <a:ext cx="18173" cy="10774"/>
            </a:xfrm>
            <a:custGeom>
              <a:avLst/>
              <a:gdLst/>
              <a:ahLst/>
              <a:cxnLst/>
              <a:rect l="l" t="t" r="r" b="b"/>
              <a:pathLst>
                <a:path w="140" h="83" extrusionOk="0">
                  <a:moveTo>
                    <a:pt x="58" y="1"/>
                  </a:moveTo>
                  <a:lnTo>
                    <a:pt x="1" y="20"/>
                  </a:lnTo>
                  <a:lnTo>
                    <a:pt x="1" y="44"/>
                  </a:lnTo>
                  <a:lnTo>
                    <a:pt x="58" y="82"/>
                  </a:lnTo>
                  <a:lnTo>
                    <a:pt x="77" y="82"/>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2538;p60">
              <a:extLst>
                <a:ext uri="{FF2B5EF4-FFF2-40B4-BE49-F238E27FC236}">
                  <a16:creationId xmlns:a16="http://schemas.microsoft.com/office/drawing/2014/main" id="{DF36A0C1-A7A3-A0D5-45A4-3E64EB8BB38B}"/>
                </a:ext>
              </a:extLst>
            </p:cNvPr>
            <p:cNvSpPr/>
            <p:nvPr/>
          </p:nvSpPr>
          <p:spPr>
            <a:xfrm>
              <a:off x="5845606" y="3133452"/>
              <a:ext cx="18822" cy="10125"/>
            </a:xfrm>
            <a:custGeom>
              <a:avLst/>
              <a:gdLst/>
              <a:ahLst/>
              <a:cxnLst/>
              <a:rect l="l" t="t" r="r" b="b"/>
              <a:pathLst>
                <a:path w="145" h="78" extrusionOk="0">
                  <a:moveTo>
                    <a:pt x="63" y="1"/>
                  </a:moveTo>
                  <a:lnTo>
                    <a:pt x="0" y="39"/>
                  </a:lnTo>
                  <a:lnTo>
                    <a:pt x="82" y="78"/>
                  </a:lnTo>
                  <a:lnTo>
                    <a:pt x="101" y="78"/>
                  </a:lnTo>
                  <a:lnTo>
                    <a:pt x="145" y="58"/>
                  </a:lnTo>
                  <a:lnTo>
                    <a:pt x="145"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2539;p60">
              <a:extLst>
                <a:ext uri="{FF2B5EF4-FFF2-40B4-BE49-F238E27FC236}">
                  <a16:creationId xmlns:a16="http://schemas.microsoft.com/office/drawing/2014/main" id="{9D75CB9C-9DB9-00A2-CF5B-DADB78931D6E}"/>
                </a:ext>
              </a:extLst>
            </p:cNvPr>
            <p:cNvSpPr/>
            <p:nvPr/>
          </p:nvSpPr>
          <p:spPr>
            <a:xfrm>
              <a:off x="5858717" y="3140981"/>
              <a:ext cx="18173" cy="10774"/>
            </a:xfrm>
            <a:custGeom>
              <a:avLst/>
              <a:gdLst/>
              <a:ahLst/>
              <a:cxnLst/>
              <a:rect l="l" t="t" r="r" b="b"/>
              <a:pathLst>
                <a:path w="140" h="83" extrusionOk="0">
                  <a:moveTo>
                    <a:pt x="44" y="0"/>
                  </a:moveTo>
                  <a:lnTo>
                    <a:pt x="0" y="20"/>
                  </a:lnTo>
                  <a:lnTo>
                    <a:pt x="0" y="39"/>
                  </a:lnTo>
                  <a:lnTo>
                    <a:pt x="63" y="82"/>
                  </a:lnTo>
                  <a:lnTo>
                    <a:pt x="82" y="82"/>
                  </a:lnTo>
                  <a:lnTo>
                    <a:pt x="14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2540;p60">
              <a:extLst>
                <a:ext uri="{FF2B5EF4-FFF2-40B4-BE49-F238E27FC236}">
                  <a16:creationId xmlns:a16="http://schemas.microsoft.com/office/drawing/2014/main" id="{119EA9E5-A3F3-A6D3-9527-8296A31A43A2}"/>
                </a:ext>
              </a:extLst>
            </p:cNvPr>
            <p:cNvSpPr/>
            <p:nvPr/>
          </p:nvSpPr>
          <p:spPr>
            <a:xfrm>
              <a:off x="5869231" y="3145914"/>
              <a:ext cx="18303" cy="10774"/>
            </a:xfrm>
            <a:custGeom>
              <a:avLst/>
              <a:gdLst/>
              <a:ahLst/>
              <a:cxnLst/>
              <a:rect l="l" t="t" r="r" b="b"/>
              <a:pathLst>
                <a:path w="141" h="83" extrusionOk="0">
                  <a:moveTo>
                    <a:pt x="59" y="1"/>
                  </a:moveTo>
                  <a:lnTo>
                    <a:pt x="1" y="44"/>
                  </a:lnTo>
                  <a:lnTo>
                    <a:pt x="83" y="83"/>
                  </a:lnTo>
                  <a:lnTo>
                    <a:pt x="140" y="63"/>
                  </a:lnTo>
                  <a:lnTo>
                    <a:pt x="140" y="44"/>
                  </a:lnTo>
                  <a:lnTo>
                    <a:pt x="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2541;p60">
              <a:extLst>
                <a:ext uri="{FF2B5EF4-FFF2-40B4-BE49-F238E27FC236}">
                  <a16:creationId xmlns:a16="http://schemas.microsoft.com/office/drawing/2014/main" id="{2178633A-A6B3-423D-D309-8431DA496B8F}"/>
                </a:ext>
              </a:extLst>
            </p:cNvPr>
            <p:cNvSpPr/>
            <p:nvPr/>
          </p:nvSpPr>
          <p:spPr>
            <a:xfrm>
              <a:off x="5882342" y="3154092"/>
              <a:ext cx="18303" cy="10774"/>
            </a:xfrm>
            <a:custGeom>
              <a:avLst/>
              <a:gdLst/>
              <a:ahLst/>
              <a:cxnLst/>
              <a:rect l="l" t="t" r="r" b="b"/>
              <a:pathLst>
                <a:path w="141" h="83" extrusionOk="0">
                  <a:moveTo>
                    <a:pt x="39" y="0"/>
                  </a:moveTo>
                  <a:lnTo>
                    <a:pt x="1" y="20"/>
                  </a:lnTo>
                  <a:lnTo>
                    <a:pt x="1" y="39"/>
                  </a:lnTo>
                  <a:lnTo>
                    <a:pt x="58" y="82"/>
                  </a:lnTo>
                  <a:lnTo>
                    <a:pt x="78" y="82"/>
                  </a:lnTo>
                  <a:lnTo>
                    <a:pt x="121" y="39"/>
                  </a:lnTo>
                  <a:lnTo>
                    <a:pt x="140" y="39"/>
                  </a:lnTo>
                  <a:lnTo>
                    <a:pt x="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2542;p60">
              <a:extLst>
                <a:ext uri="{FF2B5EF4-FFF2-40B4-BE49-F238E27FC236}">
                  <a16:creationId xmlns:a16="http://schemas.microsoft.com/office/drawing/2014/main" id="{48E5AE57-8B73-D3EC-5BF0-5F1CED291D8E}"/>
                </a:ext>
              </a:extLst>
            </p:cNvPr>
            <p:cNvSpPr/>
            <p:nvPr/>
          </p:nvSpPr>
          <p:spPr>
            <a:xfrm>
              <a:off x="5892337" y="3159024"/>
              <a:ext cx="18822" cy="10774"/>
            </a:xfrm>
            <a:custGeom>
              <a:avLst/>
              <a:gdLst/>
              <a:ahLst/>
              <a:cxnLst/>
              <a:rect l="l" t="t" r="r" b="b"/>
              <a:pathLst>
                <a:path w="145" h="83" extrusionOk="0">
                  <a:moveTo>
                    <a:pt x="82" y="1"/>
                  </a:moveTo>
                  <a:lnTo>
                    <a:pt x="63" y="20"/>
                  </a:lnTo>
                  <a:lnTo>
                    <a:pt x="1" y="44"/>
                  </a:lnTo>
                  <a:lnTo>
                    <a:pt x="63" y="82"/>
                  </a:lnTo>
                  <a:lnTo>
                    <a:pt x="82" y="82"/>
                  </a:lnTo>
                  <a:lnTo>
                    <a:pt x="145" y="63"/>
                  </a:lnTo>
                  <a:lnTo>
                    <a:pt x="145"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2543;p60">
              <a:extLst>
                <a:ext uri="{FF2B5EF4-FFF2-40B4-BE49-F238E27FC236}">
                  <a16:creationId xmlns:a16="http://schemas.microsoft.com/office/drawing/2014/main" id="{25C28A93-750E-BDF8-713F-629F3DB85A05}"/>
                </a:ext>
              </a:extLst>
            </p:cNvPr>
            <p:cNvSpPr/>
            <p:nvPr/>
          </p:nvSpPr>
          <p:spPr>
            <a:xfrm>
              <a:off x="5902981" y="3167202"/>
              <a:ext cx="18173" cy="10125"/>
            </a:xfrm>
            <a:custGeom>
              <a:avLst/>
              <a:gdLst/>
              <a:ahLst/>
              <a:cxnLst/>
              <a:rect l="l" t="t" r="r" b="b"/>
              <a:pathLst>
                <a:path w="140" h="78" extrusionOk="0">
                  <a:moveTo>
                    <a:pt x="63" y="0"/>
                  </a:moveTo>
                  <a:lnTo>
                    <a:pt x="20" y="39"/>
                  </a:lnTo>
                  <a:lnTo>
                    <a:pt x="0" y="39"/>
                  </a:lnTo>
                  <a:lnTo>
                    <a:pt x="82" y="77"/>
                  </a:lnTo>
                  <a:lnTo>
                    <a:pt x="101" y="77"/>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2544;p60">
              <a:extLst>
                <a:ext uri="{FF2B5EF4-FFF2-40B4-BE49-F238E27FC236}">
                  <a16:creationId xmlns:a16="http://schemas.microsoft.com/office/drawing/2014/main" id="{8BAF08BF-0EC7-DBC2-C25B-A8550A1B7981}"/>
                </a:ext>
              </a:extLst>
            </p:cNvPr>
            <p:cNvSpPr/>
            <p:nvPr/>
          </p:nvSpPr>
          <p:spPr>
            <a:xfrm>
              <a:off x="5916092" y="3174601"/>
              <a:ext cx="18173" cy="10774"/>
            </a:xfrm>
            <a:custGeom>
              <a:avLst/>
              <a:gdLst/>
              <a:ahLst/>
              <a:cxnLst/>
              <a:rect l="l" t="t" r="r" b="b"/>
              <a:pathLst>
                <a:path w="140" h="83" extrusionOk="0">
                  <a:moveTo>
                    <a:pt x="58" y="1"/>
                  </a:moveTo>
                  <a:lnTo>
                    <a:pt x="0" y="20"/>
                  </a:lnTo>
                  <a:lnTo>
                    <a:pt x="0" y="44"/>
                  </a:lnTo>
                  <a:lnTo>
                    <a:pt x="58" y="83"/>
                  </a:lnTo>
                  <a:lnTo>
                    <a:pt x="82" y="63"/>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2545;p60">
              <a:extLst>
                <a:ext uri="{FF2B5EF4-FFF2-40B4-BE49-F238E27FC236}">
                  <a16:creationId xmlns:a16="http://schemas.microsoft.com/office/drawing/2014/main" id="{5A828271-0236-DEDD-7DB8-B6D9C1DF08A3}"/>
                </a:ext>
              </a:extLst>
            </p:cNvPr>
            <p:cNvSpPr/>
            <p:nvPr/>
          </p:nvSpPr>
          <p:spPr>
            <a:xfrm>
              <a:off x="5926606" y="3180313"/>
              <a:ext cx="18303" cy="9995"/>
            </a:xfrm>
            <a:custGeom>
              <a:avLst/>
              <a:gdLst/>
              <a:ahLst/>
              <a:cxnLst/>
              <a:rect l="l" t="t" r="r" b="b"/>
              <a:pathLst>
                <a:path w="141" h="77" extrusionOk="0">
                  <a:moveTo>
                    <a:pt x="59" y="0"/>
                  </a:moveTo>
                  <a:lnTo>
                    <a:pt x="1" y="39"/>
                  </a:lnTo>
                  <a:lnTo>
                    <a:pt x="78" y="77"/>
                  </a:lnTo>
                  <a:lnTo>
                    <a:pt x="97" y="77"/>
                  </a:lnTo>
                  <a:lnTo>
                    <a:pt x="140" y="58"/>
                  </a:lnTo>
                  <a:lnTo>
                    <a:pt x="140" y="39"/>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2546;p60">
              <a:extLst>
                <a:ext uri="{FF2B5EF4-FFF2-40B4-BE49-F238E27FC236}">
                  <a16:creationId xmlns:a16="http://schemas.microsoft.com/office/drawing/2014/main" id="{8E82F0CD-48AE-F2EB-8BCE-087F79B304ED}"/>
                </a:ext>
              </a:extLst>
            </p:cNvPr>
            <p:cNvSpPr/>
            <p:nvPr/>
          </p:nvSpPr>
          <p:spPr>
            <a:xfrm>
              <a:off x="5801991" y="3120342"/>
              <a:ext cx="18173" cy="10125"/>
            </a:xfrm>
            <a:custGeom>
              <a:avLst/>
              <a:gdLst/>
              <a:ahLst/>
              <a:cxnLst/>
              <a:rect l="l" t="t" r="r" b="b"/>
              <a:pathLst>
                <a:path w="140" h="78" extrusionOk="0">
                  <a:moveTo>
                    <a:pt x="58" y="1"/>
                  </a:moveTo>
                  <a:lnTo>
                    <a:pt x="0" y="20"/>
                  </a:lnTo>
                  <a:lnTo>
                    <a:pt x="0" y="39"/>
                  </a:lnTo>
                  <a:lnTo>
                    <a:pt x="77" y="78"/>
                  </a:lnTo>
                  <a:lnTo>
                    <a:pt x="139" y="39"/>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2547;p60">
              <a:extLst>
                <a:ext uri="{FF2B5EF4-FFF2-40B4-BE49-F238E27FC236}">
                  <a16:creationId xmlns:a16="http://schemas.microsoft.com/office/drawing/2014/main" id="{D8406C81-2E8D-88B5-359B-34755491EBBC}"/>
                </a:ext>
              </a:extLst>
            </p:cNvPr>
            <p:cNvSpPr/>
            <p:nvPr/>
          </p:nvSpPr>
          <p:spPr>
            <a:xfrm>
              <a:off x="5814453" y="3125404"/>
              <a:ext cx="15706" cy="10774"/>
            </a:xfrm>
            <a:custGeom>
              <a:avLst/>
              <a:gdLst/>
              <a:ahLst/>
              <a:cxnLst/>
              <a:rect l="l" t="t" r="r" b="b"/>
              <a:pathLst>
                <a:path w="121" h="83" extrusionOk="0">
                  <a:moveTo>
                    <a:pt x="43" y="0"/>
                  </a:moveTo>
                  <a:lnTo>
                    <a:pt x="0" y="39"/>
                  </a:lnTo>
                  <a:lnTo>
                    <a:pt x="63" y="82"/>
                  </a:lnTo>
                  <a:lnTo>
                    <a:pt x="82" y="82"/>
                  </a:lnTo>
                  <a:lnTo>
                    <a:pt x="120" y="63"/>
                  </a:lnTo>
                  <a:lnTo>
                    <a:pt x="12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2548;p60">
              <a:extLst>
                <a:ext uri="{FF2B5EF4-FFF2-40B4-BE49-F238E27FC236}">
                  <a16:creationId xmlns:a16="http://schemas.microsoft.com/office/drawing/2014/main" id="{9DE6BD18-2894-4EC4-B7EE-39B402F5FC0D}"/>
                </a:ext>
              </a:extLst>
            </p:cNvPr>
            <p:cNvSpPr/>
            <p:nvPr/>
          </p:nvSpPr>
          <p:spPr>
            <a:xfrm>
              <a:off x="5824967" y="3133452"/>
              <a:ext cx="18303" cy="10125"/>
            </a:xfrm>
            <a:custGeom>
              <a:avLst/>
              <a:gdLst/>
              <a:ahLst/>
              <a:cxnLst/>
              <a:rect l="l" t="t" r="r" b="b"/>
              <a:pathLst>
                <a:path w="141" h="78" extrusionOk="0">
                  <a:moveTo>
                    <a:pt x="63" y="1"/>
                  </a:moveTo>
                  <a:lnTo>
                    <a:pt x="1" y="20"/>
                  </a:lnTo>
                  <a:lnTo>
                    <a:pt x="1" y="39"/>
                  </a:lnTo>
                  <a:lnTo>
                    <a:pt x="63" y="78"/>
                  </a:lnTo>
                  <a:lnTo>
                    <a:pt x="83" y="78"/>
                  </a:lnTo>
                  <a:lnTo>
                    <a:pt x="140" y="39"/>
                  </a:lnTo>
                  <a:lnTo>
                    <a:pt x="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2549;p60">
              <a:extLst>
                <a:ext uri="{FF2B5EF4-FFF2-40B4-BE49-F238E27FC236}">
                  <a16:creationId xmlns:a16="http://schemas.microsoft.com/office/drawing/2014/main" id="{E39DFA62-FFBF-CF00-3F08-FFE5543EEB6C}"/>
                </a:ext>
              </a:extLst>
            </p:cNvPr>
            <p:cNvSpPr/>
            <p:nvPr/>
          </p:nvSpPr>
          <p:spPr>
            <a:xfrm>
              <a:off x="5835611" y="3138515"/>
              <a:ext cx="18173" cy="10644"/>
            </a:xfrm>
            <a:custGeom>
              <a:avLst/>
              <a:gdLst/>
              <a:ahLst/>
              <a:cxnLst/>
              <a:rect l="l" t="t" r="r" b="b"/>
              <a:pathLst>
                <a:path w="140" h="82" extrusionOk="0">
                  <a:moveTo>
                    <a:pt x="77" y="0"/>
                  </a:moveTo>
                  <a:lnTo>
                    <a:pt x="58" y="19"/>
                  </a:lnTo>
                  <a:lnTo>
                    <a:pt x="20" y="39"/>
                  </a:lnTo>
                  <a:lnTo>
                    <a:pt x="1" y="39"/>
                  </a:lnTo>
                  <a:lnTo>
                    <a:pt x="77" y="82"/>
                  </a:lnTo>
                  <a:lnTo>
                    <a:pt x="101" y="82"/>
                  </a:lnTo>
                  <a:lnTo>
                    <a:pt x="140" y="58"/>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2550;p60">
              <a:extLst>
                <a:ext uri="{FF2B5EF4-FFF2-40B4-BE49-F238E27FC236}">
                  <a16:creationId xmlns:a16="http://schemas.microsoft.com/office/drawing/2014/main" id="{A658323C-6C39-40D5-01F9-90D5648F76A9}"/>
                </a:ext>
              </a:extLst>
            </p:cNvPr>
            <p:cNvSpPr/>
            <p:nvPr/>
          </p:nvSpPr>
          <p:spPr>
            <a:xfrm>
              <a:off x="5848722" y="3145914"/>
              <a:ext cx="18173" cy="10774"/>
            </a:xfrm>
            <a:custGeom>
              <a:avLst/>
              <a:gdLst/>
              <a:ahLst/>
              <a:cxnLst/>
              <a:rect l="l" t="t" r="r" b="b"/>
              <a:pathLst>
                <a:path w="140" h="83" extrusionOk="0">
                  <a:moveTo>
                    <a:pt x="58" y="1"/>
                  </a:moveTo>
                  <a:lnTo>
                    <a:pt x="0" y="44"/>
                  </a:lnTo>
                  <a:lnTo>
                    <a:pt x="58" y="83"/>
                  </a:lnTo>
                  <a:lnTo>
                    <a:pt x="77" y="83"/>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2551;p60">
              <a:extLst>
                <a:ext uri="{FF2B5EF4-FFF2-40B4-BE49-F238E27FC236}">
                  <a16:creationId xmlns:a16="http://schemas.microsoft.com/office/drawing/2014/main" id="{F4C325A5-5F4B-F887-2288-D77FE7ECF929}"/>
                </a:ext>
              </a:extLst>
            </p:cNvPr>
            <p:cNvSpPr/>
            <p:nvPr/>
          </p:nvSpPr>
          <p:spPr>
            <a:xfrm>
              <a:off x="5858717" y="3154092"/>
              <a:ext cx="18173" cy="10774"/>
            </a:xfrm>
            <a:custGeom>
              <a:avLst/>
              <a:gdLst/>
              <a:ahLst/>
              <a:cxnLst/>
              <a:rect l="l" t="t" r="r" b="b"/>
              <a:pathLst>
                <a:path w="140" h="83" extrusionOk="0">
                  <a:moveTo>
                    <a:pt x="63" y="0"/>
                  </a:moveTo>
                  <a:lnTo>
                    <a:pt x="0" y="20"/>
                  </a:lnTo>
                  <a:lnTo>
                    <a:pt x="0" y="39"/>
                  </a:lnTo>
                  <a:lnTo>
                    <a:pt x="82" y="82"/>
                  </a:lnTo>
                  <a:lnTo>
                    <a:pt x="82" y="58"/>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2552;p60">
              <a:extLst>
                <a:ext uri="{FF2B5EF4-FFF2-40B4-BE49-F238E27FC236}">
                  <a16:creationId xmlns:a16="http://schemas.microsoft.com/office/drawing/2014/main" id="{9B4D06BB-0650-A188-39A4-AD8F2590742B}"/>
                </a:ext>
              </a:extLst>
            </p:cNvPr>
            <p:cNvSpPr/>
            <p:nvPr/>
          </p:nvSpPr>
          <p:spPr>
            <a:xfrm>
              <a:off x="5871828" y="3159024"/>
              <a:ext cx="18173" cy="10774"/>
            </a:xfrm>
            <a:custGeom>
              <a:avLst/>
              <a:gdLst/>
              <a:ahLst/>
              <a:cxnLst/>
              <a:rect l="l" t="t" r="r" b="b"/>
              <a:pathLst>
                <a:path w="140" h="83" extrusionOk="0">
                  <a:moveTo>
                    <a:pt x="39" y="1"/>
                  </a:moveTo>
                  <a:lnTo>
                    <a:pt x="0" y="44"/>
                  </a:lnTo>
                  <a:lnTo>
                    <a:pt x="63" y="82"/>
                  </a:lnTo>
                  <a:lnTo>
                    <a:pt x="82" y="82"/>
                  </a:lnTo>
                  <a:lnTo>
                    <a:pt x="139" y="63"/>
                  </a:lnTo>
                  <a:lnTo>
                    <a:pt x="139" y="44"/>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2553;p60">
              <a:extLst>
                <a:ext uri="{FF2B5EF4-FFF2-40B4-BE49-F238E27FC236}">
                  <a16:creationId xmlns:a16="http://schemas.microsoft.com/office/drawing/2014/main" id="{F75271FE-9143-015E-2C43-7E3AF16BF7EE}"/>
                </a:ext>
              </a:extLst>
            </p:cNvPr>
            <p:cNvSpPr/>
            <p:nvPr/>
          </p:nvSpPr>
          <p:spPr>
            <a:xfrm>
              <a:off x="5882342" y="3167202"/>
              <a:ext cx="18303" cy="10125"/>
            </a:xfrm>
            <a:custGeom>
              <a:avLst/>
              <a:gdLst/>
              <a:ahLst/>
              <a:cxnLst/>
              <a:rect l="l" t="t" r="r" b="b"/>
              <a:pathLst>
                <a:path w="141" h="78" extrusionOk="0">
                  <a:moveTo>
                    <a:pt x="58" y="0"/>
                  </a:moveTo>
                  <a:lnTo>
                    <a:pt x="1" y="19"/>
                  </a:lnTo>
                  <a:lnTo>
                    <a:pt x="1" y="39"/>
                  </a:lnTo>
                  <a:lnTo>
                    <a:pt x="78" y="77"/>
                  </a:lnTo>
                  <a:lnTo>
                    <a:pt x="140" y="39"/>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2554;p60">
              <a:extLst>
                <a:ext uri="{FF2B5EF4-FFF2-40B4-BE49-F238E27FC236}">
                  <a16:creationId xmlns:a16="http://schemas.microsoft.com/office/drawing/2014/main" id="{8CA23F0C-019C-B6CB-5D37-0F40297B27C4}"/>
                </a:ext>
              </a:extLst>
            </p:cNvPr>
            <p:cNvSpPr/>
            <p:nvPr/>
          </p:nvSpPr>
          <p:spPr>
            <a:xfrm>
              <a:off x="5895452" y="3172135"/>
              <a:ext cx="15706" cy="10774"/>
            </a:xfrm>
            <a:custGeom>
              <a:avLst/>
              <a:gdLst/>
              <a:ahLst/>
              <a:cxnLst/>
              <a:rect l="l" t="t" r="r" b="b"/>
              <a:pathLst>
                <a:path w="121" h="83" extrusionOk="0">
                  <a:moveTo>
                    <a:pt x="39" y="1"/>
                  </a:moveTo>
                  <a:lnTo>
                    <a:pt x="1" y="39"/>
                  </a:lnTo>
                  <a:lnTo>
                    <a:pt x="58" y="82"/>
                  </a:lnTo>
                  <a:lnTo>
                    <a:pt x="78" y="82"/>
                  </a:lnTo>
                  <a:lnTo>
                    <a:pt x="121" y="63"/>
                  </a:lnTo>
                  <a:lnTo>
                    <a:pt x="121"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2555;p60">
              <a:extLst>
                <a:ext uri="{FF2B5EF4-FFF2-40B4-BE49-F238E27FC236}">
                  <a16:creationId xmlns:a16="http://schemas.microsoft.com/office/drawing/2014/main" id="{BE3CCD0B-42B4-9B6A-83F3-1FCABB5534BC}"/>
                </a:ext>
              </a:extLst>
            </p:cNvPr>
            <p:cNvSpPr/>
            <p:nvPr/>
          </p:nvSpPr>
          <p:spPr>
            <a:xfrm>
              <a:off x="5905448" y="3180313"/>
              <a:ext cx="18173" cy="9995"/>
            </a:xfrm>
            <a:custGeom>
              <a:avLst/>
              <a:gdLst/>
              <a:ahLst/>
              <a:cxnLst/>
              <a:rect l="l" t="t" r="r" b="b"/>
              <a:pathLst>
                <a:path w="140" h="77" extrusionOk="0">
                  <a:moveTo>
                    <a:pt x="63" y="0"/>
                  </a:moveTo>
                  <a:lnTo>
                    <a:pt x="1" y="19"/>
                  </a:lnTo>
                  <a:lnTo>
                    <a:pt x="1" y="39"/>
                  </a:lnTo>
                  <a:lnTo>
                    <a:pt x="63" y="77"/>
                  </a:lnTo>
                  <a:lnTo>
                    <a:pt x="82" y="77"/>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2556;p60">
              <a:extLst>
                <a:ext uri="{FF2B5EF4-FFF2-40B4-BE49-F238E27FC236}">
                  <a16:creationId xmlns:a16="http://schemas.microsoft.com/office/drawing/2014/main" id="{11D3A821-3216-A510-3CAC-419A75045385}"/>
                </a:ext>
              </a:extLst>
            </p:cNvPr>
            <p:cNvSpPr/>
            <p:nvPr/>
          </p:nvSpPr>
          <p:spPr>
            <a:xfrm>
              <a:off x="5916092" y="3185245"/>
              <a:ext cx="18173" cy="10774"/>
            </a:xfrm>
            <a:custGeom>
              <a:avLst/>
              <a:gdLst/>
              <a:ahLst/>
              <a:cxnLst/>
              <a:rect l="l" t="t" r="r" b="b"/>
              <a:pathLst>
                <a:path w="140" h="83" extrusionOk="0">
                  <a:moveTo>
                    <a:pt x="58" y="1"/>
                  </a:moveTo>
                  <a:lnTo>
                    <a:pt x="19" y="39"/>
                  </a:lnTo>
                  <a:lnTo>
                    <a:pt x="0" y="39"/>
                  </a:lnTo>
                  <a:lnTo>
                    <a:pt x="82" y="82"/>
                  </a:lnTo>
                  <a:lnTo>
                    <a:pt x="101" y="82"/>
                  </a:lnTo>
                  <a:lnTo>
                    <a:pt x="140" y="58"/>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2557;p60">
              <a:extLst>
                <a:ext uri="{FF2B5EF4-FFF2-40B4-BE49-F238E27FC236}">
                  <a16:creationId xmlns:a16="http://schemas.microsoft.com/office/drawing/2014/main" id="{D4482A32-F890-1A35-D4F0-0D47B4DD7FC0}"/>
                </a:ext>
              </a:extLst>
            </p:cNvPr>
            <p:cNvSpPr/>
            <p:nvPr/>
          </p:nvSpPr>
          <p:spPr>
            <a:xfrm>
              <a:off x="5791347" y="3125404"/>
              <a:ext cx="18173" cy="10774"/>
            </a:xfrm>
            <a:custGeom>
              <a:avLst/>
              <a:gdLst/>
              <a:ahLst/>
              <a:cxnLst/>
              <a:rect l="l" t="t" r="r" b="b"/>
              <a:pathLst>
                <a:path w="140" h="83" extrusionOk="0">
                  <a:moveTo>
                    <a:pt x="58" y="0"/>
                  </a:moveTo>
                  <a:lnTo>
                    <a:pt x="0" y="39"/>
                  </a:lnTo>
                  <a:lnTo>
                    <a:pt x="82" y="82"/>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2558;p60">
              <a:extLst>
                <a:ext uri="{FF2B5EF4-FFF2-40B4-BE49-F238E27FC236}">
                  <a16:creationId xmlns:a16="http://schemas.microsoft.com/office/drawing/2014/main" id="{B353B330-F48C-AE28-2E4C-C894607CB47A}"/>
                </a:ext>
              </a:extLst>
            </p:cNvPr>
            <p:cNvSpPr/>
            <p:nvPr/>
          </p:nvSpPr>
          <p:spPr>
            <a:xfrm>
              <a:off x="5804457" y="3133452"/>
              <a:ext cx="18173" cy="10125"/>
            </a:xfrm>
            <a:custGeom>
              <a:avLst/>
              <a:gdLst/>
              <a:ahLst/>
              <a:cxnLst/>
              <a:rect l="l" t="t" r="r" b="b"/>
              <a:pathLst>
                <a:path w="140" h="78" extrusionOk="0">
                  <a:moveTo>
                    <a:pt x="39" y="1"/>
                  </a:moveTo>
                  <a:lnTo>
                    <a:pt x="0" y="20"/>
                  </a:lnTo>
                  <a:lnTo>
                    <a:pt x="0" y="39"/>
                  </a:lnTo>
                  <a:lnTo>
                    <a:pt x="58" y="78"/>
                  </a:lnTo>
                  <a:lnTo>
                    <a:pt x="77" y="78"/>
                  </a:lnTo>
                  <a:lnTo>
                    <a:pt x="120" y="39"/>
                  </a:lnTo>
                  <a:lnTo>
                    <a:pt x="140"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2559;p60">
              <a:extLst>
                <a:ext uri="{FF2B5EF4-FFF2-40B4-BE49-F238E27FC236}">
                  <a16:creationId xmlns:a16="http://schemas.microsoft.com/office/drawing/2014/main" id="{817AC59A-E52C-D005-465D-4CFC4BA9FE41}"/>
                </a:ext>
              </a:extLst>
            </p:cNvPr>
            <p:cNvSpPr/>
            <p:nvPr/>
          </p:nvSpPr>
          <p:spPr>
            <a:xfrm>
              <a:off x="5814453" y="3138515"/>
              <a:ext cx="18822" cy="10644"/>
            </a:xfrm>
            <a:custGeom>
              <a:avLst/>
              <a:gdLst/>
              <a:ahLst/>
              <a:cxnLst/>
              <a:rect l="l" t="t" r="r" b="b"/>
              <a:pathLst>
                <a:path w="145" h="82" extrusionOk="0">
                  <a:moveTo>
                    <a:pt x="63" y="0"/>
                  </a:moveTo>
                  <a:lnTo>
                    <a:pt x="0" y="39"/>
                  </a:lnTo>
                  <a:lnTo>
                    <a:pt x="63" y="82"/>
                  </a:lnTo>
                  <a:lnTo>
                    <a:pt x="82" y="82"/>
                  </a:lnTo>
                  <a:lnTo>
                    <a:pt x="144" y="58"/>
                  </a:lnTo>
                  <a:lnTo>
                    <a:pt x="144"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2560;p60">
              <a:extLst>
                <a:ext uri="{FF2B5EF4-FFF2-40B4-BE49-F238E27FC236}">
                  <a16:creationId xmlns:a16="http://schemas.microsoft.com/office/drawing/2014/main" id="{3BCFF835-3226-10A4-511C-DEE9426E72C3}"/>
                </a:ext>
              </a:extLst>
            </p:cNvPr>
            <p:cNvSpPr/>
            <p:nvPr/>
          </p:nvSpPr>
          <p:spPr>
            <a:xfrm>
              <a:off x="5827563" y="3145914"/>
              <a:ext cx="75547" cy="41927"/>
            </a:xfrm>
            <a:custGeom>
              <a:avLst/>
              <a:gdLst/>
              <a:ahLst/>
              <a:cxnLst/>
              <a:rect l="l" t="t" r="r" b="b"/>
              <a:pathLst>
                <a:path w="582" h="323" extrusionOk="0">
                  <a:moveTo>
                    <a:pt x="43" y="1"/>
                  </a:moveTo>
                  <a:lnTo>
                    <a:pt x="0" y="25"/>
                  </a:lnTo>
                  <a:lnTo>
                    <a:pt x="0" y="44"/>
                  </a:lnTo>
                  <a:lnTo>
                    <a:pt x="500" y="323"/>
                  </a:lnTo>
                  <a:lnTo>
                    <a:pt x="524" y="323"/>
                  </a:lnTo>
                  <a:lnTo>
                    <a:pt x="562" y="304"/>
                  </a:lnTo>
                  <a:lnTo>
                    <a:pt x="581" y="284"/>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2561;p60">
              <a:extLst>
                <a:ext uri="{FF2B5EF4-FFF2-40B4-BE49-F238E27FC236}">
                  <a16:creationId xmlns:a16="http://schemas.microsoft.com/office/drawing/2014/main" id="{457BB15D-6E58-200F-3B57-7FE582CBC149}"/>
                </a:ext>
              </a:extLst>
            </p:cNvPr>
            <p:cNvSpPr/>
            <p:nvPr/>
          </p:nvSpPr>
          <p:spPr>
            <a:xfrm>
              <a:off x="5895452" y="3185245"/>
              <a:ext cx="18303" cy="10774"/>
            </a:xfrm>
            <a:custGeom>
              <a:avLst/>
              <a:gdLst/>
              <a:ahLst/>
              <a:cxnLst/>
              <a:rect l="l" t="t" r="r" b="b"/>
              <a:pathLst>
                <a:path w="141" h="83" extrusionOk="0">
                  <a:moveTo>
                    <a:pt x="58" y="1"/>
                  </a:moveTo>
                  <a:lnTo>
                    <a:pt x="1" y="39"/>
                  </a:lnTo>
                  <a:lnTo>
                    <a:pt x="58" y="82"/>
                  </a:lnTo>
                  <a:lnTo>
                    <a:pt x="78" y="82"/>
                  </a:lnTo>
                  <a:lnTo>
                    <a:pt x="140" y="58"/>
                  </a:lnTo>
                  <a:lnTo>
                    <a:pt x="140" y="39"/>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2562;p60">
              <a:extLst>
                <a:ext uri="{FF2B5EF4-FFF2-40B4-BE49-F238E27FC236}">
                  <a16:creationId xmlns:a16="http://schemas.microsoft.com/office/drawing/2014/main" id="{9025D9DC-1F9A-80C4-FF44-347E7BBDF17C}"/>
                </a:ext>
              </a:extLst>
            </p:cNvPr>
            <p:cNvSpPr/>
            <p:nvPr/>
          </p:nvSpPr>
          <p:spPr>
            <a:xfrm>
              <a:off x="5907914" y="3192774"/>
              <a:ext cx="15706" cy="10644"/>
            </a:xfrm>
            <a:custGeom>
              <a:avLst/>
              <a:gdLst/>
              <a:ahLst/>
              <a:cxnLst/>
              <a:rect l="l" t="t" r="r" b="b"/>
              <a:pathLst>
                <a:path w="121" h="82" extrusionOk="0">
                  <a:moveTo>
                    <a:pt x="44" y="0"/>
                  </a:moveTo>
                  <a:lnTo>
                    <a:pt x="1" y="24"/>
                  </a:lnTo>
                  <a:lnTo>
                    <a:pt x="1" y="43"/>
                  </a:lnTo>
                  <a:lnTo>
                    <a:pt x="63" y="82"/>
                  </a:lnTo>
                  <a:lnTo>
                    <a:pt x="82" y="82"/>
                  </a:lnTo>
                  <a:lnTo>
                    <a:pt x="121" y="43"/>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2563;p60">
              <a:extLst>
                <a:ext uri="{FF2B5EF4-FFF2-40B4-BE49-F238E27FC236}">
                  <a16:creationId xmlns:a16="http://schemas.microsoft.com/office/drawing/2014/main" id="{1029243A-F35F-03D5-6AC7-6D2AF02296F3}"/>
                </a:ext>
              </a:extLst>
            </p:cNvPr>
            <p:cNvSpPr/>
            <p:nvPr/>
          </p:nvSpPr>
          <p:spPr>
            <a:xfrm>
              <a:off x="7589180" y="3086722"/>
              <a:ext cx="242086" cy="140449"/>
            </a:xfrm>
            <a:custGeom>
              <a:avLst/>
              <a:gdLst/>
              <a:ahLst/>
              <a:cxnLst/>
              <a:rect l="l" t="t" r="r" b="b"/>
              <a:pathLst>
                <a:path w="1865" h="1082" extrusionOk="0">
                  <a:moveTo>
                    <a:pt x="1125" y="1"/>
                  </a:moveTo>
                  <a:lnTo>
                    <a:pt x="1" y="659"/>
                  </a:lnTo>
                  <a:lnTo>
                    <a:pt x="740" y="1081"/>
                  </a:lnTo>
                  <a:lnTo>
                    <a:pt x="1865" y="438"/>
                  </a:lnTo>
                  <a:lnTo>
                    <a:pt x="1125"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2564;p60">
              <a:extLst>
                <a:ext uri="{FF2B5EF4-FFF2-40B4-BE49-F238E27FC236}">
                  <a16:creationId xmlns:a16="http://schemas.microsoft.com/office/drawing/2014/main" id="{9A864034-4843-0701-EA4A-8206EE6C7D0C}"/>
                </a:ext>
              </a:extLst>
            </p:cNvPr>
            <p:cNvSpPr/>
            <p:nvPr/>
          </p:nvSpPr>
          <p:spPr>
            <a:xfrm>
              <a:off x="7589180" y="3172135"/>
              <a:ext cx="96186" cy="57504"/>
            </a:xfrm>
            <a:custGeom>
              <a:avLst/>
              <a:gdLst/>
              <a:ahLst/>
              <a:cxnLst/>
              <a:rect l="l" t="t" r="r" b="b"/>
              <a:pathLst>
                <a:path w="741" h="443" extrusionOk="0">
                  <a:moveTo>
                    <a:pt x="1" y="1"/>
                  </a:moveTo>
                  <a:lnTo>
                    <a:pt x="740" y="443"/>
                  </a:lnTo>
                  <a:lnTo>
                    <a:pt x="740" y="423"/>
                  </a:lnTo>
                  <a:lnTo>
                    <a:pt x="1"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2565;p60">
              <a:extLst>
                <a:ext uri="{FF2B5EF4-FFF2-40B4-BE49-F238E27FC236}">
                  <a16:creationId xmlns:a16="http://schemas.microsoft.com/office/drawing/2014/main" id="{FF220DFC-3ACA-F251-E85E-3508070C370E}"/>
                </a:ext>
              </a:extLst>
            </p:cNvPr>
            <p:cNvSpPr/>
            <p:nvPr/>
          </p:nvSpPr>
          <p:spPr>
            <a:xfrm>
              <a:off x="7685237" y="3143447"/>
              <a:ext cx="146031" cy="86191"/>
            </a:xfrm>
            <a:custGeom>
              <a:avLst/>
              <a:gdLst/>
              <a:ahLst/>
              <a:cxnLst/>
              <a:rect l="l" t="t" r="r" b="b"/>
              <a:pathLst>
                <a:path w="1125" h="664" extrusionOk="0">
                  <a:moveTo>
                    <a:pt x="1125" y="1"/>
                  </a:moveTo>
                  <a:lnTo>
                    <a:pt x="0" y="644"/>
                  </a:lnTo>
                  <a:lnTo>
                    <a:pt x="0" y="664"/>
                  </a:lnTo>
                  <a:lnTo>
                    <a:pt x="1125" y="20"/>
                  </a:lnTo>
                  <a:lnTo>
                    <a:pt x="1125"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2566;p60">
              <a:extLst>
                <a:ext uri="{FF2B5EF4-FFF2-40B4-BE49-F238E27FC236}">
                  <a16:creationId xmlns:a16="http://schemas.microsoft.com/office/drawing/2014/main" id="{F4DAB4EB-CCB6-8E2E-4D7C-04E5F125B21E}"/>
                </a:ext>
              </a:extLst>
            </p:cNvPr>
            <p:cNvSpPr/>
            <p:nvPr/>
          </p:nvSpPr>
          <p:spPr>
            <a:xfrm>
              <a:off x="7591646" y="2981967"/>
              <a:ext cx="143564" cy="190294"/>
            </a:xfrm>
            <a:custGeom>
              <a:avLst/>
              <a:gdLst/>
              <a:ahLst/>
              <a:cxnLst/>
              <a:rect l="l" t="t" r="r" b="b"/>
              <a:pathLst>
                <a:path w="1106" h="1466" extrusionOk="0">
                  <a:moveTo>
                    <a:pt x="1045" y="0"/>
                  </a:moveTo>
                  <a:cubicBezTo>
                    <a:pt x="1038" y="0"/>
                    <a:pt x="1031" y="2"/>
                    <a:pt x="1024" y="5"/>
                  </a:cubicBezTo>
                  <a:lnTo>
                    <a:pt x="44" y="587"/>
                  </a:lnTo>
                  <a:cubicBezTo>
                    <a:pt x="25" y="606"/>
                    <a:pt x="1" y="625"/>
                    <a:pt x="1" y="663"/>
                  </a:cubicBezTo>
                  <a:lnTo>
                    <a:pt x="1" y="1466"/>
                  </a:lnTo>
                  <a:lnTo>
                    <a:pt x="1106" y="827"/>
                  </a:lnTo>
                  <a:lnTo>
                    <a:pt x="1106" y="63"/>
                  </a:lnTo>
                  <a:cubicBezTo>
                    <a:pt x="1106" y="32"/>
                    <a:pt x="1077" y="0"/>
                    <a:pt x="1045"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2567;p60">
              <a:extLst>
                <a:ext uri="{FF2B5EF4-FFF2-40B4-BE49-F238E27FC236}">
                  <a16:creationId xmlns:a16="http://schemas.microsoft.com/office/drawing/2014/main" id="{F60CB08B-91D3-4999-FFFA-8F7970D5ABFC}"/>
                </a:ext>
              </a:extLst>
            </p:cNvPr>
            <p:cNvSpPr/>
            <p:nvPr/>
          </p:nvSpPr>
          <p:spPr>
            <a:xfrm>
              <a:off x="7597228" y="2987549"/>
              <a:ext cx="132401" cy="177314"/>
            </a:xfrm>
            <a:custGeom>
              <a:avLst/>
              <a:gdLst/>
              <a:ahLst/>
              <a:cxnLst/>
              <a:rect l="l" t="t" r="r" b="b"/>
              <a:pathLst>
                <a:path w="1020" h="1366" extrusionOk="0">
                  <a:moveTo>
                    <a:pt x="1019" y="1"/>
                  </a:moveTo>
                  <a:lnTo>
                    <a:pt x="1" y="601"/>
                  </a:lnTo>
                  <a:lnTo>
                    <a:pt x="1" y="1365"/>
                  </a:lnTo>
                  <a:lnTo>
                    <a:pt x="1019" y="784"/>
                  </a:lnTo>
                  <a:lnTo>
                    <a:pt x="1019" y="1"/>
                  </a:lnTo>
                  <a:close/>
                </a:path>
              </a:pathLst>
            </a:custGeom>
            <a:solidFill>
              <a:srgbClr val="F5F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2568;p60">
              <a:extLst>
                <a:ext uri="{FF2B5EF4-FFF2-40B4-BE49-F238E27FC236}">
                  <a16:creationId xmlns:a16="http://schemas.microsoft.com/office/drawing/2014/main" id="{2859344F-BFCB-D1DB-454B-412D0FB1CE8F}"/>
                </a:ext>
              </a:extLst>
            </p:cNvPr>
            <p:cNvSpPr/>
            <p:nvPr/>
          </p:nvSpPr>
          <p:spPr>
            <a:xfrm>
              <a:off x="7721973" y="3099183"/>
              <a:ext cx="15706" cy="8308"/>
            </a:xfrm>
            <a:custGeom>
              <a:avLst/>
              <a:gdLst/>
              <a:ahLst/>
              <a:cxnLst/>
              <a:rect l="l" t="t" r="r" b="b"/>
              <a:pathLst>
                <a:path w="121" h="64" extrusionOk="0">
                  <a:moveTo>
                    <a:pt x="78" y="1"/>
                  </a:moveTo>
                  <a:lnTo>
                    <a:pt x="1" y="44"/>
                  </a:lnTo>
                  <a:lnTo>
                    <a:pt x="39" y="63"/>
                  </a:lnTo>
                  <a:lnTo>
                    <a:pt x="121" y="25"/>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2569;p60">
              <a:extLst>
                <a:ext uri="{FF2B5EF4-FFF2-40B4-BE49-F238E27FC236}">
                  <a16:creationId xmlns:a16="http://schemas.microsoft.com/office/drawing/2014/main" id="{DAA988C5-52A7-2090-C6B9-EA8D4D80A04A}"/>
                </a:ext>
              </a:extLst>
            </p:cNvPr>
            <p:cNvSpPr/>
            <p:nvPr/>
          </p:nvSpPr>
          <p:spPr>
            <a:xfrm>
              <a:off x="7711458" y="3104765"/>
              <a:ext cx="13240" cy="10125"/>
            </a:xfrm>
            <a:custGeom>
              <a:avLst/>
              <a:gdLst/>
              <a:ahLst/>
              <a:cxnLst/>
              <a:rect l="l" t="t" r="r" b="b"/>
              <a:pathLst>
                <a:path w="102" h="78" extrusionOk="0">
                  <a:moveTo>
                    <a:pt x="63" y="1"/>
                  </a:moveTo>
                  <a:lnTo>
                    <a:pt x="0" y="39"/>
                  </a:lnTo>
                  <a:lnTo>
                    <a:pt x="0" y="58"/>
                  </a:lnTo>
                  <a:lnTo>
                    <a:pt x="19" y="78"/>
                  </a:lnTo>
                  <a:lnTo>
                    <a:pt x="39" y="78"/>
                  </a:lnTo>
                  <a:lnTo>
                    <a:pt x="101" y="39"/>
                  </a:lnTo>
                  <a:lnTo>
                    <a:pt x="101"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2570;p60">
              <a:extLst>
                <a:ext uri="{FF2B5EF4-FFF2-40B4-BE49-F238E27FC236}">
                  <a16:creationId xmlns:a16="http://schemas.microsoft.com/office/drawing/2014/main" id="{BEBD5A08-736E-0DE0-9527-7356C8806CDD}"/>
                </a:ext>
              </a:extLst>
            </p:cNvPr>
            <p:cNvSpPr/>
            <p:nvPr/>
          </p:nvSpPr>
          <p:spPr>
            <a:xfrm>
              <a:off x="7698348" y="3112294"/>
              <a:ext cx="15706" cy="8178"/>
            </a:xfrm>
            <a:custGeom>
              <a:avLst/>
              <a:gdLst/>
              <a:ahLst/>
              <a:cxnLst/>
              <a:rect l="l" t="t" r="r" b="b"/>
              <a:pathLst>
                <a:path w="121" h="63" extrusionOk="0">
                  <a:moveTo>
                    <a:pt x="82" y="0"/>
                  </a:moveTo>
                  <a:lnTo>
                    <a:pt x="0" y="44"/>
                  </a:lnTo>
                  <a:lnTo>
                    <a:pt x="43" y="63"/>
                  </a:lnTo>
                  <a:lnTo>
                    <a:pt x="120" y="20"/>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2571;p60">
              <a:extLst>
                <a:ext uri="{FF2B5EF4-FFF2-40B4-BE49-F238E27FC236}">
                  <a16:creationId xmlns:a16="http://schemas.microsoft.com/office/drawing/2014/main" id="{0F3CAAD1-EB19-C005-53F3-EB35D834C92A}"/>
                </a:ext>
              </a:extLst>
            </p:cNvPr>
            <p:cNvSpPr/>
            <p:nvPr/>
          </p:nvSpPr>
          <p:spPr>
            <a:xfrm>
              <a:off x="7688352" y="3117875"/>
              <a:ext cx="15706" cy="10125"/>
            </a:xfrm>
            <a:custGeom>
              <a:avLst/>
              <a:gdLst/>
              <a:ahLst/>
              <a:cxnLst/>
              <a:rect l="l" t="t" r="r" b="b"/>
              <a:pathLst>
                <a:path w="121" h="78" extrusionOk="0">
                  <a:moveTo>
                    <a:pt x="58" y="1"/>
                  </a:moveTo>
                  <a:lnTo>
                    <a:pt x="0" y="39"/>
                  </a:lnTo>
                  <a:lnTo>
                    <a:pt x="0" y="58"/>
                  </a:lnTo>
                  <a:lnTo>
                    <a:pt x="20" y="78"/>
                  </a:lnTo>
                  <a:lnTo>
                    <a:pt x="39" y="78"/>
                  </a:lnTo>
                  <a:lnTo>
                    <a:pt x="120" y="39"/>
                  </a:lnTo>
                  <a:lnTo>
                    <a:pt x="96"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2572;p60">
              <a:extLst>
                <a:ext uri="{FF2B5EF4-FFF2-40B4-BE49-F238E27FC236}">
                  <a16:creationId xmlns:a16="http://schemas.microsoft.com/office/drawing/2014/main" id="{D8273E9D-9084-3503-7B5A-BEFA58972C9B}"/>
                </a:ext>
              </a:extLst>
            </p:cNvPr>
            <p:cNvSpPr/>
            <p:nvPr/>
          </p:nvSpPr>
          <p:spPr>
            <a:xfrm>
              <a:off x="7675242" y="3125404"/>
              <a:ext cx="15706" cy="8178"/>
            </a:xfrm>
            <a:custGeom>
              <a:avLst/>
              <a:gdLst/>
              <a:ahLst/>
              <a:cxnLst/>
              <a:rect l="l" t="t" r="r" b="b"/>
              <a:pathLst>
                <a:path w="121" h="63" extrusionOk="0">
                  <a:moveTo>
                    <a:pt x="77" y="0"/>
                  </a:moveTo>
                  <a:lnTo>
                    <a:pt x="1" y="39"/>
                  </a:lnTo>
                  <a:lnTo>
                    <a:pt x="39" y="63"/>
                  </a:lnTo>
                  <a:lnTo>
                    <a:pt x="58" y="63"/>
                  </a:lnTo>
                  <a:lnTo>
                    <a:pt x="121" y="20"/>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2573;p60">
              <a:extLst>
                <a:ext uri="{FF2B5EF4-FFF2-40B4-BE49-F238E27FC236}">
                  <a16:creationId xmlns:a16="http://schemas.microsoft.com/office/drawing/2014/main" id="{36BEF075-267D-F895-A37A-CA3700FF0E82}"/>
                </a:ext>
              </a:extLst>
            </p:cNvPr>
            <p:cNvSpPr/>
            <p:nvPr/>
          </p:nvSpPr>
          <p:spPr>
            <a:xfrm>
              <a:off x="7664598" y="3133452"/>
              <a:ext cx="15706" cy="7658"/>
            </a:xfrm>
            <a:custGeom>
              <a:avLst/>
              <a:gdLst/>
              <a:ahLst/>
              <a:cxnLst/>
              <a:rect l="l" t="t" r="r" b="b"/>
              <a:pathLst>
                <a:path w="121" h="59" extrusionOk="0">
                  <a:moveTo>
                    <a:pt x="63" y="1"/>
                  </a:moveTo>
                  <a:lnTo>
                    <a:pt x="1" y="39"/>
                  </a:lnTo>
                  <a:lnTo>
                    <a:pt x="20" y="58"/>
                  </a:lnTo>
                  <a:lnTo>
                    <a:pt x="39" y="58"/>
                  </a:lnTo>
                  <a:lnTo>
                    <a:pt x="121" y="20"/>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2574;p60">
              <a:extLst>
                <a:ext uri="{FF2B5EF4-FFF2-40B4-BE49-F238E27FC236}">
                  <a16:creationId xmlns:a16="http://schemas.microsoft.com/office/drawing/2014/main" id="{C06D28C8-2782-BFB6-6421-297E611E7E9B}"/>
                </a:ext>
              </a:extLst>
            </p:cNvPr>
            <p:cNvSpPr/>
            <p:nvPr/>
          </p:nvSpPr>
          <p:spPr>
            <a:xfrm>
              <a:off x="7651487" y="3138515"/>
              <a:ext cx="15836" cy="7529"/>
            </a:xfrm>
            <a:custGeom>
              <a:avLst/>
              <a:gdLst/>
              <a:ahLst/>
              <a:cxnLst/>
              <a:rect l="l" t="t" r="r" b="b"/>
              <a:pathLst>
                <a:path w="122" h="58" extrusionOk="0">
                  <a:moveTo>
                    <a:pt x="83" y="0"/>
                  </a:moveTo>
                  <a:lnTo>
                    <a:pt x="1" y="39"/>
                  </a:lnTo>
                  <a:lnTo>
                    <a:pt x="20" y="58"/>
                  </a:lnTo>
                  <a:lnTo>
                    <a:pt x="63" y="58"/>
                  </a:lnTo>
                  <a:lnTo>
                    <a:pt x="121" y="19"/>
                  </a:lnTo>
                  <a:lnTo>
                    <a:pt x="1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2575;p60">
              <a:extLst>
                <a:ext uri="{FF2B5EF4-FFF2-40B4-BE49-F238E27FC236}">
                  <a16:creationId xmlns:a16="http://schemas.microsoft.com/office/drawing/2014/main" id="{D437D2D9-F902-FD90-DB53-B33D01291D40}"/>
                </a:ext>
              </a:extLst>
            </p:cNvPr>
            <p:cNvSpPr/>
            <p:nvPr/>
          </p:nvSpPr>
          <p:spPr>
            <a:xfrm>
              <a:off x="7641622" y="3145914"/>
              <a:ext cx="15706" cy="8308"/>
            </a:xfrm>
            <a:custGeom>
              <a:avLst/>
              <a:gdLst/>
              <a:ahLst/>
              <a:cxnLst/>
              <a:rect l="l" t="t" r="r" b="b"/>
              <a:pathLst>
                <a:path w="121" h="64" extrusionOk="0">
                  <a:moveTo>
                    <a:pt x="77" y="1"/>
                  </a:moveTo>
                  <a:lnTo>
                    <a:pt x="0" y="44"/>
                  </a:lnTo>
                  <a:lnTo>
                    <a:pt x="39" y="63"/>
                  </a:lnTo>
                  <a:lnTo>
                    <a:pt x="120" y="25"/>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2576;p60">
              <a:extLst>
                <a:ext uri="{FF2B5EF4-FFF2-40B4-BE49-F238E27FC236}">
                  <a16:creationId xmlns:a16="http://schemas.microsoft.com/office/drawing/2014/main" id="{F6B2AA55-E89E-8205-84A5-53EFD0616D3E}"/>
                </a:ext>
              </a:extLst>
            </p:cNvPr>
            <p:cNvSpPr/>
            <p:nvPr/>
          </p:nvSpPr>
          <p:spPr>
            <a:xfrm>
              <a:off x="7630978" y="3151625"/>
              <a:ext cx="13240" cy="10125"/>
            </a:xfrm>
            <a:custGeom>
              <a:avLst/>
              <a:gdLst/>
              <a:ahLst/>
              <a:cxnLst/>
              <a:rect l="l" t="t" r="r" b="b"/>
              <a:pathLst>
                <a:path w="102" h="78" extrusionOk="0">
                  <a:moveTo>
                    <a:pt x="58" y="0"/>
                  </a:moveTo>
                  <a:lnTo>
                    <a:pt x="0" y="39"/>
                  </a:lnTo>
                  <a:lnTo>
                    <a:pt x="0" y="58"/>
                  </a:lnTo>
                  <a:lnTo>
                    <a:pt x="20" y="77"/>
                  </a:lnTo>
                  <a:lnTo>
                    <a:pt x="39" y="77"/>
                  </a:lnTo>
                  <a:lnTo>
                    <a:pt x="101" y="39"/>
                  </a:lnTo>
                  <a:lnTo>
                    <a:pt x="101"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2577;p60">
              <a:extLst>
                <a:ext uri="{FF2B5EF4-FFF2-40B4-BE49-F238E27FC236}">
                  <a16:creationId xmlns:a16="http://schemas.microsoft.com/office/drawing/2014/main" id="{F65D6129-BF56-393E-7E07-E40BF48C8C13}"/>
                </a:ext>
              </a:extLst>
            </p:cNvPr>
            <p:cNvSpPr/>
            <p:nvPr/>
          </p:nvSpPr>
          <p:spPr>
            <a:xfrm>
              <a:off x="7617867" y="3159024"/>
              <a:ext cx="15706" cy="8308"/>
            </a:xfrm>
            <a:custGeom>
              <a:avLst/>
              <a:gdLst/>
              <a:ahLst/>
              <a:cxnLst/>
              <a:rect l="l" t="t" r="r" b="b"/>
              <a:pathLst>
                <a:path w="121" h="64" extrusionOk="0">
                  <a:moveTo>
                    <a:pt x="82" y="1"/>
                  </a:moveTo>
                  <a:lnTo>
                    <a:pt x="1" y="44"/>
                  </a:lnTo>
                  <a:lnTo>
                    <a:pt x="39" y="63"/>
                  </a:lnTo>
                  <a:lnTo>
                    <a:pt x="121"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2578;p60">
              <a:extLst>
                <a:ext uri="{FF2B5EF4-FFF2-40B4-BE49-F238E27FC236}">
                  <a16:creationId xmlns:a16="http://schemas.microsoft.com/office/drawing/2014/main" id="{9181B9EF-DA22-A7FD-473A-713F2265523C}"/>
                </a:ext>
              </a:extLst>
            </p:cNvPr>
            <p:cNvSpPr/>
            <p:nvPr/>
          </p:nvSpPr>
          <p:spPr>
            <a:xfrm>
              <a:off x="7607223" y="3164736"/>
              <a:ext cx="15706" cy="9995"/>
            </a:xfrm>
            <a:custGeom>
              <a:avLst/>
              <a:gdLst/>
              <a:ahLst/>
              <a:cxnLst/>
              <a:rect l="l" t="t" r="r" b="b"/>
              <a:pathLst>
                <a:path w="121" h="77" extrusionOk="0">
                  <a:moveTo>
                    <a:pt x="63" y="0"/>
                  </a:moveTo>
                  <a:lnTo>
                    <a:pt x="1" y="38"/>
                  </a:lnTo>
                  <a:lnTo>
                    <a:pt x="1" y="58"/>
                  </a:lnTo>
                  <a:lnTo>
                    <a:pt x="25" y="77"/>
                  </a:lnTo>
                  <a:lnTo>
                    <a:pt x="44" y="77"/>
                  </a:lnTo>
                  <a:lnTo>
                    <a:pt x="121" y="38"/>
                  </a:lnTo>
                  <a:lnTo>
                    <a:pt x="102" y="1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2579;p60">
              <a:extLst>
                <a:ext uri="{FF2B5EF4-FFF2-40B4-BE49-F238E27FC236}">
                  <a16:creationId xmlns:a16="http://schemas.microsoft.com/office/drawing/2014/main" id="{449D74DB-3B1A-CA08-5264-A45A7CC8C3AC}"/>
                </a:ext>
              </a:extLst>
            </p:cNvPr>
            <p:cNvSpPr/>
            <p:nvPr/>
          </p:nvSpPr>
          <p:spPr>
            <a:xfrm>
              <a:off x="7729501" y="3102299"/>
              <a:ext cx="18173" cy="10125"/>
            </a:xfrm>
            <a:custGeom>
              <a:avLst/>
              <a:gdLst/>
              <a:ahLst/>
              <a:cxnLst/>
              <a:rect l="l" t="t" r="r" b="b"/>
              <a:pathLst>
                <a:path w="140" h="78" extrusionOk="0">
                  <a:moveTo>
                    <a:pt x="63" y="1"/>
                  </a:moveTo>
                  <a:lnTo>
                    <a:pt x="0" y="39"/>
                  </a:lnTo>
                  <a:lnTo>
                    <a:pt x="0" y="58"/>
                  </a:lnTo>
                  <a:lnTo>
                    <a:pt x="44" y="77"/>
                  </a:lnTo>
                  <a:lnTo>
                    <a:pt x="63" y="77"/>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2580;p60">
              <a:extLst>
                <a:ext uri="{FF2B5EF4-FFF2-40B4-BE49-F238E27FC236}">
                  <a16:creationId xmlns:a16="http://schemas.microsoft.com/office/drawing/2014/main" id="{9CD7CC76-D250-D3BE-34DC-8FCF8CE2DB21}"/>
                </a:ext>
              </a:extLst>
            </p:cNvPr>
            <p:cNvSpPr/>
            <p:nvPr/>
          </p:nvSpPr>
          <p:spPr>
            <a:xfrm>
              <a:off x="7716391" y="3109827"/>
              <a:ext cx="18822" cy="10644"/>
            </a:xfrm>
            <a:custGeom>
              <a:avLst/>
              <a:gdLst/>
              <a:ahLst/>
              <a:cxnLst/>
              <a:rect l="l" t="t" r="r" b="b"/>
              <a:pathLst>
                <a:path w="145" h="82" extrusionOk="0">
                  <a:moveTo>
                    <a:pt x="82" y="0"/>
                  </a:moveTo>
                  <a:lnTo>
                    <a:pt x="1" y="39"/>
                  </a:lnTo>
                  <a:lnTo>
                    <a:pt x="63" y="82"/>
                  </a:lnTo>
                  <a:lnTo>
                    <a:pt x="82" y="82"/>
                  </a:lnTo>
                  <a:lnTo>
                    <a:pt x="145" y="39"/>
                  </a:lnTo>
                  <a:lnTo>
                    <a:pt x="145" y="1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2581;p60">
              <a:extLst>
                <a:ext uri="{FF2B5EF4-FFF2-40B4-BE49-F238E27FC236}">
                  <a16:creationId xmlns:a16="http://schemas.microsoft.com/office/drawing/2014/main" id="{FBC14EF3-9817-4BEF-838F-49C7BA9E5E7B}"/>
                </a:ext>
              </a:extLst>
            </p:cNvPr>
            <p:cNvSpPr/>
            <p:nvPr/>
          </p:nvSpPr>
          <p:spPr>
            <a:xfrm>
              <a:off x="7706396" y="3114760"/>
              <a:ext cx="18303" cy="10774"/>
            </a:xfrm>
            <a:custGeom>
              <a:avLst/>
              <a:gdLst/>
              <a:ahLst/>
              <a:cxnLst/>
              <a:rect l="l" t="t" r="r" b="b"/>
              <a:pathLst>
                <a:path w="141" h="83" extrusionOk="0">
                  <a:moveTo>
                    <a:pt x="58" y="1"/>
                  </a:moveTo>
                  <a:lnTo>
                    <a:pt x="1" y="44"/>
                  </a:lnTo>
                  <a:lnTo>
                    <a:pt x="1" y="63"/>
                  </a:lnTo>
                  <a:lnTo>
                    <a:pt x="58" y="82"/>
                  </a:lnTo>
                  <a:lnTo>
                    <a:pt x="140" y="44"/>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2582;p60">
              <a:extLst>
                <a:ext uri="{FF2B5EF4-FFF2-40B4-BE49-F238E27FC236}">
                  <a16:creationId xmlns:a16="http://schemas.microsoft.com/office/drawing/2014/main" id="{0650D8EC-AB5B-67A4-105E-4B1786DC4CDA}"/>
                </a:ext>
              </a:extLst>
            </p:cNvPr>
            <p:cNvSpPr/>
            <p:nvPr/>
          </p:nvSpPr>
          <p:spPr>
            <a:xfrm>
              <a:off x="7693285" y="3122938"/>
              <a:ext cx="18303" cy="10644"/>
            </a:xfrm>
            <a:custGeom>
              <a:avLst/>
              <a:gdLst/>
              <a:ahLst/>
              <a:cxnLst/>
              <a:rect l="l" t="t" r="r" b="b"/>
              <a:pathLst>
                <a:path w="141" h="82" extrusionOk="0">
                  <a:moveTo>
                    <a:pt x="82" y="0"/>
                  </a:moveTo>
                  <a:lnTo>
                    <a:pt x="1" y="39"/>
                  </a:lnTo>
                  <a:lnTo>
                    <a:pt x="20" y="39"/>
                  </a:lnTo>
                  <a:lnTo>
                    <a:pt x="58" y="82"/>
                  </a:lnTo>
                  <a:lnTo>
                    <a:pt x="82" y="82"/>
                  </a:lnTo>
                  <a:lnTo>
                    <a:pt x="140" y="39"/>
                  </a:lnTo>
                  <a:lnTo>
                    <a:pt x="1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2583;p60">
              <a:extLst>
                <a:ext uri="{FF2B5EF4-FFF2-40B4-BE49-F238E27FC236}">
                  <a16:creationId xmlns:a16="http://schemas.microsoft.com/office/drawing/2014/main" id="{2E30E5F6-B81B-FDFA-C782-2B73AB42A6DE}"/>
                </a:ext>
              </a:extLst>
            </p:cNvPr>
            <p:cNvSpPr/>
            <p:nvPr/>
          </p:nvSpPr>
          <p:spPr>
            <a:xfrm>
              <a:off x="7682771" y="3130337"/>
              <a:ext cx="18173" cy="10774"/>
            </a:xfrm>
            <a:custGeom>
              <a:avLst/>
              <a:gdLst/>
              <a:ahLst/>
              <a:cxnLst/>
              <a:rect l="l" t="t" r="r" b="b"/>
              <a:pathLst>
                <a:path w="140" h="83" extrusionOk="0">
                  <a:moveTo>
                    <a:pt x="63" y="1"/>
                  </a:moveTo>
                  <a:lnTo>
                    <a:pt x="0" y="44"/>
                  </a:lnTo>
                  <a:lnTo>
                    <a:pt x="63" y="63"/>
                  </a:lnTo>
                  <a:lnTo>
                    <a:pt x="82" y="82"/>
                  </a:lnTo>
                  <a:lnTo>
                    <a:pt x="139" y="44"/>
                  </a:lnTo>
                  <a:lnTo>
                    <a:pt x="139" y="25"/>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2584;p60">
              <a:extLst>
                <a:ext uri="{FF2B5EF4-FFF2-40B4-BE49-F238E27FC236}">
                  <a16:creationId xmlns:a16="http://schemas.microsoft.com/office/drawing/2014/main" id="{91F748C8-7F48-7EC7-6810-8DBCAF7967DA}"/>
                </a:ext>
              </a:extLst>
            </p:cNvPr>
            <p:cNvSpPr/>
            <p:nvPr/>
          </p:nvSpPr>
          <p:spPr>
            <a:xfrm>
              <a:off x="7672776" y="3136048"/>
              <a:ext cx="18173" cy="9995"/>
            </a:xfrm>
            <a:custGeom>
              <a:avLst/>
              <a:gdLst/>
              <a:ahLst/>
              <a:cxnLst/>
              <a:rect l="l" t="t" r="r" b="b"/>
              <a:pathLst>
                <a:path w="140" h="77" extrusionOk="0">
                  <a:moveTo>
                    <a:pt x="58" y="0"/>
                  </a:moveTo>
                  <a:lnTo>
                    <a:pt x="0" y="38"/>
                  </a:lnTo>
                  <a:lnTo>
                    <a:pt x="0" y="58"/>
                  </a:lnTo>
                  <a:lnTo>
                    <a:pt x="39" y="77"/>
                  </a:lnTo>
                  <a:lnTo>
                    <a:pt x="58" y="77"/>
                  </a:lnTo>
                  <a:lnTo>
                    <a:pt x="140" y="38"/>
                  </a:lnTo>
                  <a:lnTo>
                    <a:pt x="120" y="38"/>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2585;p60">
              <a:extLst>
                <a:ext uri="{FF2B5EF4-FFF2-40B4-BE49-F238E27FC236}">
                  <a16:creationId xmlns:a16="http://schemas.microsoft.com/office/drawing/2014/main" id="{48625196-1248-B66C-5E64-E7F8230AE7FF}"/>
                </a:ext>
              </a:extLst>
            </p:cNvPr>
            <p:cNvSpPr/>
            <p:nvPr/>
          </p:nvSpPr>
          <p:spPr>
            <a:xfrm>
              <a:off x="7659665" y="3143447"/>
              <a:ext cx="18173" cy="10774"/>
            </a:xfrm>
            <a:custGeom>
              <a:avLst/>
              <a:gdLst/>
              <a:ahLst/>
              <a:cxnLst/>
              <a:rect l="l" t="t" r="r" b="b"/>
              <a:pathLst>
                <a:path w="140" h="83" extrusionOk="0">
                  <a:moveTo>
                    <a:pt x="77" y="1"/>
                  </a:moveTo>
                  <a:lnTo>
                    <a:pt x="0" y="44"/>
                  </a:lnTo>
                  <a:lnTo>
                    <a:pt x="58" y="82"/>
                  </a:lnTo>
                  <a:lnTo>
                    <a:pt x="77" y="82"/>
                  </a:lnTo>
                  <a:lnTo>
                    <a:pt x="140" y="44"/>
                  </a:lnTo>
                  <a:lnTo>
                    <a:pt x="140"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2586;p60">
              <a:extLst>
                <a:ext uri="{FF2B5EF4-FFF2-40B4-BE49-F238E27FC236}">
                  <a16:creationId xmlns:a16="http://schemas.microsoft.com/office/drawing/2014/main" id="{B8C7B536-91F5-0FBD-3AA3-F857D734AE70}"/>
                </a:ext>
              </a:extLst>
            </p:cNvPr>
            <p:cNvSpPr/>
            <p:nvPr/>
          </p:nvSpPr>
          <p:spPr>
            <a:xfrm>
              <a:off x="7649021" y="3149029"/>
              <a:ext cx="18303" cy="10125"/>
            </a:xfrm>
            <a:custGeom>
              <a:avLst/>
              <a:gdLst/>
              <a:ahLst/>
              <a:cxnLst/>
              <a:rect l="l" t="t" r="r" b="b"/>
              <a:pathLst>
                <a:path w="141" h="78" extrusionOk="0">
                  <a:moveTo>
                    <a:pt x="63" y="1"/>
                  </a:moveTo>
                  <a:lnTo>
                    <a:pt x="1" y="39"/>
                  </a:lnTo>
                  <a:lnTo>
                    <a:pt x="1" y="59"/>
                  </a:lnTo>
                  <a:lnTo>
                    <a:pt x="39" y="78"/>
                  </a:lnTo>
                  <a:lnTo>
                    <a:pt x="63" y="78"/>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2587;p60">
              <a:extLst>
                <a:ext uri="{FF2B5EF4-FFF2-40B4-BE49-F238E27FC236}">
                  <a16:creationId xmlns:a16="http://schemas.microsoft.com/office/drawing/2014/main" id="{4E18537C-2955-B728-A8DC-335447592079}"/>
                </a:ext>
              </a:extLst>
            </p:cNvPr>
            <p:cNvSpPr/>
            <p:nvPr/>
          </p:nvSpPr>
          <p:spPr>
            <a:xfrm>
              <a:off x="7635910" y="3156558"/>
              <a:ext cx="18303" cy="10774"/>
            </a:xfrm>
            <a:custGeom>
              <a:avLst/>
              <a:gdLst/>
              <a:ahLst/>
              <a:cxnLst/>
              <a:rect l="l" t="t" r="r" b="b"/>
              <a:pathLst>
                <a:path w="141" h="83" extrusionOk="0">
                  <a:moveTo>
                    <a:pt x="83" y="1"/>
                  </a:moveTo>
                  <a:lnTo>
                    <a:pt x="1" y="39"/>
                  </a:lnTo>
                  <a:lnTo>
                    <a:pt x="63" y="82"/>
                  </a:lnTo>
                  <a:lnTo>
                    <a:pt x="83" y="82"/>
                  </a:lnTo>
                  <a:lnTo>
                    <a:pt x="140" y="39"/>
                  </a:lnTo>
                  <a:lnTo>
                    <a:pt x="140" y="20"/>
                  </a:lnTo>
                  <a:lnTo>
                    <a:pt x="1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2588;p60">
              <a:extLst>
                <a:ext uri="{FF2B5EF4-FFF2-40B4-BE49-F238E27FC236}">
                  <a16:creationId xmlns:a16="http://schemas.microsoft.com/office/drawing/2014/main" id="{381A36A1-2136-07BA-6925-A4A0CF0E576B}"/>
                </a:ext>
              </a:extLst>
            </p:cNvPr>
            <p:cNvSpPr/>
            <p:nvPr/>
          </p:nvSpPr>
          <p:spPr>
            <a:xfrm>
              <a:off x="7625915" y="3161620"/>
              <a:ext cx="18303" cy="10644"/>
            </a:xfrm>
            <a:custGeom>
              <a:avLst/>
              <a:gdLst/>
              <a:ahLst/>
              <a:cxnLst/>
              <a:rect l="l" t="t" r="r" b="b"/>
              <a:pathLst>
                <a:path w="141" h="82" extrusionOk="0">
                  <a:moveTo>
                    <a:pt x="59" y="0"/>
                  </a:moveTo>
                  <a:lnTo>
                    <a:pt x="1" y="43"/>
                  </a:lnTo>
                  <a:lnTo>
                    <a:pt x="1" y="62"/>
                  </a:lnTo>
                  <a:lnTo>
                    <a:pt x="59" y="82"/>
                  </a:lnTo>
                  <a:lnTo>
                    <a:pt x="140" y="43"/>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2589;p60">
              <a:extLst>
                <a:ext uri="{FF2B5EF4-FFF2-40B4-BE49-F238E27FC236}">
                  <a16:creationId xmlns:a16="http://schemas.microsoft.com/office/drawing/2014/main" id="{DCD06E72-1F69-B872-7DD6-8C9393A7707B}"/>
                </a:ext>
              </a:extLst>
            </p:cNvPr>
            <p:cNvSpPr/>
            <p:nvPr/>
          </p:nvSpPr>
          <p:spPr>
            <a:xfrm>
              <a:off x="7612934" y="3169669"/>
              <a:ext cx="18173" cy="10774"/>
            </a:xfrm>
            <a:custGeom>
              <a:avLst/>
              <a:gdLst/>
              <a:ahLst/>
              <a:cxnLst/>
              <a:rect l="l" t="t" r="r" b="b"/>
              <a:pathLst>
                <a:path w="140" h="83" extrusionOk="0">
                  <a:moveTo>
                    <a:pt x="77" y="0"/>
                  </a:moveTo>
                  <a:lnTo>
                    <a:pt x="0" y="39"/>
                  </a:lnTo>
                  <a:lnTo>
                    <a:pt x="19" y="39"/>
                  </a:lnTo>
                  <a:lnTo>
                    <a:pt x="58" y="82"/>
                  </a:lnTo>
                  <a:lnTo>
                    <a:pt x="77" y="82"/>
                  </a:lnTo>
                  <a:lnTo>
                    <a:pt x="139" y="3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2590;p60">
              <a:extLst>
                <a:ext uri="{FF2B5EF4-FFF2-40B4-BE49-F238E27FC236}">
                  <a16:creationId xmlns:a16="http://schemas.microsoft.com/office/drawing/2014/main" id="{C2B0EC8B-3715-9209-72C5-FCCB22D394CA}"/>
                </a:ext>
              </a:extLst>
            </p:cNvPr>
            <p:cNvSpPr/>
            <p:nvPr/>
          </p:nvSpPr>
          <p:spPr>
            <a:xfrm>
              <a:off x="7740146" y="3109827"/>
              <a:ext cx="18173" cy="10644"/>
            </a:xfrm>
            <a:custGeom>
              <a:avLst/>
              <a:gdLst/>
              <a:ahLst/>
              <a:cxnLst/>
              <a:rect l="l" t="t" r="r" b="b"/>
              <a:pathLst>
                <a:path w="140" h="82" extrusionOk="0">
                  <a:moveTo>
                    <a:pt x="58" y="0"/>
                  </a:moveTo>
                  <a:lnTo>
                    <a:pt x="0" y="39"/>
                  </a:lnTo>
                  <a:lnTo>
                    <a:pt x="39" y="63"/>
                  </a:lnTo>
                  <a:lnTo>
                    <a:pt x="58" y="82"/>
                  </a:lnTo>
                  <a:lnTo>
                    <a:pt x="139" y="39"/>
                  </a:lnTo>
                  <a:lnTo>
                    <a:pt x="120"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2591;p60">
              <a:extLst>
                <a:ext uri="{FF2B5EF4-FFF2-40B4-BE49-F238E27FC236}">
                  <a16:creationId xmlns:a16="http://schemas.microsoft.com/office/drawing/2014/main" id="{5CD70AE3-9191-FFF1-0583-5B51E8D72A2A}"/>
                </a:ext>
              </a:extLst>
            </p:cNvPr>
            <p:cNvSpPr/>
            <p:nvPr/>
          </p:nvSpPr>
          <p:spPr>
            <a:xfrm>
              <a:off x="7727035" y="3114760"/>
              <a:ext cx="18173" cy="10774"/>
            </a:xfrm>
            <a:custGeom>
              <a:avLst/>
              <a:gdLst/>
              <a:ahLst/>
              <a:cxnLst/>
              <a:rect l="l" t="t" r="r" b="b"/>
              <a:pathLst>
                <a:path w="140" h="83" extrusionOk="0">
                  <a:moveTo>
                    <a:pt x="82" y="1"/>
                  </a:moveTo>
                  <a:lnTo>
                    <a:pt x="0" y="44"/>
                  </a:lnTo>
                  <a:lnTo>
                    <a:pt x="0" y="63"/>
                  </a:lnTo>
                  <a:lnTo>
                    <a:pt x="63" y="82"/>
                  </a:lnTo>
                  <a:lnTo>
                    <a:pt x="82" y="82"/>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2592;p60">
              <a:extLst>
                <a:ext uri="{FF2B5EF4-FFF2-40B4-BE49-F238E27FC236}">
                  <a16:creationId xmlns:a16="http://schemas.microsoft.com/office/drawing/2014/main" id="{6B1D33F0-DBBF-C0E3-50FB-6BF3C6A9261B}"/>
                </a:ext>
              </a:extLst>
            </p:cNvPr>
            <p:cNvSpPr/>
            <p:nvPr/>
          </p:nvSpPr>
          <p:spPr>
            <a:xfrm>
              <a:off x="7716391" y="3122938"/>
              <a:ext cx="18822" cy="10644"/>
            </a:xfrm>
            <a:custGeom>
              <a:avLst/>
              <a:gdLst/>
              <a:ahLst/>
              <a:cxnLst/>
              <a:rect l="l" t="t" r="r" b="b"/>
              <a:pathLst>
                <a:path w="145" h="82" extrusionOk="0">
                  <a:moveTo>
                    <a:pt x="63" y="0"/>
                  </a:moveTo>
                  <a:lnTo>
                    <a:pt x="1" y="39"/>
                  </a:lnTo>
                  <a:lnTo>
                    <a:pt x="63" y="82"/>
                  </a:lnTo>
                  <a:lnTo>
                    <a:pt x="145" y="39"/>
                  </a:lnTo>
                  <a:lnTo>
                    <a:pt x="145"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2593;p60">
              <a:extLst>
                <a:ext uri="{FF2B5EF4-FFF2-40B4-BE49-F238E27FC236}">
                  <a16:creationId xmlns:a16="http://schemas.microsoft.com/office/drawing/2014/main" id="{30781485-1071-CB01-EBE9-D8A95DF66E79}"/>
                </a:ext>
              </a:extLst>
            </p:cNvPr>
            <p:cNvSpPr/>
            <p:nvPr/>
          </p:nvSpPr>
          <p:spPr>
            <a:xfrm>
              <a:off x="7703929" y="3127871"/>
              <a:ext cx="18173" cy="10774"/>
            </a:xfrm>
            <a:custGeom>
              <a:avLst/>
              <a:gdLst/>
              <a:ahLst/>
              <a:cxnLst/>
              <a:rect l="l" t="t" r="r" b="b"/>
              <a:pathLst>
                <a:path w="140" h="83" extrusionOk="0">
                  <a:moveTo>
                    <a:pt x="77" y="1"/>
                  </a:moveTo>
                  <a:lnTo>
                    <a:pt x="0" y="44"/>
                  </a:lnTo>
                  <a:lnTo>
                    <a:pt x="20" y="63"/>
                  </a:lnTo>
                  <a:lnTo>
                    <a:pt x="58" y="82"/>
                  </a:lnTo>
                  <a:lnTo>
                    <a:pt x="77" y="82"/>
                  </a:lnTo>
                  <a:lnTo>
                    <a:pt x="140" y="44"/>
                  </a:lnTo>
                  <a:lnTo>
                    <a:pt x="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2594;p60">
              <a:extLst>
                <a:ext uri="{FF2B5EF4-FFF2-40B4-BE49-F238E27FC236}">
                  <a16:creationId xmlns:a16="http://schemas.microsoft.com/office/drawing/2014/main" id="{D25A22EB-1735-B68C-7FCE-860C55E3B266}"/>
                </a:ext>
              </a:extLst>
            </p:cNvPr>
            <p:cNvSpPr/>
            <p:nvPr/>
          </p:nvSpPr>
          <p:spPr>
            <a:xfrm>
              <a:off x="7693285" y="3136048"/>
              <a:ext cx="18303" cy="9995"/>
            </a:xfrm>
            <a:custGeom>
              <a:avLst/>
              <a:gdLst/>
              <a:ahLst/>
              <a:cxnLst/>
              <a:rect l="l" t="t" r="r" b="b"/>
              <a:pathLst>
                <a:path w="141" h="77" extrusionOk="0">
                  <a:moveTo>
                    <a:pt x="58" y="0"/>
                  </a:moveTo>
                  <a:lnTo>
                    <a:pt x="1" y="38"/>
                  </a:lnTo>
                  <a:lnTo>
                    <a:pt x="58" y="77"/>
                  </a:lnTo>
                  <a:lnTo>
                    <a:pt x="140" y="38"/>
                  </a:lnTo>
                  <a:lnTo>
                    <a:pt x="140"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2595;p60">
              <a:extLst>
                <a:ext uri="{FF2B5EF4-FFF2-40B4-BE49-F238E27FC236}">
                  <a16:creationId xmlns:a16="http://schemas.microsoft.com/office/drawing/2014/main" id="{E0053961-5250-0BF8-01B6-53595FF3BBE8}"/>
                </a:ext>
              </a:extLst>
            </p:cNvPr>
            <p:cNvSpPr/>
            <p:nvPr/>
          </p:nvSpPr>
          <p:spPr>
            <a:xfrm>
              <a:off x="7682771" y="3140981"/>
              <a:ext cx="15706" cy="10774"/>
            </a:xfrm>
            <a:custGeom>
              <a:avLst/>
              <a:gdLst/>
              <a:ahLst/>
              <a:cxnLst/>
              <a:rect l="l" t="t" r="r" b="b"/>
              <a:pathLst>
                <a:path w="121" h="83" extrusionOk="0">
                  <a:moveTo>
                    <a:pt x="63" y="0"/>
                  </a:moveTo>
                  <a:lnTo>
                    <a:pt x="0" y="39"/>
                  </a:lnTo>
                  <a:lnTo>
                    <a:pt x="0" y="63"/>
                  </a:lnTo>
                  <a:lnTo>
                    <a:pt x="43" y="82"/>
                  </a:lnTo>
                  <a:lnTo>
                    <a:pt x="63" y="82"/>
                  </a:lnTo>
                  <a:lnTo>
                    <a:pt x="12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2596;p60">
              <a:extLst>
                <a:ext uri="{FF2B5EF4-FFF2-40B4-BE49-F238E27FC236}">
                  <a16:creationId xmlns:a16="http://schemas.microsoft.com/office/drawing/2014/main" id="{46372951-5671-5B83-B44B-F14999E9C916}"/>
                </a:ext>
              </a:extLst>
            </p:cNvPr>
            <p:cNvSpPr/>
            <p:nvPr/>
          </p:nvSpPr>
          <p:spPr>
            <a:xfrm>
              <a:off x="7669660" y="3149029"/>
              <a:ext cx="18822" cy="10125"/>
            </a:xfrm>
            <a:custGeom>
              <a:avLst/>
              <a:gdLst/>
              <a:ahLst/>
              <a:cxnLst/>
              <a:rect l="l" t="t" r="r" b="b"/>
              <a:pathLst>
                <a:path w="145" h="78" extrusionOk="0">
                  <a:moveTo>
                    <a:pt x="82" y="1"/>
                  </a:moveTo>
                  <a:lnTo>
                    <a:pt x="0" y="39"/>
                  </a:lnTo>
                  <a:lnTo>
                    <a:pt x="63" y="78"/>
                  </a:lnTo>
                  <a:lnTo>
                    <a:pt x="82" y="78"/>
                  </a:lnTo>
                  <a:lnTo>
                    <a:pt x="144"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2597;p60">
              <a:extLst>
                <a:ext uri="{FF2B5EF4-FFF2-40B4-BE49-F238E27FC236}">
                  <a16:creationId xmlns:a16="http://schemas.microsoft.com/office/drawing/2014/main" id="{84636369-CB54-E2CD-0948-843784158B15}"/>
                </a:ext>
              </a:extLst>
            </p:cNvPr>
            <p:cNvSpPr/>
            <p:nvPr/>
          </p:nvSpPr>
          <p:spPr>
            <a:xfrm>
              <a:off x="7659665" y="3156558"/>
              <a:ext cx="18173" cy="10774"/>
            </a:xfrm>
            <a:custGeom>
              <a:avLst/>
              <a:gdLst/>
              <a:ahLst/>
              <a:cxnLst/>
              <a:rect l="l" t="t" r="r" b="b"/>
              <a:pathLst>
                <a:path w="140" h="83" extrusionOk="0">
                  <a:moveTo>
                    <a:pt x="58" y="1"/>
                  </a:moveTo>
                  <a:lnTo>
                    <a:pt x="0" y="20"/>
                  </a:lnTo>
                  <a:lnTo>
                    <a:pt x="0" y="39"/>
                  </a:lnTo>
                  <a:lnTo>
                    <a:pt x="39" y="63"/>
                  </a:lnTo>
                  <a:lnTo>
                    <a:pt x="58" y="82"/>
                  </a:lnTo>
                  <a:lnTo>
                    <a:pt x="140" y="39"/>
                  </a:lnTo>
                  <a:lnTo>
                    <a:pt x="121"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2598;p60">
              <a:extLst>
                <a:ext uri="{FF2B5EF4-FFF2-40B4-BE49-F238E27FC236}">
                  <a16:creationId xmlns:a16="http://schemas.microsoft.com/office/drawing/2014/main" id="{94466885-28E3-964C-3A42-15DF8FCB82E4}"/>
                </a:ext>
              </a:extLst>
            </p:cNvPr>
            <p:cNvSpPr/>
            <p:nvPr/>
          </p:nvSpPr>
          <p:spPr>
            <a:xfrm>
              <a:off x="7646554" y="3161620"/>
              <a:ext cx="18173" cy="10644"/>
            </a:xfrm>
            <a:custGeom>
              <a:avLst/>
              <a:gdLst/>
              <a:ahLst/>
              <a:cxnLst/>
              <a:rect l="l" t="t" r="r" b="b"/>
              <a:pathLst>
                <a:path w="140" h="82" extrusionOk="0">
                  <a:moveTo>
                    <a:pt x="82" y="0"/>
                  </a:moveTo>
                  <a:lnTo>
                    <a:pt x="1" y="43"/>
                  </a:lnTo>
                  <a:lnTo>
                    <a:pt x="1" y="62"/>
                  </a:lnTo>
                  <a:lnTo>
                    <a:pt x="58" y="82"/>
                  </a:lnTo>
                  <a:lnTo>
                    <a:pt x="82" y="82"/>
                  </a:lnTo>
                  <a:lnTo>
                    <a:pt x="140" y="43"/>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2599;p60">
              <a:extLst>
                <a:ext uri="{FF2B5EF4-FFF2-40B4-BE49-F238E27FC236}">
                  <a16:creationId xmlns:a16="http://schemas.microsoft.com/office/drawing/2014/main" id="{17A2CDFA-834F-917C-82E9-80DE89565EC7}"/>
                </a:ext>
              </a:extLst>
            </p:cNvPr>
            <p:cNvSpPr/>
            <p:nvPr/>
          </p:nvSpPr>
          <p:spPr>
            <a:xfrm>
              <a:off x="7635910" y="3169669"/>
              <a:ext cx="18303" cy="10774"/>
            </a:xfrm>
            <a:custGeom>
              <a:avLst/>
              <a:gdLst/>
              <a:ahLst/>
              <a:cxnLst/>
              <a:rect l="l" t="t" r="r" b="b"/>
              <a:pathLst>
                <a:path w="141" h="83" extrusionOk="0">
                  <a:moveTo>
                    <a:pt x="63" y="0"/>
                  </a:moveTo>
                  <a:lnTo>
                    <a:pt x="1" y="39"/>
                  </a:lnTo>
                  <a:lnTo>
                    <a:pt x="63" y="82"/>
                  </a:lnTo>
                  <a:lnTo>
                    <a:pt x="140" y="39"/>
                  </a:lnTo>
                  <a:lnTo>
                    <a:pt x="140" y="20"/>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2600;p60">
              <a:extLst>
                <a:ext uri="{FF2B5EF4-FFF2-40B4-BE49-F238E27FC236}">
                  <a16:creationId xmlns:a16="http://schemas.microsoft.com/office/drawing/2014/main" id="{02F33070-1F35-C0E4-AA16-77A70BAE4B9E}"/>
                </a:ext>
              </a:extLst>
            </p:cNvPr>
            <p:cNvSpPr/>
            <p:nvPr/>
          </p:nvSpPr>
          <p:spPr>
            <a:xfrm>
              <a:off x="7622800" y="3174601"/>
              <a:ext cx="18952" cy="10774"/>
            </a:xfrm>
            <a:custGeom>
              <a:avLst/>
              <a:gdLst/>
              <a:ahLst/>
              <a:cxnLst/>
              <a:rect l="l" t="t" r="r" b="b"/>
              <a:pathLst>
                <a:path w="146" h="83" extrusionOk="0">
                  <a:moveTo>
                    <a:pt x="83" y="1"/>
                  </a:moveTo>
                  <a:lnTo>
                    <a:pt x="1" y="44"/>
                  </a:lnTo>
                  <a:lnTo>
                    <a:pt x="1" y="63"/>
                  </a:lnTo>
                  <a:lnTo>
                    <a:pt x="63" y="83"/>
                  </a:lnTo>
                  <a:lnTo>
                    <a:pt x="83" y="83"/>
                  </a:lnTo>
                  <a:lnTo>
                    <a:pt x="145" y="44"/>
                  </a:lnTo>
                  <a:lnTo>
                    <a:pt x="1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2601;p60">
              <a:extLst>
                <a:ext uri="{FF2B5EF4-FFF2-40B4-BE49-F238E27FC236}">
                  <a16:creationId xmlns:a16="http://schemas.microsoft.com/office/drawing/2014/main" id="{AEDB3D90-731A-E54C-C9D8-290EA46B0B61}"/>
                </a:ext>
              </a:extLst>
            </p:cNvPr>
            <p:cNvSpPr/>
            <p:nvPr/>
          </p:nvSpPr>
          <p:spPr>
            <a:xfrm>
              <a:off x="7750660" y="3114760"/>
              <a:ext cx="18303" cy="10774"/>
            </a:xfrm>
            <a:custGeom>
              <a:avLst/>
              <a:gdLst/>
              <a:ahLst/>
              <a:cxnLst/>
              <a:rect l="l" t="t" r="r" b="b"/>
              <a:pathLst>
                <a:path w="141" h="83" extrusionOk="0">
                  <a:moveTo>
                    <a:pt x="58" y="1"/>
                  </a:moveTo>
                  <a:lnTo>
                    <a:pt x="1" y="44"/>
                  </a:lnTo>
                  <a:lnTo>
                    <a:pt x="39" y="82"/>
                  </a:lnTo>
                  <a:lnTo>
                    <a:pt x="58" y="82"/>
                  </a:lnTo>
                  <a:lnTo>
                    <a:pt x="140" y="44"/>
                  </a:lnTo>
                  <a:lnTo>
                    <a:pt x="121" y="25"/>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2602;p60">
              <a:extLst>
                <a:ext uri="{FF2B5EF4-FFF2-40B4-BE49-F238E27FC236}">
                  <a16:creationId xmlns:a16="http://schemas.microsoft.com/office/drawing/2014/main" id="{E1CA9351-2771-9977-A8B7-5550AA9BE638}"/>
                </a:ext>
              </a:extLst>
            </p:cNvPr>
            <p:cNvSpPr/>
            <p:nvPr/>
          </p:nvSpPr>
          <p:spPr>
            <a:xfrm>
              <a:off x="7737549" y="3120342"/>
              <a:ext cx="18303" cy="10125"/>
            </a:xfrm>
            <a:custGeom>
              <a:avLst/>
              <a:gdLst/>
              <a:ahLst/>
              <a:cxnLst/>
              <a:rect l="l" t="t" r="r" b="b"/>
              <a:pathLst>
                <a:path w="141" h="78" extrusionOk="0">
                  <a:moveTo>
                    <a:pt x="78" y="1"/>
                  </a:moveTo>
                  <a:lnTo>
                    <a:pt x="1" y="39"/>
                  </a:lnTo>
                  <a:lnTo>
                    <a:pt x="1" y="59"/>
                  </a:lnTo>
                  <a:lnTo>
                    <a:pt x="59" y="78"/>
                  </a:lnTo>
                  <a:lnTo>
                    <a:pt x="78" y="78"/>
                  </a:lnTo>
                  <a:lnTo>
                    <a:pt x="140" y="39"/>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2603;p60">
              <a:extLst>
                <a:ext uri="{FF2B5EF4-FFF2-40B4-BE49-F238E27FC236}">
                  <a16:creationId xmlns:a16="http://schemas.microsoft.com/office/drawing/2014/main" id="{4682A982-B380-B3AC-91BF-BB0700A70367}"/>
                </a:ext>
              </a:extLst>
            </p:cNvPr>
            <p:cNvSpPr/>
            <p:nvPr/>
          </p:nvSpPr>
          <p:spPr>
            <a:xfrm>
              <a:off x="7727035" y="3127871"/>
              <a:ext cx="18173" cy="10774"/>
            </a:xfrm>
            <a:custGeom>
              <a:avLst/>
              <a:gdLst/>
              <a:ahLst/>
              <a:cxnLst/>
              <a:rect l="l" t="t" r="r" b="b"/>
              <a:pathLst>
                <a:path w="140" h="83" extrusionOk="0">
                  <a:moveTo>
                    <a:pt x="63" y="1"/>
                  </a:moveTo>
                  <a:lnTo>
                    <a:pt x="0" y="44"/>
                  </a:lnTo>
                  <a:lnTo>
                    <a:pt x="39" y="82"/>
                  </a:lnTo>
                  <a:lnTo>
                    <a:pt x="63" y="82"/>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2604;p60">
              <a:extLst>
                <a:ext uri="{FF2B5EF4-FFF2-40B4-BE49-F238E27FC236}">
                  <a16:creationId xmlns:a16="http://schemas.microsoft.com/office/drawing/2014/main" id="{8F49FCDA-9282-9A18-8D28-3BB3DD304BBE}"/>
                </a:ext>
              </a:extLst>
            </p:cNvPr>
            <p:cNvSpPr/>
            <p:nvPr/>
          </p:nvSpPr>
          <p:spPr>
            <a:xfrm>
              <a:off x="7713924" y="3136048"/>
              <a:ext cx="18173" cy="9995"/>
            </a:xfrm>
            <a:custGeom>
              <a:avLst/>
              <a:gdLst/>
              <a:ahLst/>
              <a:cxnLst/>
              <a:rect l="l" t="t" r="r" b="b"/>
              <a:pathLst>
                <a:path w="140" h="77" extrusionOk="0">
                  <a:moveTo>
                    <a:pt x="82" y="0"/>
                  </a:moveTo>
                  <a:lnTo>
                    <a:pt x="0" y="19"/>
                  </a:lnTo>
                  <a:lnTo>
                    <a:pt x="0" y="38"/>
                  </a:lnTo>
                  <a:lnTo>
                    <a:pt x="63" y="58"/>
                  </a:lnTo>
                  <a:lnTo>
                    <a:pt x="82" y="77"/>
                  </a:lnTo>
                  <a:lnTo>
                    <a:pt x="140" y="38"/>
                  </a:lnTo>
                  <a:lnTo>
                    <a:pt x="140" y="1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2605;p60">
              <a:extLst>
                <a:ext uri="{FF2B5EF4-FFF2-40B4-BE49-F238E27FC236}">
                  <a16:creationId xmlns:a16="http://schemas.microsoft.com/office/drawing/2014/main" id="{BC727DE8-932C-B586-A5FB-833CB1FD2007}"/>
                </a:ext>
              </a:extLst>
            </p:cNvPr>
            <p:cNvSpPr/>
            <p:nvPr/>
          </p:nvSpPr>
          <p:spPr>
            <a:xfrm>
              <a:off x="7703929" y="3140981"/>
              <a:ext cx="18173" cy="10774"/>
            </a:xfrm>
            <a:custGeom>
              <a:avLst/>
              <a:gdLst/>
              <a:ahLst/>
              <a:cxnLst/>
              <a:rect l="l" t="t" r="r" b="b"/>
              <a:pathLst>
                <a:path w="140" h="83" extrusionOk="0">
                  <a:moveTo>
                    <a:pt x="58" y="0"/>
                  </a:moveTo>
                  <a:lnTo>
                    <a:pt x="0" y="39"/>
                  </a:lnTo>
                  <a:lnTo>
                    <a:pt x="0" y="63"/>
                  </a:lnTo>
                  <a:lnTo>
                    <a:pt x="58" y="82"/>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2606;p60">
              <a:extLst>
                <a:ext uri="{FF2B5EF4-FFF2-40B4-BE49-F238E27FC236}">
                  <a16:creationId xmlns:a16="http://schemas.microsoft.com/office/drawing/2014/main" id="{3469C5EB-210D-975D-76BE-3A4A2ACDCE31}"/>
                </a:ext>
              </a:extLst>
            </p:cNvPr>
            <p:cNvSpPr/>
            <p:nvPr/>
          </p:nvSpPr>
          <p:spPr>
            <a:xfrm>
              <a:off x="7690819" y="3149029"/>
              <a:ext cx="18173" cy="10125"/>
            </a:xfrm>
            <a:custGeom>
              <a:avLst/>
              <a:gdLst/>
              <a:ahLst/>
              <a:cxnLst/>
              <a:rect l="l" t="t" r="r" b="b"/>
              <a:pathLst>
                <a:path w="140" h="78" extrusionOk="0">
                  <a:moveTo>
                    <a:pt x="77" y="1"/>
                  </a:moveTo>
                  <a:lnTo>
                    <a:pt x="1" y="39"/>
                  </a:lnTo>
                  <a:lnTo>
                    <a:pt x="20" y="39"/>
                  </a:lnTo>
                  <a:lnTo>
                    <a:pt x="58" y="78"/>
                  </a:lnTo>
                  <a:lnTo>
                    <a:pt x="77" y="78"/>
                  </a:lnTo>
                  <a:lnTo>
                    <a:pt x="140" y="39"/>
                  </a:lnTo>
                  <a:lnTo>
                    <a:pt x="140" y="20"/>
                  </a:lnTo>
                  <a:lnTo>
                    <a:pt x="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2607;p60">
              <a:extLst>
                <a:ext uri="{FF2B5EF4-FFF2-40B4-BE49-F238E27FC236}">
                  <a16:creationId xmlns:a16="http://schemas.microsoft.com/office/drawing/2014/main" id="{2205C904-51AA-1412-B0B4-6856FCD4C2D8}"/>
                </a:ext>
              </a:extLst>
            </p:cNvPr>
            <p:cNvSpPr/>
            <p:nvPr/>
          </p:nvSpPr>
          <p:spPr>
            <a:xfrm>
              <a:off x="7680175" y="3154092"/>
              <a:ext cx="18303" cy="10774"/>
            </a:xfrm>
            <a:custGeom>
              <a:avLst/>
              <a:gdLst/>
              <a:ahLst/>
              <a:cxnLst/>
              <a:rect l="l" t="t" r="r" b="b"/>
              <a:pathLst>
                <a:path w="141" h="83" extrusionOk="0">
                  <a:moveTo>
                    <a:pt x="63" y="0"/>
                  </a:moveTo>
                  <a:lnTo>
                    <a:pt x="1" y="39"/>
                  </a:lnTo>
                  <a:lnTo>
                    <a:pt x="1" y="58"/>
                  </a:lnTo>
                  <a:lnTo>
                    <a:pt x="63" y="82"/>
                  </a:lnTo>
                  <a:lnTo>
                    <a:pt x="83" y="82"/>
                  </a:lnTo>
                  <a:lnTo>
                    <a:pt x="140" y="3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2608;p60">
              <a:extLst>
                <a:ext uri="{FF2B5EF4-FFF2-40B4-BE49-F238E27FC236}">
                  <a16:creationId xmlns:a16="http://schemas.microsoft.com/office/drawing/2014/main" id="{CF782E50-8F88-FF3A-18A7-F2FDF599C472}"/>
                </a:ext>
              </a:extLst>
            </p:cNvPr>
            <p:cNvSpPr/>
            <p:nvPr/>
          </p:nvSpPr>
          <p:spPr>
            <a:xfrm>
              <a:off x="7669660" y="3161620"/>
              <a:ext cx="18822" cy="10644"/>
            </a:xfrm>
            <a:custGeom>
              <a:avLst/>
              <a:gdLst/>
              <a:ahLst/>
              <a:cxnLst/>
              <a:rect l="l" t="t" r="r" b="b"/>
              <a:pathLst>
                <a:path w="145" h="82" extrusionOk="0">
                  <a:moveTo>
                    <a:pt x="63" y="0"/>
                  </a:moveTo>
                  <a:lnTo>
                    <a:pt x="0" y="43"/>
                  </a:lnTo>
                  <a:lnTo>
                    <a:pt x="44" y="82"/>
                  </a:lnTo>
                  <a:lnTo>
                    <a:pt x="63" y="82"/>
                  </a:lnTo>
                  <a:lnTo>
                    <a:pt x="144" y="43"/>
                  </a:lnTo>
                  <a:lnTo>
                    <a:pt x="120" y="24"/>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2609;p60">
              <a:extLst>
                <a:ext uri="{FF2B5EF4-FFF2-40B4-BE49-F238E27FC236}">
                  <a16:creationId xmlns:a16="http://schemas.microsoft.com/office/drawing/2014/main" id="{5CC49DF1-BE8F-64EE-C4B1-AFD73A464E3D}"/>
                </a:ext>
              </a:extLst>
            </p:cNvPr>
            <p:cNvSpPr/>
            <p:nvPr/>
          </p:nvSpPr>
          <p:spPr>
            <a:xfrm>
              <a:off x="7657199" y="3167202"/>
              <a:ext cx="18173" cy="10125"/>
            </a:xfrm>
            <a:custGeom>
              <a:avLst/>
              <a:gdLst/>
              <a:ahLst/>
              <a:cxnLst/>
              <a:rect l="l" t="t" r="r" b="b"/>
              <a:pathLst>
                <a:path w="140" h="78" extrusionOk="0">
                  <a:moveTo>
                    <a:pt x="77" y="0"/>
                  </a:moveTo>
                  <a:lnTo>
                    <a:pt x="0" y="39"/>
                  </a:lnTo>
                  <a:lnTo>
                    <a:pt x="0" y="58"/>
                  </a:lnTo>
                  <a:lnTo>
                    <a:pt x="58" y="77"/>
                  </a:lnTo>
                  <a:lnTo>
                    <a:pt x="77" y="77"/>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2610;p60">
              <a:extLst>
                <a:ext uri="{FF2B5EF4-FFF2-40B4-BE49-F238E27FC236}">
                  <a16:creationId xmlns:a16="http://schemas.microsoft.com/office/drawing/2014/main" id="{EBED532B-A375-A655-6F96-B17BCDDA5576}"/>
                </a:ext>
              </a:extLst>
            </p:cNvPr>
            <p:cNvSpPr/>
            <p:nvPr/>
          </p:nvSpPr>
          <p:spPr>
            <a:xfrm>
              <a:off x="7646554" y="3174601"/>
              <a:ext cx="18173" cy="10774"/>
            </a:xfrm>
            <a:custGeom>
              <a:avLst/>
              <a:gdLst/>
              <a:ahLst/>
              <a:cxnLst/>
              <a:rect l="l" t="t" r="r" b="b"/>
              <a:pathLst>
                <a:path w="140" h="83" extrusionOk="0">
                  <a:moveTo>
                    <a:pt x="58" y="1"/>
                  </a:moveTo>
                  <a:lnTo>
                    <a:pt x="1" y="44"/>
                  </a:lnTo>
                  <a:lnTo>
                    <a:pt x="39" y="83"/>
                  </a:lnTo>
                  <a:lnTo>
                    <a:pt x="58" y="83"/>
                  </a:lnTo>
                  <a:lnTo>
                    <a:pt x="140" y="44"/>
                  </a:lnTo>
                  <a:lnTo>
                    <a:pt x="140"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2611;p60">
              <a:extLst>
                <a:ext uri="{FF2B5EF4-FFF2-40B4-BE49-F238E27FC236}">
                  <a16:creationId xmlns:a16="http://schemas.microsoft.com/office/drawing/2014/main" id="{ECE37299-7217-33B9-8E25-BF8DC635E9D7}"/>
                </a:ext>
              </a:extLst>
            </p:cNvPr>
            <p:cNvSpPr/>
            <p:nvPr/>
          </p:nvSpPr>
          <p:spPr>
            <a:xfrm>
              <a:off x="7633444" y="3180313"/>
              <a:ext cx="18173" cy="9995"/>
            </a:xfrm>
            <a:custGeom>
              <a:avLst/>
              <a:gdLst/>
              <a:ahLst/>
              <a:cxnLst/>
              <a:rect l="l" t="t" r="r" b="b"/>
              <a:pathLst>
                <a:path w="140" h="77" extrusionOk="0">
                  <a:moveTo>
                    <a:pt x="82" y="0"/>
                  </a:moveTo>
                  <a:lnTo>
                    <a:pt x="1" y="39"/>
                  </a:lnTo>
                  <a:lnTo>
                    <a:pt x="1" y="58"/>
                  </a:lnTo>
                  <a:lnTo>
                    <a:pt x="63" y="77"/>
                  </a:lnTo>
                  <a:lnTo>
                    <a:pt x="82" y="77"/>
                  </a:lnTo>
                  <a:lnTo>
                    <a:pt x="140" y="39"/>
                  </a:lnTo>
                  <a:lnTo>
                    <a:pt x="102"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2612;p60">
              <a:extLst>
                <a:ext uri="{FF2B5EF4-FFF2-40B4-BE49-F238E27FC236}">
                  <a16:creationId xmlns:a16="http://schemas.microsoft.com/office/drawing/2014/main" id="{2D741C32-F8BD-829B-3E9F-2B29AD1C0703}"/>
                </a:ext>
              </a:extLst>
            </p:cNvPr>
            <p:cNvSpPr/>
            <p:nvPr/>
          </p:nvSpPr>
          <p:spPr>
            <a:xfrm>
              <a:off x="7760655" y="3120342"/>
              <a:ext cx="15706" cy="10125"/>
            </a:xfrm>
            <a:custGeom>
              <a:avLst/>
              <a:gdLst/>
              <a:ahLst/>
              <a:cxnLst/>
              <a:rect l="l" t="t" r="r" b="b"/>
              <a:pathLst>
                <a:path w="121" h="78" extrusionOk="0">
                  <a:moveTo>
                    <a:pt x="63" y="1"/>
                  </a:moveTo>
                  <a:lnTo>
                    <a:pt x="1" y="39"/>
                  </a:lnTo>
                  <a:lnTo>
                    <a:pt x="1" y="59"/>
                  </a:lnTo>
                  <a:lnTo>
                    <a:pt x="44" y="78"/>
                  </a:lnTo>
                  <a:lnTo>
                    <a:pt x="63" y="78"/>
                  </a:lnTo>
                  <a:lnTo>
                    <a:pt x="121"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2613;p60">
              <a:extLst>
                <a:ext uri="{FF2B5EF4-FFF2-40B4-BE49-F238E27FC236}">
                  <a16:creationId xmlns:a16="http://schemas.microsoft.com/office/drawing/2014/main" id="{8E0AAC14-E1DA-E327-CAF6-8961A41FF827}"/>
                </a:ext>
              </a:extLst>
            </p:cNvPr>
            <p:cNvSpPr/>
            <p:nvPr/>
          </p:nvSpPr>
          <p:spPr>
            <a:xfrm>
              <a:off x="7747545" y="3127871"/>
              <a:ext cx="18822" cy="10774"/>
            </a:xfrm>
            <a:custGeom>
              <a:avLst/>
              <a:gdLst/>
              <a:ahLst/>
              <a:cxnLst/>
              <a:rect l="l" t="t" r="r" b="b"/>
              <a:pathLst>
                <a:path w="145" h="83" extrusionOk="0">
                  <a:moveTo>
                    <a:pt x="82" y="1"/>
                  </a:moveTo>
                  <a:lnTo>
                    <a:pt x="1" y="44"/>
                  </a:lnTo>
                  <a:lnTo>
                    <a:pt x="63" y="82"/>
                  </a:lnTo>
                  <a:lnTo>
                    <a:pt x="82" y="82"/>
                  </a:lnTo>
                  <a:lnTo>
                    <a:pt x="145" y="44"/>
                  </a:lnTo>
                  <a:lnTo>
                    <a:pt x="145"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2614;p60">
              <a:extLst>
                <a:ext uri="{FF2B5EF4-FFF2-40B4-BE49-F238E27FC236}">
                  <a16:creationId xmlns:a16="http://schemas.microsoft.com/office/drawing/2014/main" id="{D85CF546-AC09-AEE3-83D4-4CFE1F556F84}"/>
                </a:ext>
              </a:extLst>
            </p:cNvPr>
            <p:cNvSpPr/>
            <p:nvPr/>
          </p:nvSpPr>
          <p:spPr>
            <a:xfrm>
              <a:off x="7737549" y="3133452"/>
              <a:ext cx="18303" cy="10125"/>
            </a:xfrm>
            <a:custGeom>
              <a:avLst/>
              <a:gdLst/>
              <a:ahLst/>
              <a:cxnLst/>
              <a:rect l="l" t="t" r="r" b="b"/>
              <a:pathLst>
                <a:path w="141" h="78" extrusionOk="0">
                  <a:moveTo>
                    <a:pt x="59" y="1"/>
                  </a:moveTo>
                  <a:lnTo>
                    <a:pt x="1" y="39"/>
                  </a:lnTo>
                  <a:lnTo>
                    <a:pt x="1" y="58"/>
                  </a:lnTo>
                  <a:lnTo>
                    <a:pt x="39" y="78"/>
                  </a:lnTo>
                  <a:lnTo>
                    <a:pt x="59" y="78"/>
                  </a:lnTo>
                  <a:lnTo>
                    <a:pt x="140" y="39"/>
                  </a:lnTo>
                  <a:lnTo>
                    <a:pt x="121" y="39"/>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2615;p60">
              <a:extLst>
                <a:ext uri="{FF2B5EF4-FFF2-40B4-BE49-F238E27FC236}">
                  <a16:creationId xmlns:a16="http://schemas.microsoft.com/office/drawing/2014/main" id="{3A0D2B0D-3CF2-534A-4D47-984911CEF302}"/>
                </a:ext>
              </a:extLst>
            </p:cNvPr>
            <p:cNvSpPr/>
            <p:nvPr/>
          </p:nvSpPr>
          <p:spPr>
            <a:xfrm>
              <a:off x="7724569" y="3140981"/>
              <a:ext cx="18173" cy="10774"/>
            </a:xfrm>
            <a:custGeom>
              <a:avLst/>
              <a:gdLst/>
              <a:ahLst/>
              <a:cxnLst/>
              <a:rect l="l" t="t" r="r" b="b"/>
              <a:pathLst>
                <a:path w="140" h="83" extrusionOk="0">
                  <a:moveTo>
                    <a:pt x="82" y="0"/>
                  </a:moveTo>
                  <a:lnTo>
                    <a:pt x="0" y="39"/>
                  </a:lnTo>
                  <a:lnTo>
                    <a:pt x="58" y="82"/>
                  </a:lnTo>
                  <a:lnTo>
                    <a:pt x="82" y="82"/>
                  </a:lnTo>
                  <a:lnTo>
                    <a:pt x="139" y="39"/>
                  </a:lnTo>
                  <a:lnTo>
                    <a:pt x="139" y="20"/>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2616;p60">
              <a:extLst>
                <a:ext uri="{FF2B5EF4-FFF2-40B4-BE49-F238E27FC236}">
                  <a16:creationId xmlns:a16="http://schemas.microsoft.com/office/drawing/2014/main" id="{770CE056-D007-F2B6-2D97-9F5A5691DC83}"/>
                </a:ext>
              </a:extLst>
            </p:cNvPr>
            <p:cNvSpPr/>
            <p:nvPr/>
          </p:nvSpPr>
          <p:spPr>
            <a:xfrm>
              <a:off x="7713924" y="3145914"/>
              <a:ext cx="18173" cy="10774"/>
            </a:xfrm>
            <a:custGeom>
              <a:avLst/>
              <a:gdLst/>
              <a:ahLst/>
              <a:cxnLst/>
              <a:rect l="l" t="t" r="r" b="b"/>
              <a:pathLst>
                <a:path w="140" h="83" extrusionOk="0">
                  <a:moveTo>
                    <a:pt x="63" y="1"/>
                  </a:moveTo>
                  <a:lnTo>
                    <a:pt x="0" y="44"/>
                  </a:lnTo>
                  <a:lnTo>
                    <a:pt x="0" y="63"/>
                  </a:lnTo>
                  <a:lnTo>
                    <a:pt x="63" y="83"/>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2617;p60">
              <a:extLst>
                <a:ext uri="{FF2B5EF4-FFF2-40B4-BE49-F238E27FC236}">
                  <a16:creationId xmlns:a16="http://schemas.microsoft.com/office/drawing/2014/main" id="{935C97A0-EE65-1384-240A-3AFACED4C09D}"/>
                </a:ext>
              </a:extLst>
            </p:cNvPr>
            <p:cNvSpPr/>
            <p:nvPr/>
          </p:nvSpPr>
          <p:spPr>
            <a:xfrm>
              <a:off x="7700814" y="3154092"/>
              <a:ext cx="18822" cy="10774"/>
            </a:xfrm>
            <a:custGeom>
              <a:avLst/>
              <a:gdLst/>
              <a:ahLst/>
              <a:cxnLst/>
              <a:rect l="l" t="t" r="r" b="b"/>
              <a:pathLst>
                <a:path w="145" h="83" extrusionOk="0">
                  <a:moveTo>
                    <a:pt x="82" y="0"/>
                  </a:moveTo>
                  <a:lnTo>
                    <a:pt x="0" y="39"/>
                  </a:lnTo>
                  <a:lnTo>
                    <a:pt x="63" y="82"/>
                  </a:lnTo>
                  <a:lnTo>
                    <a:pt x="82" y="82"/>
                  </a:lnTo>
                  <a:lnTo>
                    <a:pt x="145" y="39"/>
                  </a:lnTo>
                  <a:lnTo>
                    <a:pt x="145" y="20"/>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2618;p60">
              <a:extLst>
                <a:ext uri="{FF2B5EF4-FFF2-40B4-BE49-F238E27FC236}">
                  <a16:creationId xmlns:a16="http://schemas.microsoft.com/office/drawing/2014/main" id="{D6B01CF2-E1D8-C41E-5279-2E2FCD32FEB6}"/>
                </a:ext>
              </a:extLst>
            </p:cNvPr>
            <p:cNvSpPr/>
            <p:nvPr/>
          </p:nvSpPr>
          <p:spPr>
            <a:xfrm>
              <a:off x="7690819" y="3159024"/>
              <a:ext cx="18173" cy="10774"/>
            </a:xfrm>
            <a:custGeom>
              <a:avLst/>
              <a:gdLst/>
              <a:ahLst/>
              <a:cxnLst/>
              <a:rect l="l" t="t" r="r" b="b"/>
              <a:pathLst>
                <a:path w="140" h="83" extrusionOk="0">
                  <a:moveTo>
                    <a:pt x="58" y="1"/>
                  </a:moveTo>
                  <a:lnTo>
                    <a:pt x="1" y="44"/>
                  </a:lnTo>
                  <a:lnTo>
                    <a:pt x="1" y="63"/>
                  </a:lnTo>
                  <a:lnTo>
                    <a:pt x="58" y="82"/>
                  </a:lnTo>
                  <a:lnTo>
                    <a:pt x="140" y="44"/>
                  </a:lnTo>
                  <a:lnTo>
                    <a:pt x="77" y="20"/>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2619;p60">
              <a:extLst>
                <a:ext uri="{FF2B5EF4-FFF2-40B4-BE49-F238E27FC236}">
                  <a16:creationId xmlns:a16="http://schemas.microsoft.com/office/drawing/2014/main" id="{F0F7A884-0C54-5C87-3BC2-6F5074AE9540}"/>
                </a:ext>
              </a:extLst>
            </p:cNvPr>
            <p:cNvSpPr/>
            <p:nvPr/>
          </p:nvSpPr>
          <p:spPr>
            <a:xfrm>
              <a:off x="7680175" y="3167202"/>
              <a:ext cx="15836" cy="10125"/>
            </a:xfrm>
            <a:custGeom>
              <a:avLst/>
              <a:gdLst/>
              <a:ahLst/>
              <a:cxnLst/>
              <a:rect l="l" t="t" r="r" b="b"/>
              <a:pathLst>
                <a:path w="122" h="78" extrusionOk="0">
                  <a:moveTo>
                    <a:pt x="63" y="0"/>
                  </a:moveTo>
                  <a:lnTo>
                    <a:pt x="1" y="39"/>
                  </a:lnTo>
                  <a:lnTo>
                    <a:pt x="39" y="77"/>
                  </a:lnTo>
                  <a:lnTo>
                    <a:pt x="63" y="77"/>
                  </a:lnTo>
                  <a:lnTo>
                    <a:pt x="121" y="3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2620;p60">
              <a:extLst>
                <a:ext uri="{FF2B5EF4-FFF2-40B4-BE49-F238E27FC236}">
                  <a16:creationId xmlns:a16="http://schemas.microsoft.com/office/drawing/2014/main" id="{01D41032-3404-29D6-FEA0-04ACC88DA2A4}"/>
                </a:ext>
              </a:extLst>
            </p:cNvPr>
            <p:cNvSpPr/>
            <p:nvPr/>
          </p:nvSpPr>
          <p:spPr>
            <a:xfrm>
              <a:off x="7667194" y="3174601"/>
              <a:ext cx="18173" cy="10774"/>
            </a:xfrm>
            <a:custGeom>
              <a:avLst/>
              <a:gdLst/>
              <a:ahLst/>
              <a:cxnLst/>
              <a:rect l="l" t="t" r="r" b="b"/>
              <a:pathLst>
                <a:path w="140" h="83" extrusionOk="0">
                  <a:moveTo>
                    <a:pt x="63" y="1"/>
                  </a:moveTo>
                  <a:lnTo>
                    <a:pt x="0" y="44"/>
                  </a:lnTo>
                  <a:lnTo>
                    <a:pt x="63" y="83"/>
                  </a:lnTo>
                  <a:lnTo>
                    <a:pt x="82" y="83"/>
                  </a:lnTo>
                  <a:lnTo>
                    <a:pt x="139" y="44"/>
                  </a:lnTo>
                  <a:lnTo>
                    <a:pt x="139"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2621;p60">
              <a:extLst>
                <a:ext uri="{FF2B5EF4-FFF2-40B4-BE49-F238E27FC236}">
                  <a16:creationId xmlns:a16="http://schemas.microsoft.com/office/drawing/2014/main" id="{B099B970-8F84-CF35-BDE4-A15D5C0817FA}"/>
                </a:ext>
              </a:extLst>
            </p:cNvPr>
            <p:cNvSpPr/>
            <p:nvPr/>
          </p:nvSpPr>
          <p:spPr>
            <a:xfrm>
              <a:off x="7657199" y="3180313"/>
              <a:ext cx="18173" cy="9995"/>
            </a:xfrm>
            <a:custGeom>
              <a:avLst/>
              <a:gdLst/>
              <a:ahLst/>
              <a:cxnLst/>
              <a:rect l="l" t="t" r="r" b="b"/>
              <a:pathLst>
                <a:path w="140" h="77" extrusionOk="0">
                  <a:moveTo>
                    <a:pt x="58" y="0"/>
                  </a:moveTo>
                  <a:lnTo>
                    <a:pt x="0" y="39"/>
                  </a:lnTo>
                  <a:lnTo>
                    <a:pt x="0" y="58"/>
                  </a:lnTo>
                  <a:lnTo>
                    <a:pt x="39" y="77"/>
                  </a:lnTo>
                  <a:lnTo>
                    <a:pt x="58" y="77"/>
                  </a:lnTo>
                  <a:lnTo>
                    <a:pt x="140" y="39"/>
                  </a:lnTo>
                  <a:lnTo>
                    <a:pt x="12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2622;p60">
              <a:extLst>
                <a:ext uri="{FF2B5EF4-FFF2-40B4-BE49-F238E27FC236}">
                  <a16:creationId xmlns:a16="http://schemas.microsoft.com/office/drawing/2014/main" id="{9D474254-D84F-0591-9094-D39A7F8838A2}"/>
                </a:ext>
              </a:extLst>
            </p:cNvPr>
            <p:cNvSpPr/>
            <p:nvPr/>
          </p:nvSpPr>
          <p:spPr>
            <a:xfrm>
              <a:off x="7644088" y="3187712"/>
              <a:ext cx="18173" cy="10774"/>
            </a:xfrm>
            <a:custGeom>
              <a:avLst/>
              <a:gdLst/>
              <a:ahLst/>
              <a:cxnLst/>
              <a:rect l="l" t="t" r="r" b="b"/>
              <a:pathLst>
                <a:path w="140" h="83" extrusionOk="0">
                  <a:moveTo>
                    <a:pt x="77" y="1"/>
                  </a:moveTo>
                  <a:lnTo>
                    <a:pt x="0" y="39"/>
                  </a:lnTo>
                  <a:lnTo>
                    <a:pt x="58" y="82"/>
                  </a:lnTo>
                  <a:lnTo>
                    <a:pt x="77" y="82"/>
                  </a:lnTo>
                  <a:lnTo>
                    <a:pt x="140" y="39"/>
                  </a:lnTo>
                  <a:lnTo>
                    <a:pt x="140"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2623;p60">
              <a:extLst>
                <a:ext uri="{FF2B5EF4-FFF2-40B4-BE49-F238E27FC236}">
                  <a16:creationId xmlns:a16="http://schemas.microsoft.com/office/drawing/2014/main" id="{BC0AA838-F7D2-1E13-FDBF-FF48243BE75C}"/>
                </a:ext>
              </a:extLst>
            </p:cNvPr>
            <p:cNvSpPr/>
            <p:nvPr/>
          </p:nvSpPr>
          <p:spPr>
            <a:xfrm>
              <a:off x="7768833" y="3125404"/>
              <a:ext cx="18173" cy="10774"/>
            </a:xfrm>
            <a:custGeom>
              <a:avLst/>
              <a:gdLst/>
              <a:ahLst/>
              <a:cxnLst/>
              <a:rect l="l" t="t" r="r" b="b"/>
              <a:pathLst>
                <a:path w="140" h="83" extrusionOk="0">
                  <a:moveTo>
                    <a:pt x="77" y="0"/>
                  </a:moveTo>
                  <a:lnTo>
                    <a:pt x="0" y="39"/>
                  </a:lnTo>
                  <a:lnTo>
                    <a:pt x="19" y="63"/>
                  </a:lnTo>
                  <a:lnTo>
                    <a:pt x="58" y="82"/>
                  </a:lnTo>
                  <a:lnTo>
                    <a:pt x="77" y="82"/>
                  </a:lnTo>
                  <a:lnTo>
                    <a:pt x="139" y="3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2624;p60">
              <a:extLst>
                <a:ext uri="{FF2B5EF4-FFF2-40B4-BE49-F238E27FC236}">
                  <a16:creationId xmlns:a16="http://schemas.microsoft.com/office/drawing/2014/main" id="{B1C29676-A8D7-0BEF-173F-C56F1F67636C}"/>
                </a:ext>
              </a:extLst>
            </p:cNvPr>
            <p:cNvSpPr/>
            <p:nvPr/>
          </p:nvSpPr>
          <p:spPr>
            <a:xfrm>
              <a:off x="7758189" y="3133452"/>
              <a:ext cx="18173" cy="10125"/>
            </a:xfrm>
            <a:custGeom>
              <a:avLst/>
              <a:gdLst/>
              <a:ahLst/>
              <a:cxnLst/>
              <a:rect l="l" t="t" r="r" b="b"/>
              <a:pathLst>
                <a:path w="140" h="78" extrusionOk="0">
                  <a:moveTo>
                    <a:pt x="63" y="1"/>
                  </a:moveTo>
                  <a:lnTo>
                    <a:pt x="0" y="39"/>
                  </a:lnTo>
                  <a:lnTo>
                    <a:pt x="63" y="78"/>
                  </a:lnTo>
                  <a:lnTo>
                    <a:pt x="82" y="78"/>
                  </a:lnTo>
                  <a:lnTo>
                    <a:pt x="140" y="39"/>
                  </a:lnTo>
                  <a:lnTo>
                    <a:pt x="140"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2625;p60">
              <a:extLst>
                <a:ext uri="{FF2B5EF4-FFF2-40B4-BE49-F238E27FC236}">
                  <a16:creationId xmlns:a16="http://schemas.microsoft.com/office/drawing/2014/main" id="{70D4581E-E232-251B-9674-A7BEA9FAD7F8}"/>
                </a:ext>
              </a:extLst>
            </p:cNvPr>
            <p:cNvSpPr/>
            <p:nvPr/>
          </p:nvSpPr>
          <p:spPr>
            <a:xfrm>
              <a:off x="7747545" y="3138515"/>
              <a:ext cx="18822" cy="10644"/>
            </a:xfrm>
            <a:custGeom>
              <a:avLst/>
              <a:gdLst/>
              <a:ahLst/>
              <a:cxnLst/>
              <a:rect l="l" t="t" r="r" b="b"/>
              <a:pathLst>
                <a:path w="145" h="82" extrusionOk="0">
                  <a:moveTo>
                    <a:pt x="63" y="0"/>
                  </a:moveTo>
                  <a:lnTo>
                    <a:pt x="1" y="39"/>
                  </a:lnTo>
                  <a:lnTo>
                    <a:pt x="1" y="58"/>
                  </a:lnTo>
                  <a:lnTo>
                    <a:pt x="44" y="82"/>
                  </a:lnTo>
                  <a:lnTo>
                    <a:pt x="63" y="82"/>
                  </a:lnTo>
                  <a:lnTo>
                    <a:pt x="145" y="58"/>
                  </a:lnTo>
                  <a:lnTo>
                    <a:pt x="121" y="39"/>
                  </a:lnTo>
                  <a:lnTo>
                    <a:pt x="82" y="1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2626;p60">
              <a:extLst>
                <a:ext uri="{FF2B5EF4-FFF2-40B4-BE49-F238E27FC236}">
                  <a16:creationId xmlns:a16="http://schemas.microsoft.com/office/drawing/2014/main" id="{F589A7E2-832C-BE9C-E3B2-FEA3934B9816}"/>
                </a:ext>
              </a:extLst>
            </p:cNvPr>
            <p:cNvSpPr/>
            <p:nvPr/>
          </p:nvSpPr>
          <p:spPr>
            <a:xfrm>
              <a:off x="7677708" y="3145914"/>
              <a:ext cx="75676" cy="44393"/>
            </a:xfrm>
            <a:custGeom>
              <a:avLst/>
              <a:gdLst/>
              <a:ahLst/>
              <a:cxnLst/>
              <a:rect l="l" t="t" r="r" b="b"/>
              <a:pathLst>
                <a:path w="583" h="342" extrusionOk="0">
                  <a:moveTo>
                    <a:pt x="500" y="1"/>
                  </a:moveTo>
                  <a:lnTo>
                    <a:pt x="1" y="304"/>
                  </a:lnTo>
                  <a:lnTo>
                    <a:pt x="58" y="342"/>
                  </a:lnTo>
                  <a:lnTo>
                    <a:pt x="82" y="342"/>
                  </a:lnTo>
                  <a:lnTo>
                    <a:pt x="582" y="44"/>
                  </a:lnTo>
                  <a:lnTo>
                    <a:pt x="5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2627;p60">
              <a:extLst>
                <a:ext uri="{FF2B5EF4-FFF2-40B4-BE49-F238E27FC236}">
                  <a16:creationId xmlns:a16="http://schemas.microsoft.com/office/drawing/2014/main" id="{28A2F27B-D8AD-4DCB-5989-29358574AE61}"/>
                </a:ext>
              </a:extLst>
            </p:cNvPr>
            <p:cNvSpPr/>
            <p:nvPr/>
          </p:nvSpPr>
          <p:spPr>
            <a:xfrm>
              <a:off x="7667194" y="3185245"/>
              <a:ext cx="15706" cy="10774"/>
            </a:xfrm>
            <a:custGeom>
              <a:avLst/>
              <a:gdLst/>
              <a:ahLst/>
              <a:cxnLst/>
              <a:rect l="l" t="t" r="r" b="b"/>
              <a:pathLst>
                <a:path w="121" h="83" extrusionOk="0">
                  <a:moveTo>
                    <a:pt x="63" y="1"/>
                  </a:moveTo>
                  <a:lnTo>
                    <a:pt x="0" y="39"/>
                  </a:lnTo>
                  <a:lnTo>
                    <a:pt x="0" y="58"/>
                  </a:lnTo>
                  <a:lnTo>
                    <a:pt x="43" y="82"/>
                  </a:lnTo>
                  <a:lnTo>
                    <a:pt x="63" y="82"/>
                  </a:lnTo>
                  <a:lnTo>
                    <a:pt x="12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2628;p60">
              <a:extLst>
                <a:ext uri="{FF2B5EF4-FFF2-40B4-BE49-F238E27FC236}">
                  <a16:creationId xmlns:a16="http://schemas.microsoft.com/office/drawing/2014/main" id="{A6B613BA-1BF0-B8D3-7FC4-25CA27575DE3}"/>
                </a:ext>
              </a:extLst>
            </p:cNvPr>
            <p:cNvSpPr/>
            <p:nvPr/>
          </p:nvSpPr>
          <p:spPr>
            <a:xfrm>
              <a:off x="7654083" y="3192774"/>
              <a:ext cx="18822" cy="10644"/>
            </a:xfrm>
            <a:custGeom>
              <a:avLst/>
              <a:gdLst/>
              <a:ahLst/>
              <a:cxnLst/>
              <a:rect l="l" t="t" r="r" b="b"/>
              <a:pathLst>
                <a:path w="145" h="82" extrusionOk="0">
                  <a:moveTo>
                    <a:pt x="82" y="0"/>
                  </a:moveTo>
                  <a:lnTo>
                    <a:pt x="0" y="43"/>
                  </a:lnTo>
                  <a:lnTo>
                    <a:pt x="63" y="82"/>
                  </a:lnTo>
                  <a:lnTo>
                    <a:pt x="82" y="82"/>
                  </a:lnTo>
                  <a:lnTo>
                    <a:pt x="144" y="43"/>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2629;p60">
              <a:extLst>
                <a:ext uri="{FF2B5EF4-FFF2-40B4-BE49-F238E27FC236}">
                  <a16:creationId xmlns:a16="http://schemas.microsoft.com/office/drawing/2014/main" id="{E2B029AF-32F8-3B1B-2577-974146161920}"/>
                </a:ext>
              </a:extLst>
            </p:cNvPr>
            <p:cNvSpPr/>
            <p:nvPr/>
          </p:nvSpPr>
          <p:spPr>
            <a:xfrm>
              <a:off x="5448396" y="3546369"/>
              <a:ext cx="400448" cy="233909"/>
            </a:xfrm>
            <a:custGeom>
              <a:avLst/>
              <a:gdLst/>
              <a:ahLst/>
              <a:cxnLst/>
              <a:rect l="l" t="t" r="r" b="b"/>
              <a:pathLst>
                <a:path w="3085" h="1802" extrusionOk="0">
                  <a:moveTo>
                    <a:pt x="1480" y="0"/>
                  </a:moveTo>
                  <a:cubicBezTo>
                    <a:pt x="822" y="0"/>
                    <a:pt x="240" y="240"/>
                    <a:pt x="0" y="581"/>
                  </a:cubicBezTo>
                  <a:lnTo>
                    <a:pt x="2143" y="1802"/>
                  </a:lnTo>
                  <a:cubicBezTo>
                    <a:pt x="2681" y="1662"/>
                    <a:pt x="3084" y="1321"/>
                    <a:pt x="3084" y="942"/>
                  </a:cubicBezTo>
                  <a:cubicBezTo>
                    <a:pt x="3084" y="423"/>
                    <a:pt x="2364" y="0"/>
                    <a:pt x="1480" y="0"/>
                  </a:cubicBezTo>
                  <a:close/>
                </a:path>
              </a:pathLst>
            </a:custGeom>
            <a:solidFill>
              <a:srgbClr val="180175">
                <a:alpha val="49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2630;p60">
              <a:extLst>
                <a:ext uri="{FF2B5EF4-FFF2-40B4-BE49-F238E27FC236}">
                  <a16:creationId xmlns:a16="http://schemas.microsoft.com/office/drawing/2014/main" id="{5F601FA4-FEEB-9A08-F770-724A9D4D64C1}"/>
                </a:ext>
              </a:extLst>
            </p:cNvPr>
            <p:cNvSpPr/>
            <p:nvPr/>
          </p:nvSpPr>
          <p:spPr>
            <a:xfrm>
              <a:off x="5564963" y="3051155"/>
              <a:ext cx="106830" cy="103065"/>
            </a:xfrm>
            <a:custGeom>
              <a:avLst/>
              <a:gdLst/>
              <a:ahLst/>
              <a:cxnLst/>
              <a:rect l="l" t="t" r="r" b="b"/>
              <a:pathLst>
                <a:path w="823" h="794" extrusionOk="0">
                  <a:moveTo>
                    <a:pt x="397" y="0"/>
                  </a:moveTo>
                  <a:cubicBezTo>
                    <a:pt x="379" y="0"/>
                    <a:pt x="360" y="3"/>
                    <a:pt x="342" y="10"/>
                  </a:cubicBezTo>
                  <a:cubicBezTo>
                    <a:pt x="1" y="193"/>
                    <a:pt x="404" y="611"/>
                    <a:pt x="505" y="793"/>
                  </a:cubicBezTo>
                  <a:cubicBezTo>
                    <a:pt x="803" y="712"/>
                    <a:pt x="822" y="534"/>
                    <a:pt x="822" y="534"/>
                  </a:cubicBezTo>
                  <a:cubicBezTo>
                    <a:pt x="822" y="534"/>
                    <a:pt x="632" y="0"/>
                    <a:pt x="397" y="0"/>
                  </a:cubicBezTo>
                  <a:close/>
                </a:path>
              </a:pathLst>
            </a:custGeom>
            <a:solidFill>
              <a:srgbClr val="8F7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2631;p60">
              <a:extLst>
                <a:ext uri="{FF2B5EF4-FFF2-40B4-BE49-F238E27FC236}">
                  <a16:creationId xmlns:a16="http://schemas.microsoft.com/office/drawing/2014/main" id="{E82BD2EB-B25A-B01D-1CCC-B0179F4855EA}"/>
                </a:ext>
              </a:extLst>
            </p:cNvPr>
            <p:cNvSpPr/>
            <p:nvPr/>
          </p:nvSpPr>
          <p:spPr>
            <a:xfrm>
              <a:off x="5635448" y="3113851"/>
              <a:ext cx="202755" cy="90344"/>
            </a:xfrm>
            <a:custGeom>
              <a:avLst/>
              <a:gdLst/>
              <a:ahLst/>
              <a:cxnLst/>
              <a:rect l="l" t="t" r="r" b="b"/>
              <a:pathLst>
                <a:path w="1562" h="696" extrusionOk="0">
                  <a:moveTo>
                    <a:pt x="1449" y="1"/>
                  </a:moveTo>
                  <a:cubicBezTo>
                    <a:pt x="1428" y="1"/>
                    <a:pt x="1404" y="3"/>
                    <a:pt x="1379" y="8"/>
                  </a:cubicBezTo>
                  <a:cubicBezTo>
                    <a:pt x="1341" y="32"/>
                    <a:pt x="1283" y="51"/>
                    <a:pt x="1259" y="70"/>
                  </a:cubicBezTo>
                  <a:cubicBezTo>
                    <a:pt x="1101" y="152"/>
                    <a:pt x="462" y="469"/>
                    <a:pt x="462" y="469"/>
                  </a:cubicBezTo>
                  <a:lnTo>
                    <a:pt x="221" y="32"/>
                  </a:lnTo>
                  <a:lnTo>
                    <a:pt x="0" y="248"/>
                  </a:lnTo>
                  <a:cubicBezTo>
                    <a:pt x="0" y="248"/>
                    <a:pt x="248" y="695"/>
                    <a:pt x="429" y="695"/>
                  </a:cubicBezTo>
                  <a:cubicBezTo>
                    <a:pt x="440" y="695"/>
                    <a:pt x="451" y="694"/>
                    <a:pt x="462" y="690"/>
                  </a:cubicBezTo>
                  <a:cubicBezTo>
                    <a:pt x="620" y="632"/>
                    <a:pt x="1182" y="272"/>
                    <a:pt x="1322" y="190"/>
                  </a:cubicBezTo>
                  <a:cubicBezTo>
                    <a:pt x="1341" y="190"/>
                    <a:pt x="1360" y="209"/>
                    <a:pt x="1379" y="209"/>
                  </a:cubicBezTo>
                  <a:cubicBezTo>
                    <a:pt x="1422" y="209"/>
                    <a:pt x="1461" y="209"/>
                    <a:pt x="1461" y="190"/>
                  </a:cubicBezTo>
                  <a:cubicBezTo>
                    <a:pt x="1461" y="171"/>
                    <a:pt x="1442" y="171"/>
                    <a:pt x="1442" y="171"/>
                  </a:cubicBezTo>
                  <a:cubicBezTo>
                    <a:pt x="1523" y="152"/>
                    <a:pt x="1562" y="109"/>
                    <a:pt x="1562" y="70"/>
                  </a:cubicBezTo>
                  <a:cubicBezTo>
                    <a:pt x="1562" y="23"/>
                    <a:pt x="1515" y="1"/>
                    <a:pt x="1449" y="1"/>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2632;p60">
              <a:extLst>
                <a:ext uri="{FF2B5EF4-FFF2-40B4-BE49-F238E27FC236}">
                  <a16:creationId xmlns:a16="http://schemas.microsoft.com/office/drawing/2014/main" id="{2CC4466C-3E66-A3FE-BF09-EA1B4129BDD6}"/>
                </a:ext>
              </a:extLst>
            </p:cNvPr>
            <p:cNvSpPr/>
            <p:nvPr/>
          </p:nvSpPr>
          <p:spPr>
            <a:xfrm>
              <a:off x="5599232" y="3601407"/>
              <a:ext cx="112930" cy="52701"/>
            </a:xfrm>
            <a:custGeom>
              <a:avLst/>
              <a:gdLst/>
              <a:ahLst/>
              <a:cxnLst/>
              <a:rect l="l" t="t" r="r" b="b"/>
              <a:pathLst>
                <a:path w="870" h="406" extrusionOk="0">
                  <a:moveTo>
                    <a:pt x="592" y="1"/>
                  </a:moveTo>
                  <a:cubicBezTo>
                    <a:pt x="512" y="1"/>
                    <a:pt x="392" y="17"/>
                    <a:pt x="217" y="57"/>
                  </a:cubicBezTo>
                  <a:cubicBezTo>
                    <a:pt x="205" y="60"/>
                    <a:pt x="191" y="62"/>
                    <a:pt x="174" y="62"/>
                  </a:cubicBezTo>
                  <a:cubicBezTo>
                    <a:pt x="109" y="62"/>
                    <a:pt x="20" y="37"/>
                    <a:pt x="20" y="37"/>
                  </a:cubicBezTo>
                  <a:cubicBezTo>
                    <a:pt x="20" y="37"/>
                    <a:pt x="1" y="277"/>
                    <a:pt x="20" y="359"/>
                  </a:cubicBezTo>
                  <a:cubicBezTo>
                    <a:pt x="20" y="394"/>
                    <a:pt x="49" y="405"/>
                    <a:pt x="83" y="405"/>
                  </a:cubicBezTo>
                  <a:cubicBezTo>
                    <a:pt x="126" y="405"/>
                    <a:pt x="177" y="389"/>
                    <a:pt x="198" y="378"/>
                  </a:cubicBezTo>
                  <a:cubicBezTo>
                    <a:pt x="241" y="359"/>
                    <a:pt x="419" y="277"/>
                    <a:pt x="481" y="258"/>
                  </a:cubicBezTo>
                  <a:cubicBezTo>
                    <a:pt x="649" y="195"/>
                    <a:pt x="869" y="1"/>
                    <a:pt x="592"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2633;p60">
              <a:extLst>
                <a:ext uri="{FF2B5EF4-FFF2-40B4-BE49-F238E27FC236}">
                  <a16:creationId xmlns:a16="http://schemas.microsoft.com/office/drawing/2014/main" id="{3D48EFD3-A19F-C5AB-6947-CE55C52F344A}"/>
                </a:ext>
              </a:extLst>
            </p:cNvPr>
            <p:cNvSpPr/>
            <p:nvPr/>
          </p:nvSpPr>
          <p:spPr>
            <a:xfrm>
              <a:off x="5689708" y="3641647"/>
              <a:ext cx="112022" cy="53999"/>
            </a:xfrm>
            <a:custGeom>
              <a:avLst/>
              <a:gdLst/>
              <a:ahLst/>
              <a:cxnLst/>
              <a:rect l="l" t="t" r="r" b="b"/>
              <a:pathLst>
                <a:path w="863" h="416" extrusionOk="0">
                  <a:moveTo>
                    <a:pt x="616" y="0"/>
                  </a:moveTo>
                  <a:cubicBezTo>
                    <a:pt x="537" y="0"/>
                    <a:pt x="411" y="19"/>
                    <a:pt x="221" y="68"/>
                  </a:cubicBezTo>
                  <a:cubicBezTo>
                    <a:pt x="164" y="68"/>
                    <a:pt x="24" y="49"/>
                    <a:pt x="24" y="49"/>
                  </a:cubicBezTo>
                  <a:cubicBezTo>
                    <a:pt x="24" y="49"/>
                    <a:pt x="0" y="289"/>
                    <a:pt x="24" y="366"/>
                  </a:cubicBezTo>
                  <a:cubicBezTo>
                    <a:pt x="24" y="404"/>
                    <a:pt x="53" y="416"/>
                    <a:pt x="89" y="416"/>
                  </a:cubicBezTo>
                  <a:cubicBezTo>
                    <a:pt x="131" y="416"/>
                    <a:pt x="181" y="398"/>
                    <a:pt x="202" y="385"/>
                  </a:cubicBezTo>
                  <a:cubicBezTo>
                    <a:pt x="241" y="366"/>
                    <a:pt x="404" y="265"/>
                    <a:pt x="481" y="246"/>
                  </a:cubicBezTo>
                  <a:cubicBezTo>
                    <a:pt x="648" y="188"/>
                    <a:pt x="862" y="0"/>
                    <a:pt x="616" y="0"/>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2634;p60">
              <a:extLst>
                <a:ext uri="{FF2B5EF4-FFF2-40B4-BE49-F238E27FC236}">
                  <a16:creationId xmlns:a16="http://schemas.microsoft.com/office/drawing/2014/main" id="{17C41898-E731-F9AF-A258-866004090CB1}"/>
                </a:ext>
              </a:extLst>
            </p:cNvPr>
            <p:cNvSpPr/>
            <p:nvPr/>
          </p:nvSpPr>
          <p:spPr>
            <a:xfrm>
              <a:off x="5601828" y="3289351"/>
              <a:ext cx="129805" cy="372411"/>
            </a:xfrm>
            <a:custGeom>
              <a:avLst/>
              <a:gdLst/>
              <a:ahLst/>
              <a:cxnLst/>
              <a:rect l="l" t="t" r="r" b="b"/>
              <a:pathLst>
                <a:path w="1000" h="2869" extrusionOk="0">
                  <a:moveTo>
                    <a:pt x="0" y="1"/>
                  </a:moveTo>
                  <a:lnTo>
                    <a:pt x="0" y="2523"/>
                  </a:lnTo>
                  <a:cubicBezTo>
                    <a:pt x="0" y="2546"/>
                    <a:pt x="40" y="2559"/>
                    <a:pt x="88" y="2559"/>
                  </a:cubicBezTo>
                  <a:cubicBezTo>
                    <a:pt x="163" y="2559"/>
                    <a:pt x="259" y="2526"/>
                    <a:pt x="259" y="2441"/>
                  </a:cubicBezTo>
                  <a:cubicBezTo>
                    <a:pt x="259" y="2321"/>
                    <a:pt x="360" y="861"/>
                    <a:pt x="380" y="818"/>
                  </a:cubicBezTo>
                  <a:cubicBezTo>
                    <a:pt x="381" y="816"/>
                    <a:pt x="384" y="815"/>
                    <a:pt x="388" y="815"/>
                  </a:cubicBezTo>
                  <a:cubicBezTo>
                    <a:pt x="421" y="815"/>
                    <a:pt x="519" y="890"/>
                    <a:pt x="519" y="981"/>
                  </a:cubicBezTo>
                  <a:cubicBezTo>
                    <a:pt x="538" y="1082"/>
                    <a:pt x="677" y="2763"/>
                    <a:pt x="677" y="2840"/>
                  </a:cubicBezTo>
                  <a:cubicBezTo>
                    <a:pt x="677" y="2859"/>
                    <a:pt x="708" y="2868"/>
                    <a:pt x="750" y="2868"/>
                  </a:cubicBezTo>
                  <a:cubicBezTo>
                    <a:pt x="845" y="2868"/>
                    <a:pt x="999" y="2822"/>
                    <a:pt x="999" y="2739"/>
                  </a:cubicBezTo>
                  <a:cubicBezTo>
                    <a:pt x="999" y="2643"/>
                    <a:pt x="961" y="299"/>
                    <a:pt x="961" y="299"/>
                  </a:cubicBezTo>
                  <a:cubicBezTo>
                    <a:pt x="961" y="299"/>
                    <a:pt x="178" y="299"/>
                    <a:pt x="0" y="1"/>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2635;p60">
              <a:extLst>
                <a:ext uri="{FF2B5EF4-FFF2-40B4-BE49-F238E27FC236}">
                  <a16:creationId xmlns:a16="http://schemas.microsoft.com/office/drawing/2014/main" id="{46E0FEBB-1960-C11C-2462-23DB4B539974}"/>
                </a:ext>
              </a:extLst>
            </p:cNvPr>
            <p:cNvSpPr/>
            <p:nvPr/>
          </p:nvSpPr>
          <p:spPr>
            <a:xfrm>
              <a:off x="5584823" y="3053621"/>
              <a:ext cx="159920" cy="283235"/>
            </a:xfrm>
            <a:custGeom>
              <a:avLst/>
              <a:gdLst/>
              <a:ahLst/>
              <a:cxnLst/>
              <a:rect l="l" t="t" r="r" b="b"/>
              <a:pathLst>
                <a:path w="1232" h="2182" extrusionOk="0">
                  <a:moveTo>
                    <a:pt x="286" y="1"/>
                  </a:moveTo>
                  <a:cubicBezTo>
                    <a:pt x="1" y="1"/>
                    <a:pt x="51" y="568"/>
                    <a:pt x="69" y="736"/>
                  </a:cubicBezTo>
                  <a:cubicBezTo>
                    <a:pt x="69" y="933"/>
                    <a:pt x="30" y="1654"/>
                    <a:pt x="69" y="1817"/>
                  </a:cubicBezTo>
                  <a:cubicBezTo>
                    <a:pt x="86" y="1964"/>
                    <a:pt x="745" y="2181"/>
                    <a:pt x="997" y="2181"/>
                  </a:cubicBezTo>
                  <a:cubicBezTo>
                    <a:pt x="1017" y="2181"/>
                    <a:pt x="1034" y="2180"/>
                    <a:pt x="1049" y="2177"/>
                  </a:cubicBezTo>
                  <a:cubicBezTo>
                    <a:pt x="1231" y="2153"/>
                    <a:pt x="1231" y="1913"/>
                    <a:pt x="1169" y="1735"/>
                  </a:cubicBezTo>
                  <a:cubicBezTo>
                    <a:pt x="1130" y="1553"/>
                    <a:pt x="1169" y="1072"/>
                    <a:pt x="1169" y="794"/>
                  </a:cubicBezTo>
                  <a:cubicBezTo>
                    <a:pt x="1193" y="496"/>
                    <a:pt x="1049" y="352"/>
                    <a:pt x="808" y="193"/>
                  </a:cubicBezTo>
                  <a:cubicBezTo>
                    <a:pt x="808" y="193"/>
                    <a:pt x="751" y="111"/>
                    <a:pt x="371" y="15"/>
                  </a:cubicBezTo>
                  <a:cubicBezTo>
                    <a:pt x="340" y="5"/>
                    <a:pt x="311" y="1"/>
                    <a:pt x="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2636;p60">
              <a:extLst>
                <a:ext uri="{FF2B5EF4-FFF2-40B4-BE49-F238E27FC236}">
                  <a16:creationId xmlns:a16="http://schemas.microsoft.com/office/drawing/2014/main" id="{72875D46-65FC-EEDF-BB9B-22286A884E58}"/>
                </a:ext>
              </a:extLst>
            </p:cNvPr>
            <p:cNvSpPr/>
            <p:nvPr/>
          </p:nvSpPr>
          <p:spPr>
            <a:xfrm>
              <a:off x="5651025" y="2990015"/>
              <a:ext cx="38812" cy="97224"/>
            </a:xfrm>
            <a:custGeom>
              <a:avLst/>
              <a:gdLst/>
              <a:ahLst/>
              <a:cxnLst/>
              <a:rect l="l" t="t" r="r" b="b"/>
              <a:pathLst>
                <a:path w="299" h="749" extrusionOk="0">
                  <a:moveTo>
                    <a:pt x="1" y="1"/>
                  </a:moveTo>
                  <a:lnTo>
                    <a:pt x="1" y="544"/>
                  </a:lnTo>
                  <a:cubicBezTo>
                    <a:pt x="1" y="688"/>
                    <a:pt x="153" y="749"/>
                    <a:pt x="240" y="749"/>
                  </a:cubicBezTo>
                  <a:cubicBezTo>
                    <a:pt x="274" y="749"/>
                    <a:pt x="298" y="739"/>
                    <a:pt x="298" y="722"/>
                  </a:cubicBezTo>
                  <a:lnTo>
                    <a:pt x="298" y="361"/>
                  </a:lnTo>
                  <a:lnTo>
                    <a:pt x="298" y="1"/>
                  </a:ln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2637;p60">
              <a:extLst>
                <a:ext uri="{FF2B5EF4-FFF2-40B4-BE49-F238E27FC236}">
                  <a16:creationId xmlns:a16="http://schemas.microsoft.com/office/drawing/2014/main" id="{F03B3039-756F-0AC1-241F-2DB8B52CE93D}"/>
                </a:ext>
              </a:extLst>
            </p:cNvPr>
            <p:cNvSpPr/>
            <p:nvPr/>
          </p:nvSpPr>
          <p:spPr>
            <a:xfrm>
              <a:off x="5637915" y="2960030"/>
              <a:ext cx="78143" cy="82556"/>
            </a:xfrm>
            <a:custGeom>
              <a:avLst/>
              <a:gdLst/>
              <a:ahLst/>
              <a:cxnLst/>
              <a:rect l="l" t="t" r="r" b="b"/>
              <a:pathLst>
                <a:path w="602" h="636" extrusionOk="0">
                  <a:moveTo>
                    <a:pt x="384" y="1"/>
                  </a:moveTo>
                  <a:cubicBezTo>
                    <a:pt x="200" y="1"/>
                    <a:pt x="1" y="111"/>
                    <a:pt x="1" y="232"/>
                  </a:cubicBezTo>
                  <a:cubicBezTo>
                    <a:pt x="1" y="395"/>
                    <a:pt x="102" y="535"/>
                    <a:pt x="183" y="554"/>
                  </a:cubicBezTo>
                  <a:cubicBezTo>
                    <a:pt x="279" y="592"/>
                    <a:pt x="500" y="635"/>
                    <a:pt x="544" y="635"/>
                  </a:cubicBezTo>
                  <a:cubicBezTo>
                    <a:pt x="601" y="616"/>
                    <a:pt x="601" y="73"/>
                    <a:pt x="544" y="35"/>
                  </a:cubicBezTo>
                  <a:cubicBezTo>
                    <a:pt x="496" y="11"/>
                    <a:pt x="441" y="1"/>
                    <a:pt x="384" y="1"/>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2638;p60">
              <a:extLst>
                <a:ext uri="{FF2B5EF4-FFF2-40B4-BE49-F238E27FC236}">
                  <a16:creationId xmlns:a16="http://schemas.microsoft.com/office/drawing/2014/main" id="{42E81C51-C289-1A33-742D-4F4FDB8117AC}"/>
                </a:ext>
              </a:extLst>
            </p:cNvPr>
            <p:cNvSpPr/>
            <p:nvPr/>
          </p:nvSpPr>
          <p:spPr>
            <a:xfrm>
              <a:off x="5619871" y="2922775"/>
              <a:ext cx="109296" cy="126819"/>
            </a:xfrm>
            <a:custGeom>
              <a:avLst/>
              <a:gdLst/>
              <a:ahLst/>
              <a:cxnLst/>
              <a:rect l="l" t="t" r="r" b="b"/>
              <a:pathLst>
                <a:path w="842" h="977" extrusionOk="0">
                  <a:moveTo>
                    <a:pt x="582" y="0"/>
                  </a:moveTo>
                  <a:cubicBezTo>
                    <a:pt x="582" y="120"/>
                    <a:pt x="82" y="202"/>
                    <a:pt x="39" y="461"/>
                  </a:cubicBezTo>
                  <a:cubicBezTo>
                    <a:pt x="0" y="701"/>
                    <a:pt x="140" y="822"/>
                    <a:pt x="202" y="903"/>
                  </a:cubicBezTo>
                  <a:cubicBezTo>
                    <a:pt x="244" y="945"/>
                    <a:pt x="298" y="976"/>
                    <a:pt x="362" y="976"/>
                  </a:cubicBezTo>
                  <a:cubicBezTo>
                    <a:pt x="387" y="976"/>
                    <a:pt x="414" y="972"/>
                    <a:pt x="442" y="961"/>
                  </a:cubicBezTo>
                  <a:cubicBezTo>
                    <a:pt x="538" y="942"/>
                    <a:pt x="538" y="783"/>
                    <a:pt x="500" y="721"/>
                  </a:cubicBezTo>
                  <a:cubicBezTo>
                    <a:pt x="481" y="663"/>
                    <a:pt x="538" y="601"/>
                    <a:pt x="639" y="562"/>
                  </a:cubicBezTo>
                  <a:cubicBezTo>
                    <a:pt x="759" y="500"/>
                    <a:pt x="841" y="322"/>
                    <a:pt x="822" y="240"/>
                  </a:cubicBezTo>
                  <a:cubicBezTo>
                    <a:pt x="803" y="63"/>
                    <a:pt x="582" y="0"/>
                    <a:pt x="582"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2639;p60">
              <a:extLst>
                <a:ext uri="{FF2B5EF4-FFF2-40B4-BE49-F238E27FC236}">
                  <a16:creationId xmlns:a16="http://schemas.microsoft.com/office/drawing/2014/main" id="{9DC24E55-6F95-B0F8-0210-FC847993ED30}"/>
                </a:ext>
              </a:extLst>
            </p:cNvPr>
            <p:cNvSpPr/>
            <p:nvPr/>
          </p:nvSpPr>
          <p:spPr>
            <a:xfrm>
              <a:off x="5720862" y="3150587"/>
              <a:ext cx="208467" cy="92811"/>
            </a:xfrm>
            <a:custGeom>
              <a:avLst/>
              <a:gdLst/>
              <a:ahLst/>
              <a:cxnLst/>
              <a:rect l="l" t="t" r="r" b="b"/>
              <a:pathLst>
                <a:path w="1606" h="715" extrusionOk="0">
                  <a:moveTo>
                    <a:pt x="1367" y="0"/>
                  </a:moveTo>
                  <a:cubicBezTo>
                    <a:pt x="1353" y="0"/>
                    <a:pt x="1339" y="14"/>
                    <a:pt x="1322" y="27"/>
                  </a:cubicBezTo>
                  <a:cubicBezTo>
                    <a:pt x="1302" y="47"/>
                    <a:pt x="1302" y="66"/>
                    <a:pt x="1302" y="85"/>
                  </a:cubicBezTo>
                  <a:cubicBezTo>
                    <a:pt x="1226" y="109"/>
                    <a:pt x="481" y="489"/>
                    <a:pt x="481" y="489"/>
                  </a:cubicBezTo>
                  <a:lnTo>
                    <a:pt x="222" y="47"/>
                  </a:lnTo>
                  <a:lnTo>
                    <a:pt x="1" y="268"/>
                  </a:lnTo>
                  <a:cubicBezTo>
                    <a:pt x="1" y="268"/>
                    <a:pt x="254" y="714"/>
                    <a:pt x="432" y="714"/>
                  </a:cubicBezTo>
                  <a:cubicBezTo>
                    <a:pt x="442" y="714"/>
                    <a:pt x="452" y="713"/>
                    <a:pt x="462" y="710"/>
                  </a:cubicBezTo>
                  <a:cubicBezTo>
                    <a:pt x="644" y="647"/>
                    <a:pt x="1226" y="268"/>
                    <a:pt x="1346" y="205"/>
                  </a:cubicBezTo>
                  <a:cubicBezTo>
                    <a:pt x="1384" y="205"/>
                    <a:pt x="1403" y="205"/>
                    <a:pt x="1442" y="186"/>
                  </a:cubicBezTo>
                  <a:cubicBezTo>
                    <a:pt x="1523" y="186"/>
                    <a:pt x="1605" y="128"/>
                    <a:pt x="1586" y="85"/>
                  </a:cubicBezTo>
                  <a:cubicBezTo>
                    <a:pt x="1586" y="57"/>
                    <a:pt x="1542" y="39"/>
                    <a:pt x="1487" y="39"/>
                  </a:cubicBezTo>
                  <a:cubicBezTo>
                    <a:pt x="1466" y="39"/>
                    <a:pt x="1444" y="41"/>
                    <a:pt x="1423" y="47"/>
                  </a:cubicBezTo>
                  <a:lnTo>
                    <a:pt x="1384" y="47"/>
                  </a:lnTo>
                  <a:lnTo>
                    <a:pt x="1384" y="8"/>
                  </a:lnTo>
                  <a:cubicBezTo>
                    <a:pt x="1379" y="3"/>
                    <a:pt x="1373" y="0"/>
                    <a:pt x="1367"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2640;p60">
              <a:extLst>
                <a:ext uri="{FF2B5EF4-FFF2-40B4-BE49-F238E27FC236}">
                  <a16:creationId xmlns:a16="http://schemas.microsoft.com/office/drawing/2014/main" id="{225D30B3-DE47-8209-6956-4528E8A8C023}"/>
                </a:ext>
              </a:extLst>
            </p:cNvPr>
            <p:cNvSpPr/>
            <p:nvPr/>
          </p:nvSpPr>
          <p:spPr>
            <a:xfrm>
              <a:off x="5651025" y="3090356"/>
              <a:ext cx="106830" cy="102546"/>
            </a:xfrm>
            <a:custGeom>
              <a:avLst/>
              <a:gdLst/>
              <a:ahLst/>
              <a:cxnLst/>
              <a:rect l="l" t="t" r="r" b="b"/>
              <a:pathLst>
                <a:path w="823" h="790" extrusionOk="0">
                  <a:moveTo>
                    <a:pt x="402" y="0"/>
                  </a:moveTo>
                  <a:cubicBezTo>
                    <a:pt x="382" y="0"/>
                    <a:pt x="362" y="4"/>
                    <a:pt x="342" y="11"/>
                  </a:cubicBezTo>
                  <a:cubicBezTo>
                    <a:pt x="1" y="213"/>
                    <a:pt x="399" y="611"/>
                    <a:pt x="519" y="789"/>
                  </a:cubicBezTo>
                  <a:cubicBezTo>
                    <a:pt x="803" y="712"/>
                    <a:pt x="822" y="549"/>
                    <a:pt x="822" y="549"/>
                  </a:cubicBezTo>
                  <a:cubicBezTo>
                    <a:pt x="822" y="549"/>
                    <a:pt x="649" y="0"/>
                    <a:pt x="402" y="0"/>
                  </a:cubicBezTo>
                  <a:close/>
                </a:path>
              </a:pathLst>
            </a:custGeom>
            <a:solidFill>
              <a:srgbClr val="8F7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2641;p60">
              <a:extLst>
                <a:ext uri="{FF2B5EF4-FFF2-40B4-BE49-F238E27FC236}">
                  <a16:creationId xmlns:a16="http://schemas.microsoft.com/office/drawing/2014/main" id="{E2128612-6A7A-7325-1BC6-A902063044E7}"/>
                </a:ext>
              </a:extLst>
            </p:cNvPr>
            <p:cNvSpPr/>
            <p:nvPr/>
          </p:nvSpPr>
          <p:spPr>
            <a:xfrm>
              <a:off x="7750660" y="3541306"/>
              <a:ext cx="399929" cy="234038"/>
            </a:xfrm>
            <a:custGeom>
              <a:avLst/>
              <a:gdLst/>
              <a:ahLst/>
              <a:cxnLst/>
              <a:rect l="l" t="t" r="r" b="b"/>
              <a:pathLst>
                <a:path w="3081" h="1803" extrusionOk="0">
                  <a:moveTo>
                    <a:pt x="1601" y="1"/>
                  </a:moveTo>
                  <a:cubicBezTo>
                    <a:pt x="721" y="1"/>
                    <a:pt x="1" y="419"/>
                    <a:pt x="1" y="942"/>
                  </a:cubicBezTo>
                  <a:cubicBezTo>
                    <a:pt x="1" y="1341"/>
                    <a:pt x="400" y="1663"/>
                    <a:pt x="962" y="1802"/>
                  </a:cubicBezTo>
                  <a:lnTo>
                    <a:pt x="3080" y="582"/>
                  </a:lnTo>
                  <a:cubicBezTo>
                    <a:pt x="2840" y="241"/>
                    <a:pt x="2259" y="1"/>
                    <a:pt x="1601" y="1"/>
                  </a:cubicBezTo>
                  <a:close/>
                </a:path>
              </a:pathLst>
            </a:custGeom>
            <a:solidFill>
              <a:srgbClr val="180175">
                <a:alpha val="49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2642;p60">
              <a:extLst>
                <a:ext uri="{FF2B5EF4-FFF2-40B4-BE49-F238E27FC236}">
                  <a16:creationId xmlns:a16="http://schemas.microsoft.com/office/drawing/2014/main" id="{0A52C6E6-C9B3-DB42-7D97-6E63CCD7B064}"/>
                </a:ext>
              </a:extLst>
            </p:cNvPr>
            <p:cNvSpPr/>
            <p:nvPr/>
          </p:nvSpPr>
          <p:spPr>
            <a:xfrm>
              <a:off x="7745078" y="3113851"/>
              <a:ext cx="197823" cy="90344"/>
            </a:xfrm>
            <a:custGeom>
              <a:avLst/>
              <a:gdLst/>
              <a:ahLst/>
              <a:cxnLst/>
              <a:rect l="l" t="t" r="r" b="b"/>
              <a:pathLst>
                <a:path w="1524" h="696" extrusionOk="0">
                  <a:moveTo>
                    <a:pt x="120" y="0"/>
                  </a:moveTo>
                  <a:cubicBezTo>
                    <a:pt x="64" y="0"/>
                    <a:pt x="20" y="19"/>
                    <a:pt x="20" y="51"/>
                  </a:cubicBezTo>
                  <a:cubicBezTo>
                    <a:pt x="1" y="89"/>
                    <a:pt x="44" y="152"/>
                    <a:pt x="121" y="171"/>
                  </a:cubicBezTo>
                  <a:cubicBezTo>
                    <a:pt x="121" y="190"/>
                    <a:pt x="140" y="209"/>
                    <a:pt x="183" y="209"/>
                  </a:cubicBezTo>
                  <a:cubicBezTo>
                    <a:pt x="202" y="209"/>
                    <a:pt x="222" y="209"/>
                    <a:pt x="222" y="190"/>
                  </a:cubicBezTo>
                  <a:cubicBezTo>
                    <a:pt x="423" y="310"/>
                    <a:pt x="923" y="632"/>
                    <a:pt x="1062" y="690"/>
                  </a:cubicBezTo>
                  <a:cubicBezTo>
                    <a:pt x="1073" y="694"/>
                    <a:pt x="1084" y="695"/>
                    <a:pt x="1095" y="695"/>
                  </a:cubicBezTo>
                  <a:cubicBezTo>
                    <a:pt x="1276" y="695"/>
                    <a:pt x="1523" y="248"/>
                    <a:pt x="1523" y="248"/>
                  </a:cubicBezTo>
                  <a:lnTo>
                    <a:pt x="1322" y="32"/>
                  </a:lnTo>
                  <a:lnTo>
                    <a:pt x="1062" y="469"/>
                  </a:lnTo>
                  <a:cubicBezTo>
                    <a:pt x="1062" y="469"/>
                    <a:pt x="462" y="152"/>
                    <a:pt x="260" y="89"/>
                  </a:cubicBezTo>
                  <a:cubicBezTo>
                    <a:pt x="260" y="51"/>
                    <a:pt x="222" y="32"/>
                    <a:pt x="183" y="8"/>
                  </a:cubicBezTo>
                  <a:cubicBezTo>
                    <a:pt x="162" y="3"/>
                    <a:pt x="140" y="0"/>
                    <a:pt x="120"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2643;p60">
              <a:extLst>
                <a:ext uri="{FF2B5EF4-FFF2-40B4-BE49-F238E27FC236}">
                  <a16:creationId xmlns:a16="http://schemas.microsoft.com/office/drawing/2014/main" id="{E72C8370-91B6-87E5-AB06-1EC47275DB31}"/>
                </a:ext>
              </a:extLst>
            </p:cNvPr>
            <p:cNvSpPr/>
            <p:nvPr/>
          </p:nvSpPr>
          <p:spPr>
            <a:xfrm>
              <a:off x="7836073" y="3051414"/>
              <a:ext cx="161088" cy="157064"/>
            </a:xfrm>
            <a:custGeom>
              <a:avLst/>
              <a:gdLst/>
              <a:ahLst/>
              <a:cxnLst/>
              <a:rect l="l" t="t" r="r" b="b"/>
              <a:pathLst>
                <a:path w="1241" h="1210" extrusionOk="0">
                  <a:moveTo>
                    <a:pt x="985" y="1"/>
                  </a:moveTo>
                  <a:cubicBezTo>
                    <a:pt x="904" y="1"/>
                    <a:pt x="780" y="39"/>
                    <a:pt x="702" y="210"/>
                  </a:cubicBezTo>
                  <a:cubicBezTo>
                    <a:pt x="601" y="431"/>
                    <a:pt x="342" y="911"/>
                    <a:pt x="342" y="911"/>
                  </a:cubicBezTo>
                  <a:cubicBezTo>
                    <a:pt x="342" y="911"/>
                    <a:pt x="184" y="811"/>
                    <a:pt x="159" y="811"/>
                  </a:cubicBezTo>
                  <a:cubicBezTo>
                    <a:pt x="140" y="811"/>
                    <a:pt x="1" y="969"/>
                    <a:pt x="39" y="1012"/>
                  </a:cubicBezTo>
                  <a:cubicBezTo>
                    <a:pt x="83" y="1051"/>
                    <a:pt x="342" y="1209"/>
                    <a:pt x="424" y="1209"/>
                  </a:cubicBezTo>
                  <a:cubicBezTo>
                    <a:pt x="501" y="1190"/>
                    <a:pt x="1000" y="609"/>
                    <a:pt x="1082" y="489"/>
                  </a:cubicBezTo>
                  <a:cubicBezTo>
                    <a:pt x="1164" y="369"/>
                    <a:pt x="1240" y="90"/>
                    <a:pt x="1043" y="8"/>
                  </a:cubicBezTo>
                  <a:cubicBezTo>
                    <a:pt x="1029" y="4"/>
                    <a:pt x="1009" y="1"/>
                    <a:pt x="985" y="1"/>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2644;p60">
              <a:extLst>
                <a:ext uri="{FF2B5EF4-FFF2-40B4-BE49-F238E27FC236}">
                  <a16:creationId xmlns:a16="http://schemas.microsoft.com/office/drawing/2014/main" id="{1A529745-C056-FB49-7A29-F1169206232D}"/>
                </a:ext>
              </a:extLst>
            </p:cNvPr>
            <p:cNvSpPr/>
            <p:nvPr/>
          </p:nvSpPr>
          <p:spPr>
            <a:xfrm>
              <a:off x="7868655" y="3601407"/>
              <a:ext cx="110464" cy="55167"/>
            </a:xfrm>
            <a:custGeom>
              <a:avLst/>
              <a:gdLst/>
              <a:ahLst/>
              <a:cxnLst/>
              <a:rect l="l" t="t" r="r" b="b"/>
              <a:pathLst>
                <a:path w="851" h="425" extrusionOk="0">
                  <a:moveTo>
                    <a:pt x="278" y="1"/>
                  </a:moveTo>
                  <a:cubicBezTo>
                    <a:pt x="1" y="1"/>
                    <a:pt x="221" y="195"/>
                    <a:pt x="389" y="258"/>
                  </a:cubicBezTo>
                  <a:cubicBezTo>
                    <a:pt x="451" y="277"/>
                    <a:pt x="629" y="378"/>
                    <a:pt x="672" y="398"/>
                  </a:cubicBezTo>
                  <a:cubicBezTo>
                    <a:pt x="693" y="408"/>
                    <a:pt x="739" y="424"/>
                    <a:pt x="779" y="424"/>
                  </a:cubicBezTo>
                  <a:cubicBezTo>
                    <a:pt x="812" y="424"/>
                    <a:pt x="841" y="413"/>
                    <a:pt x="850" y="378"/>
                  </a:cubicBezTo>
                  <a:cubicBezTo>
                    <a:pt x="850" y="277"/>
                    <a:pt x="831" y="57"/>
                    <a:pt x="831" y="57"/>
                  </a:cubicBezTo>
                  <a:cubicBezTo>
                    <a:pt x="831" y="57"/>
                    <a:pt x="769" y="65"/>
                    <a:pt x="716" y="65"/>
                  </a:cubicBezTo>
                  <a:cubicBezTo>
                    <a:pt x="690" y="65"/>
                    <a:pt x="666" y="63"/>
                    <a:pt x="653" y="57"/>
                  </a:cubicBezTo>
                  <a:cubicBezTo>
                    <a:pt x="478" y="17"/>
                    <a:pt x="358" y="1"/>
                    <a:pt x="278" y="1"/>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2645;p60">
              <a:extLst>
                <a:ext uri="{FF2B5EF4-FFF2-40B4-BE49-F238E27FC236}">
                  <a16:creationId xmlns:a16="http://schemas.microsoft.com/office/drawing/2014/main" id="{766A1C32-5E66-8E0F-A64E-E314AD492B6C}"/>
                </a:ext>
              </a:extLst>
            </p:cNvPr>
            <p:cNvSpPr/>
            <p:nvPr/>
          </p:nvSpPr>
          <p:spPr>
            <a:xfrm>
              <a:off x="7777790" y="3642946"/>
              <a:ext cx="113320" cy="52701"/>
            </a:xfrm>
            <a:custGeom>
              <a:avLst/>
              <a:gdLst/>
              <a:ahLst/>
              <a:cxnLst/>
              <a:rect l="l" t="t" r="r" b="b"/>
              <a:pathLst>
                <a:path w="873" h="406" extrusionOk="0">
                  <a:moveTo>
                    <a:pt x="274" y="1"/>
                  </a:moveTo>
                  <a:cubicBezTo>
                    <a:pt x="1" y="1"/>
                    <a:pt x="221" y="196"/>
                    <a:pt x="392" y="255"/>
                  </a:cubicBezTo>
                  <a:cubicBezTo>
                    <a:pt x="450" y="279"/>
                    <a:pt x="633" y="356"/>
                    <a:pt x="671" y="375"/>
                  </a:cubicBezTo>
                  <a:cubicBezTo>
                    <a:pt x="692" y="388"/>
                    <a:pt x="737" y="406"/>
                    <a:pt x="777" y="406"/>
                  </a:cubicBezTo>
                  <a:cubicBezTo>
                    <a:pt x="810" y="406"/>
                    <a:pt x="840" y="394"/>
                    <a:pt x="849" y="356"/>
                  </a:cubicBezTo>
                  <a:cubicBezTo>
                    <a:pt x="873" y="279"/>
                    <a:pt x="829" y="39"/>
                    <a:pt x="829" y="39"/>
                  </a:cubicBezTo>
                  <a:cubicBezTo>
                    <a:pt x="829" y="39"/>
                    <a:pt x="753" y="64"/>
                    <a:pt x="692" y="64"/>
                  </a:cubicBezTo>
                  <a:cubicBezTo>
                    <a:pt x="677" y="64"/>
                    <a:pt x="663" y="62"/>
                    <a:pt x="652" y="58"/>
                  </a:cubicBezTo>
                  <a:cubicBezTo>
                    <a:pt x="475" y="17"/>
                    <a:pt x="354" y="1"/>
                    <a:pt x="274" y="1"/>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2646;p60">
              <a:extLst>
                <a:ext uri="{FF2B5EF4-FFF2-40B4-BE49-F238E27FC236}">
                  <a16:creationId xmlns:a16="http://schemas.microsoft.com/office/drawing/2014/main" id="{B05CA2FC-E028-175D-77CC-4D56FAD72617}"/>
                </a:ext>
              </a:extLst>
            </p:cNvPr>
            <p:cNvSpPr/>
            <p:nvPr/>
          </p:nvSpPr>
          <p:spPr>
            <a:xfrm>
              <a:off x="7849184" y="3289351"/>
              <a:ext cx="129935" cy="373579"/>
            </a:xfrm>
            <a:custGeom>
              <a:avLst/>
              <a:gdLst/>
              <a:ahLst/>
              <a:cxnLst/>
              <a:rect l="l" t="t" r="r" b="b"/>
              <a:pathLst>
                <a:path w="1001" h="2878" extrusionOk="0">
                  <a:moveTo>
                    <a:pt x="981" y="1"/>
                  </a:moveTo>
                  <a:cubicBezTo>
                    <a:pt x="822" y="299"/>
                    <a:pt x="20" y="299"/>
                    <a:pt x="20" y="299"/>
                  </a:cubicBezTo>
                  <a:cubicBezTo>
                    <a:pt x="20" y="299"/>
                    <a:pt x="1" y="2643"/>
                    <a:pt x="1" y="2763"/>
                  </a:cubicBezTo>
                  <a:cubicBezTo>
                    <a:pt x="1" y="2828"/>
                    <a:pt x="148" y="2878"/>
                    <a:pt x="243" y="2878"/>
                  </a:cubicBezTo>
                  <a:cubicBezTo>
                    <a:pt x="289" y="2878"/>
                    <a:pt x="323" y="2866"/>
                    <a:pt x="323" y="2840"/>
                  </a:cubicBezTo>
                  <a:cubicBezTo>
                    <a:pt x="323" y="2763"/>
                    <a:pt x="443" y="1082"/>
                    <a:pt x="462" y="981"/>
                  </a:cubicBezTo>
                  <a:cubicBezTo>
                    <a:pt x="478" y="899"/>
                    <a:pt x="547" y="830"/>
                    <a:pt x="583" y="830"/>
                  </a:cubicBezTo>
                  <a:cubicBezTo>
                    <a:pt x="591" y="830"/>
                    <a:pt x="598" y="833"/>
                    <a:pt x="601" y="842"/>
                  </a:cubicBezTo>
                  <a:cubicBezTo>
                    <a:pt x="621" y="861"/>
                    <a:pt x="741" y="2321"/>
                    <a:pt x="741" y="2461"/>
                  </a:cubicBezTo>
                  <a:cubicBezTo>
                    <a:pt x="741" y="2531"/>
                    <a:pt x="831" y="2560"/>
                    <a:pt x="905" y="2560"/>
                  </a:cubicBezTo>
                  <a:cubicBezTo>
                    <a:pt x="957" y="2560"/>
                    <a:pt x="1000" y="2547"/>
                    <a:pt x="1000" y="2523"/>
                  </a:cubicBezTo>
                  <a:cubicBezTo>
                    <a:pt x="1000" y="2360"/>
                    <a:pt x="981" y="1"/>
                    <a:pt x="981" y="1"/>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2647;p60">
              <a:extLst>
                <a:ext uri="{FF2B5EF4-FFF2-40B4-BE49-F238E27FC236}">
                  <a16:creationId xmlns:a16="http://schemas.microsoft.com/office/drawing/2014/main" id="{A1189427-6989-67B4-44C6-9788CB208DF1}"/>
                </a:ext>
              </a:extLst>
            </p:cNvPr>
            <p:cNvSpPr/>
            <p:nvPr/>
          </p:nvSpPr>
          <p:spPr>
            <a:xfrm>
              <a:off x="7833607" y="3053751"/>
              <a:ext cx="159920" cy="285182"/>
            </a:xfrm>
            <a:custGeom>
              <a:avLst/>
              <a:gdLst/>
              <a:ahLst/>
              <a:cxnLst/>
              <a:rect l="l" t="t" r="r" b="b"/>
              <a:pathLst>
                <a:path w="1232" h="2197" extrusionOk="0">
                  <a:moveTo>
                    <a:pt x="959" y="0"/>
                  </a:moveTo>
                  <a:cubicBezTo>
                    <a:pt x="935" y="0"/>
                    <a:pt x="909" y="5"/>
                    <a:pt x="880" y="14"/>
                  </a:cubicBezTo>
                  <a:cubicBezTo>
                    <a:pt x="500" y="134"/>
                    <a:pt x="419" y="192"/>
                    <a:pt x="419" y="192"/>
                  </a:cubicBezTo>
                  <a:cubicBezTo>
                    <a:pt x="203" y="351"/>
                    <a:pt x="58" y="514"/>
                    <a:pt x="58" y="793"/>
                  </a:cubicBezTo>
                  <a:cubicBezTo>
                    <a:pt x="82" y="1071"/>
                    <a:pt x="121" y="1552"/>
                    <a:pt x="58" y="1734"/>
                  </a:cubicBezTo>
                  <a:cubicBezTo>
                    <a:pt x="20" y="1912"/>
                    <a:pt x="1" y="2176"/>
                    <a:pt x="203" y="2195"/>
                  </a:cubicBezTo>
                  <a:cubicBezTo>
                    <a:pt x="211" y="2196"/>
                    <a:pt x="220" y="2197"/>
                    <a:pt x="229" y="2197"/>
                  </a:cubicBezTo>
                  <a:cubicBezTo>
                    <a:pt x="459" y="2197"/>
                    <a:pt x="1141" y="1986"/>
                    <a:pt x="1183" y="1816"/>
                  </a:cubicBezTo>
                  <a:cubicBezTo>
                    <a:pt x="1202" y="1653"/>
                    <a:pt x="1163" y="932"/>
                    <a:pt x="1183" y="754"/>
                  </a:cubicBezTo>
                  <a:cubicBezTo>
                    <a:pt x="1183" y="586"/>
                    <a:pt x="1231" y="0"/>
                    <a:pt x="9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2648;p60">
              <a:extLst>
                <a:ext uri="{FF2B5EF4-FFF2-40B4-BE49-F238E27FC236}">
                  <a16:creationId xmlns:a16="http://schemas.microsoft.com/office/drawing/2014/main" id="{B5F09392-A2CC-5CC9-4FB1-0B28002DF573}"/>
                </a:ext>
              </a:extLst>
            </p:cNvPr>
            <p:cNvSpPr/>
            <p:nvPr/>
          </p:nvSpPr>
          <p:spPr>
            <a:xfrm>
              <a:off x="7890982" y="2993131"/>
              <a:ext cx="38812" cy="94109"/>
            </a:xfrm>
            <a:custGeom>
              <a:avLst/>
              <a:gdLst/>
              <a:ahLst/>
              <a:cxnLst/>
              <a:rect l="l" t="t" r="r" b="b"/>
              <a:pathLst>
                <a:path w="299" h="725" extrusionOk="0">
                  <a:moveTo>
                    <a:pt x="1" y="1"/>
                  </a:moveTo>
                  <a:lnTo>
                    <a:pt x="1" y="337"/>
                  </a:lnTo>
                  <a:lnTo>
                    <a:pt x="1" y="698"/>
                  </a:lnTo>
                  <a:cubicBezTo>
                    <a:pt x="1" y="715"/>
                    <a:pt x="25" y="725"/>
                    <a:pt x="59" y="725"/>
                  </a:cubicBezTo>
                  <a:cubicBezTo>
                    <a:pt x="146" y="725"/>
                    <a:pt x="299" y="664"/>
                    <a:pt x="299" y="520"/>
                  </a:cubicBezTo>
                  <a:lnTo>
                    <a:pt x="299" y="1"/>
                  </a:ln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2649;p60">
              <a:extLst>
                <a:ext uri="{FF2B5EF4-FFF2-40B4-BE49-F238E27FC236}">
                  <a16:creationId xmlns:a16="http://schemas.microsoft.com/office/drawing/2014/main" id="{98881CD6-9085-45F1-F7AF-4084FB9B4613}"/>
                </a:ext>
              </a:extLst>
            </p:cNvPr>
            <p:cNvSpPr/>
            <p:nvPr/>
          </p:nvSpPr>
          <p:spPr>
            <a:xfrm>
              <a:off x="7862294" y="2962626"/>
              <a:ext cx="78143" cy="80479"/>
            </a:xfrm>
            <a:custGeom>
              <a:avLst/>
              <a:gdLst/>
              <a:ahLst/>
              <a:cxnLst/>
              <a:rect l="l" t="t" r="r" b="b"/>
              <a:pathLst>
                <a:path w="602" h="620" extrusionOk="0">
                  <a:moveTo>
                    <a:pt x="225" y="0"/>
                  </a:moveTo>
                  <a:cubicBezTo>
                    <a:pt x="168" y="0"/>
                    <a:pt x="110" y="10"/>
                    <a:pt x="58" y="34"/>
                  </a:cubicBezTo>
                  <a:cubicBezTo>
                    <a:pt x="1" y="53"/>
                    <a:pt x="1" y="615"/>
                    <a:pt x="58" y="615"/>
                  </a:cubicBezTo>
                  <a:cubicBezTo>
                    <a:pt x="67" y="618"/>
                    <a:pt x="77" y="619"/>
                    <a:pt x="89" y="619"/>
                  </a:cubicBezTo>
                  <a:cubicBezTo>
                    <a:pt x="171" y="619"/>
                    <a:pt x="331" y="570"/>
                    <a:pt x="419" y="553"/>
                  </a:cubicBezTo>
                  <a:cubicBezTo>
                    <a:pt x="520" y="515"/>
                    <a:pt x="601" y="375"/>
                    <a:pt x="601" y="236"/>
                  </a:cubicBezTo>
                  <a:cubicBezTo>
                    <a:pt x="601" y="111"/>
                    <a:pt x="413" y="0"/>
                    <a:pt x="225"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2650;p60">
              <a:extLst>
                <a:ext uri="{FF2B5EF4-FFF2-40B4-BE49-F238E27FC236}">
                  <a16:creationId xmlns:a16="http://schemas.microsoft.com/office/drawing/2014/main" id="{A48DAE77-FD9C-897C-B62B-65E628527829}"/>
                </a:ext>
              </a:extLst>
            </p:cNvPr>
            <p:cNvSpPr/>
            <p:nvPr/>
          </p:nvSpPr>
          <p:spPr>
            <a:xfrm>
              <a:off x="7851780" y="2946530"/>
              <a:ext cx="111632" cy="104233"/>
            </a:xfrm>
            <a:custGeom>
              <a:avLst/>
              <a:gdLst/>
              <a:ahLst/>
              <a:cxnLst/>
              <a:rect l="l" t="t" r="r" b="b"/>
              <a:pathLst>
                <a:path w="860" h="803" extrusionOk="0">
                  <a:moveTo>
                    <a:pt x="98" y="0"/>
                  </a:moveTo>
                  <a:cubicBezTo>
                    <a:pt x="44" y="0"/>
                    <a:pt x="5" y="15"/>
                    <a:pt x="0" y="57"/>
                  </a:cubicBezTo>
                  <a:cubicBezTo>
                    <a:pt x="0" y="139"/>
                    <a:pt x="82" y="336"/>
                    <a:pt x="183" y="379"/>
                  </a:cubicBezTo>
                  <a:cubicBezTo>
                    <a:pt x="303" y="418"/>
                    <a:pt x="360" y="480"/>
                    <a:pt x="322" y="538"/>
                  </a:cubicBezTo>
                  <a:cubicBezTo>
                    <a:pt x="303" y="619"/>
                    <a:pt x="279" y="759"/>
                    <a:pt x="399" y="797"/>
                  </a:cubicBezTo>
                  <a:cubicBezTo>
                    <a:pt x="417" y="800"/>
                    <a:pt x="434" y="802"/>
                    <a:pt x="451" y="802"/>
                  </a:cubicBezTo>
                  <a:cubicBezTo>
                    <a:pt x="528" y="802"/>
                    <a:pt x="592" y="768"/>
                    <a:pt x="639" y="720"/>
                  </a:cubicBezTo>
                  <a:cubicBezTo>
                    <a:pt x="701" y="658"/>
                    <a:pt x="860" y="518"/>
                    <a:pt x="802" y="278"/>
                  </a:cubicBezTo>
                  <a:cubicBezTo>
                    <a:pt x="759" y="197"/>
                    <a:pt x="620" y="120"/>
                    <a:pt x="519" y="120"/>
                  </a:cubicBezTo>
                  <a:cubicBezTo>
                    <a:pt x="519" y="120"/>
                    <a:pt x="248" y="0"/>
                    <a:pt x="98" y="0"/>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2651;p60">
              <a:extLst>
                <a:ext uri="{FF2B5EF4-FFF2-40B4-BE49-F238E27FC236}">
                  <a16:creationId xmlns:a16="http://schemas.microsoft.com/office/drawing/2014/main" id="{793D4ACF-0918-F578-1BD5-4CC0C5332B0D}"/>
                </a:ext>
              </a:extLst>
            </p:cNvPr>
            <p:cNvSpPr/>
            <p:nvPr/>
          </p:nvSpPr>
          <p:spPr>
            <a:xfrm>
              <a:off x="7651487" y="3150587"/>
              <a:ext cx="205352" cy="93200"/>
            </a:xfrm>
            <a:custGeom>
              <a:avLst/>
              <a:gdLst/>
              <a:ahLst/>
              <a:cxnLst/>
              <a:rect l="l" t="t" r="r" b="b"/>
              <a:pathLst>
                <a:path w="1582" h="718" extrusionOk="0">
                  <a:moveTo>
                    <a:pt x="230" y="0"/>
                  </a:moveTo>
                  <a:cubicBezTo>
                    <a:pt x="225" y="0"/>
                    <a:pt x="222" y="3"/>
                    <a:pt x="222" y="8"/>
                  </a:cubicBezTo>
                  <a:cubicBezTo>
                    <a:pt x="203" y="8"/>
                    <a:pt x="203" y="27"/>
                    <a:pt x="222" y="66"/>
                  </a:cubicBezTo>
                  <a:cubicBezTo>
                    <a:pt x="203" y="47"/>
                    <a:pt x="203" y="47"/>
                    <a:pt x="184" y="47"/>
                  </a:cubicBezTo>
                  <a:cubicBezTo>
                    <a:pt x="162" y="41"/>
                    <a:pt x="140" y="39"/>
                    <a:pt x="119" y="39"/>
                  </a:cubicBezTo>
                  <a:cubicBezTo>
                    <a:pt x="63" y="39"/>
                    <a:pt x="15" y="57"/>
                    <a:pt x="1" y="85"/>
                  </a:cubicBezTo>
                  <a:cubicBezTo>
                    <a:pt x="1" y="147"/>
                    <a:pt x="63" y="186"/>
                    <a:pt x="140" y="205"/>
                  </a:cubicBezTo>
                  <a:lnTo>
                    <a:pt x="241" y="205"/>
                  </a:lnTo>
                  <a:cubicBezTo>
                    <a:pt x="361" y="287"/>
                    <a:pt x="962" y="666"/>
                    <a:pt x="1125" y="710"/>
                  </a:cubicBezTo>
                  <a:cubicBezTo>
                    <a:pt x="1137" y="715"/>
                    <a:pt x="1150" y="717"/>
                    <a:pt x="1163" y="717"/>
                  </a:cubicBezTo>
                  <a:cubicBezTo>
                    <a:pt x="1340" y="717"/>
                    <a:pt x="1581" y="268"/>
                    <a:pt x="1581" y="268"/>
                  </a:cubicBezTo>
                  <a:lnTo>
                    <a:pt x="1385" y="47"/>
                  </a:lnTo>
                  <a:lnTo>
                    <a:pt x="1125" y="508"/>
                  </a:lnTo>
                  <a:cubicBezTo>
                    <a:pt x="1125" y="508"/>
                    <a:pt x="380" y="109"/>
                    <a:pt x="304" y="85"/>
                  </a:cubicBezTo>
                  <a:cubicBezTo>
                    <a:pt x="304" y="85"/>
                    <a:pt x="304" y="66"/>
                    <a:pt x="284" y="27"/>
                  </a:cubicBezTo>
                  <a:cubicBezTo>
                    <a:pt x="267" y="14"/>
                    <a:pt x="243" y="0"/>
                    <a:pt x="230"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2652;p60">
              <a:extLst>
                <a:ext uri="{FF2B5EF4-FFF2-40B4-BE49-F238E27FC236}">
                  <a16:creationId xmlns:a16="http://schemas.microsoft.com/office/drawing/2014/main" id="{E5EECE32-9D11-2EF1-200C-15E608F137C1}"/>
                </a:ext>
              </a:extLst>
            </p:cNvPr>
            <p:cNvSpPr/>
            <p:nvPr/>
          </p:nvSpPr>
          <p:spPr>
            <a:xfrm>
              <a:off x="7750660" y="3092174"/>
              <a:ext cx="161088" cy="158102"/>
            </a:xfrm>
            <a:custGeom>
              <a:avLst/>
              <a:gdLst/>
              <a:ahLst/>
              <a:cxnLst/>
              <a:rect l="l" t="t" r="r" b="b"/>
              <a:pathLst>
                <a:path w="1241" h="1218" extrusionOk="0">
                  <a:moveTo>
                    <a:pt x="974" y="0"/>
                  </a:moveTo>
                  <a:cubicBezTo>
                    <a:pt x="894" y="0"/>
                    <a:pt x="773" y="53"/>
                    <a:pt x="697" y="218"/>
                  </a:cubicBezTo>
                  <a:cubicBezTo>
                    <a:pt x="601" y="439"/>
                    <a:pt x="337" y="919"/>
                    <a:pt x="337" y="919"/>
                  </a:cubicBezTo>
                  <a:cubicBezTo>
                    <a:pt x="337" y="919"/>
                    <a:pt x="179" y="818"/>
                    <a:pt x="159" y="818"/>
                  </a:cubicBezTo>
                  <a:cubicBezTo>
                    <a:pt x="140" y="818"/>
                    <a:pt x="1" y="977"/>
                    <a:pt x="39" y="1015"/>
                  </a:cubicBezTo>
                  <a:cubicBezTo>
                    <a:pt x="78" y="1059"/>
                    <a:pt x="337" y="1217"/>
                    <a:pt x="419" y="1217"/>
                  </a:cubicBezTo>
                  <a:cubicBezTo>
                    <a:pt x="500" y="1198"/>
                    <a:pt x="1000" y="597"/>
                    <a:pt x="1082" y="477"/>
                  </a:cubicBezTo>
                  <a:cubicBezTo>
                    <a:pt x="1159" y="357"/>
                    <a:pt x="1240" y="98"/>
                    <a:pt x="1038" y="16"/>
                  </a:cubicBezTo>
                  <a:cubicBezTo>
                    <a:pt x="1024" y="6"/>
                    <a:pt x="1001" y="0"/>
                    <a:pt x="974"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2653;p60">
              <a:extLst>
                <a:ext uri="{FF2B5EF4-FFF2-40B4-BE49-F238E27FC236}">
                  <a16:creationId xmlns:a16="http://schemas.microsoft.com/office/drawing/2014/main" id="{6381666A-1520-A880-3279-DEB7E08D71B0}"/>
                </a:ext>
              </a:extLst>
            </p:cNvPr>
            <p:cNvSpPr/>
            <p:nvPr/>
          </p:nvSpPr>
          <p:spPr>
            <a:xfrm>
              <a:off x="7745078" y="3194981"/>
              <a:ext cx="33230" cy="32841"/>
            </a:xfrm>
            <a:custGeom>
              <a:avLst/>
              <a:gdLst/>
              <a:ahLst/>
              <a:cxnLst/>
              <a:rect l="l" t="t" r="r" b="b"/>
              <a:pathLst>
                <a:path w="256" h="253" extrusionOk="0">
                  <a:moveTo>
                    <a:pt x="189" y="0"/>
                  </a:moveTo>
                  <a:cubicBezTo>
                    <a:pt x="181" y="0"/>
                    <a:pt x="172" y="2"/>
                    <a:pt x="164" y="7"/>
                  </a:cubicBezTo>
                  <a:cubicBezTo>
                    <a:pt x="121" y="7"/>
                    <a:pt x="1" y="166"/>
                    <a:pt x="20" y="204"/>
                  </a:cubicBezTo>
                  <a:cubicBezTo>
                    <a:pt x="40" y="220"/>
                    <a:pt x="69" y="252"/>
                    <a:pt x="90" y="252"/>
                  </a:cubicBezTo>
                  <a:cubicBezTo>
                    <a:pt x="94" y="252"/>
                    <a:pt x="98" y="251"/>
                    <a:pt x="101" y="247"/>
                  </a:cubicBezTo>
                  <a:cubicBezTo>
                    <a:pt x="164" y="84"/>
                    <a:pt x="241" y="46"/>
                    <a:pt x="241" y="46"/>
                  </a:cubicBezTo>
                  <a:cubicBezTo>
                    <a:pt x="256" y="30"/>
                    <a:pt x="223" y="0"/>
                    <a:pt x="189"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1" name="Google Shape;921;p44"/>
          <p:cNvSpPr txBox="1">
            <a:spLocks noGrp="1"/>
          </p:cNvSpPr>
          <p:nvPr>
            <p:ph type="title"/>
          </p:nvPr>
        </p:nvSpPr>
        <p:spPr>
          <a:xfrm>
            <a:off x="2604300" y="540000"/>
            <a:ext cx="3935400" cy="477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Domaine d’application </a:t>
            </a:r>
            <a:endParaRPr dirty="0"/>
          </a:p>
        </p:txBody>
      </p:sp>
      <p:sp>
        <p:nvSpPr>
          <p:cNvPr id="932" name="Google Shape;932;p44"/>
          <p:cNvSpPr txBox="1"/>
          <p:nvPr/>
        </p:nvSpPr>
        <p:spPr>
          <a:xfrm>
            <a:off x="1256490" y="1464418"/>
            <a:ext cx="3241081"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Teko"/>
                <a:ea typeface="Teko"/>
                <a:cs typeface="Teko"/>
                <a:sym typeface="Teko"/>
              </a:rPr>
              <a:t>Plateforme de reseaux sociaux</a:t>
            </a:r>
            <a:endParaRPr sz="2400" dirty="0">
              <a:solidFill>
                <a:schemeClr val="lt1"/>
              </a:solidFill>
              <a:latin typeface="Teko"/>
              <a:ea typeface="Teko"/>
              <a:cs typeface="Teko"/>
              <a:sym typeface="Teko"/>
            </a:endParaRPr>
          </a:p>
        </p:txBody>
      </p:sp>
      <p:sp>
        <p:nvSpPr>
          <p:cNvPr id="933" name="Google Shape;933;p44"/>
          <p:cNvSpPr txBox="1"/>
          <p:nvPr/>
        </p:nvSpPr>
        <p:spPr>
          <a:xfrm>
            <a:off x="1241038" y="2319335"/>
            <a:ext cx="3359742"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Teko"/>
                <a:ea typeface="Teko"/>
                <a:cs typeface="Teko"/>
                <a:sym typeface="Teko"/>
              </a:rPr>
              <a:t>Recommendation de produit et services personnalisés</a:t>
            </a:r>
            <a:endParaRPr sz="2400" dirty="0">
              <a:solidFill>
                <a:schemeClr val="lt1"/>
              </a:solidFill>
              <a:latin typeface="Teko"/>
              <a:ea typeface="Teko"/>
              <a:cs typeface="Teko"/>
              <a:sym typeface="Teko"/>
            </a:endParaRPr>
          </a:p>
        </p:txBody>
      </p:sp>
      <p:sp>
        <p:nvSpPr>
          <p:cNvPr id="934" name="Google Shape;934;p44"/>
          <p:cNvSpPr txBox="1"/>
          <p:nvPr/>
        </p:nvSpPr>
        <p:spPr>
          <a:xfrm>
            <a:off x="1256965" y="3311642"/>
            <a:ext cx="3519500" cy="42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dirty="0">
                <a:solidFill>
                  <a:schemeClr val="lt1"/>
                </a:solidFill>
                <a:latin typeface="Teko"/>
                <a:ea typeface="Teko"/>
                <a:cs typeface="Teko"/>
                <a:sym typeface="Teko"/>
              </a:rPr>
              <a:t>Systeme de recommendation de carriere</a:t>
            </a:r>
            <a:endParaRPr sz="2400" dirty="0">
              <a:solidFill>
                <a:schemeClr val="lt1"/>
              </a:solidFill>
              <a:latin typeface="Teko"/>
              <a:ea typeface="Teko"/>
              <a:cs typeface="Teko"/>
              <a:sym typeface="Teko"/>
            </a:endParaRPr>
          </a:p>
        </p:txBody>
      </p:sp>
      <p:grpSp>
        <p:nvGrpSpPr>
          <p:cNvPr id="935" name="Google Shape;935;p44"/>
          <p:cNvGrpSpPr/>
          <p:nvPr/>
        </p:nvGrpSpPr>
        <p:grpSpPr>
          <a:xfrm>
            <a:off x="733170" y="2430549"/>
            <a:ext cx="317400" cy="423999"/>
            <a:chOff x="744125" y="2484362"/>
            <a:chExt cx="317400" cy="423999"/>
          </a:xfrm>
        </p:grpSpPr>
        <p:sp>
          <p:nvSpPr>
            <p:cNvPr id="936" name="Google Shape;936;p44"/>
            <p:cNvSpPr/>
            <p:nvPr/>
          </p:nvSpPr>
          <p:spPr>
            <a:xfrm rot="5400000">
              <a:off x="666101" y="2562387"/>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rgbClr val="FF66AE"/>
                </a:gs>
                <a:gs pos="100000">
                  <a:srgbClr val="DA086A"/>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44"/>
            <p:cNvSpPr/>
            <p:nvPr/>
          </p:nvSpPr>
          <p:spPr>
            <a:xfrm rot="5400000">
              <a:off x="715551" y="2562387"/>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44"/>
            <p:cNvSpPr/>
            <p:nvPr/>
          </p:nvSpPr>
          <p:spPr>
            <a:xfrm rot="5400000">
              <a:off x="750590" y="2583057"/>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 name="Google Shape;939;p44"/>
          <p:cNvGrpSpPr/>
          <p:nvPr/>
        </p:nvGrpSpPr>
        <p:grpSpPr>
          <a:xfrm>
            <a:off x="756496" y="1423769"/>
            <a:ext cx="317400" cy="423999"/>
            <a:chOff x="744125" y="1540200"/>
            <a:chExt cx="317400" cy="423999"/>
          </a:xfrm>
        </p:grpSpPr>
        <p:sp>
          <p:nvSpPr>
            <p:cNvPr id="940" name="Google Shape;940;p44"/>
            <p:cNvSpPr/>
            <p:nvPr/>
          </p:nvSpPr>
          <p:spPr>
            <a:xfrm rot="5400000">
              <a:off x="666101" y="1618224"/>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4"/>
            <p:cNvSpPr/>
            <p:nvPr/>
          </p:nvSpPr>
          <p:spPr>
            <a:xfrm rot="5400000">
              <a:off x="715550" y="1618224"/>
              <a:ext cx="423999"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4"/>
            <p:cNvSpPr/>
            <p:nvPr/>
          </p:nvSpPr>
          <p:spPr>
            <a:xfrm rot="5400000">
              <a:off x="750590" y="1638894"/>
              <a:ext cx="353920"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44"/>
          <p:cNvGrpSpPr/>
          <p:nvPr/>
        </p:nvGrpSpPr>
        <p:grpSpPr>
          <a:xfrm>
            <a:off x="744125" y="3446902"/>
            <a:ext cx="317399" cy="423948"/>
            <a:chOff x="720001" y="3428526"/>
            <a:chExt cx="317399" cy="423948"/>
          </a:xfrm>
        </p:grpSpPr>
        <p:sp>
          <p:nvSpPr>
            <p:cNvPr id="944" name="Google Shape;944;p44"/>
            <p:cNvSpPr/>
            <p:nvPr/>
          </p:nvSpPr>
          <p:spPr>
            <a:xfrm rot="5400000">
              <a:off x="642002" y="3506525"/>
              <a:ext cx="423948"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4"/>
            <p:cNvSpPr/>
            <p:nvPr/>
          </p:nvSpPr>
          <p:spPr>
            <a:xfrm rot="5400000">
              <a:off x="691451" y="3506525"/>
              <a:ext cx="423948" cy="267950"/>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6"/>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4"/>
            <p:cNvSpPr/>
            <p:nvPr/>
          </p:nvSpPr>
          <p:spPr>
            <a:xfrm rot="5400000">
              <a:off x="726486" y="3527195"/>
              <a:ext cx="353878" cy="226611"/>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2063;p60">
            <a:extLst>
              <a:ext uri="{FF2B5EF4-FFF2-40B4-BE49-F238E27FC236}">
                <a16:creationId xmlns:a16="http://schemas.microsoft.com/office/drawing/2014/main" id="{DFFE1F85-E4C2-252F-FA94-2E32E1C0BE52}"/>
              </a:ext>
            </a:extLst>
          </p:cNvPr>
          <p:cNvGrpSpPr/>
          <p:nvPr/>
        </p:nvGrpSpPr>
        <p:grpSpPr>
          <a:xfrm>
            <a:off x="4572000" y="836186"/>
            <a:ext cx="3892830" cy="3767188"/>
            <a:chOff x="5123488" y="836186"/>
            <a:chExt cx="3341342" cy="3767188"/>
          </a:xfrm>
        </p:grpSpPr>
        <p:sp>
          <p:nvSpPr>
            <p:cNvPr id="8" name="Google Shape;2064;p60">
              <a:extLst>
                <a:ext uri="{FF2B5EF4-FFF2-40B4-BE49-F238E27FC236}">
                  <a16:creationId xmlns:a16="http://schemas.microsoft.com/office/drawing/2014/main" id="{AB27D277-5228-DC6D-7F44-935D5420894C}"/>
                </a:ext>
              </a:extLst>
            </p:cNvPr>
            <p:cNvSpPr/>
            <p:nvPr/>
          </p:nvSpPr>
          <p:spPr>
            <a:xfrm>
              <a:off x="5123488" y="2672654"/>
              <a:ext cx="3341311" cy="1930720"/>
            </a:xfrm>
            <a:custGeom>
              <a:avLst/>
              <a:gdLst/>
              <a:ahLst/>
              <a:cxnLst/>
              <a:rect l="l" t="t" r="r" b="b"/>
              <a:pathLst>
                <a:path w="25741" h="14874" extrusionOk="0">
                  <a:moveTo>
                    <a:pt x="12870" y="0"/>
                  </a:moveTo>
                  <a:lnTo>
                    <a:pt x="0" y="7427"/>
                  </a:lnTo>
                  <a:lnTo>
                    <a:pt x="12870" y="14873"/>
                  </a:lnTo>
                  <a:lnTo>
                    <a:pt x="25740" y="7427"/>
                  </a:lnTo>
                  <a:lnTo>
                    <a:pt x="12870" y="0"/>
                  </a:lnTo>
                  <a:close/>
                </a:path>
              </a:pathLst>
            </a:custGeom>
            <a:solidFill>
              <a:srgbClr val="180175">
                <a:alpha val="43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065;p60">
              <a:extLst>
                <a:ext uri="{FF2B5EF4-FFF2-40B4-BE49-F238E27FC236}">
                  <a16:creationId xmlns:a16="http://schemas.microsoft.com/office/drawing/2014/main" id="{25BE85BB-5009-A71F-FFC1-9CDC286E1662}"/>
                </a:ext>
              </a:extLst>
            </p:cNvPr>
            <p:cNvSpPr/>
            <p:nvPr/>
          </p:nvSpPr>
          <p:spPr>
            <a:xfrm>
              <a:off x="5123488" y="2467429"/>
              <a:ext cx="3341311" cy="1928253"/>
            </a:xfrm>
            <a:custGeom>
              <a:avLst/>
              <a:gdLst/>
              <a:ahLst/>
              <a:cxnLst/>
              <a:rect l="l" t="t" r="r" b="b"/>
              <a:pathLst>
                <a:path w="25741" h="14855" extrusionOk="0">
                  <a:moveTo>
                    <a:pt x="12870" y="1"/>
                  </a:moveTo>
                  <a:lnTo>
                    <a:pt x="0" y="7428"/>
                  </a:lnTo>
                  <a:lnTo>
                    <a:pt x="12870" y="14855"/>
                  </a:lnTo>
                  <a:lnTo>
                    <a:pt x="25740" y="7428"/>
                  </a:lnTo>
                  <a:lnTo>
                    <a:pt x="12870"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066;p60">
              <a:extLst>
                <a:ext uri="{FF2B5EF4-FFF2-40B4-BE49-F238E27FC236}">
                  <a16:creationId xmlns:a16="http://schemas.microsoft.com/office/drawing/2014/main" id="{7A0980C5-B772-A4D1-765B-C2D5C836FB7F}"/>
                </a:ext>
              </a:extLst>
            </p:cNvPr>
            <p:cNvSpPr/>
            <p:nvPr/>
          </p:nvSpPr>
          <p:spPr>
            <a:xfrm>
              <a:off x="5562496" y="2719384"/>
              <a:ext cx="2465776" cy="1424350"/>
            </a:xfrm>
            <a:custGeom>
              <a:avLst/>
              <a:gdLst/>
              <a:ahLst/>
              <a:cxnLst/>
              <a:rect l="l" t="t" r="r" b="b"/>
              <a:pathLst>
                <a:path w="18996" h="10973" extrusionOk="0">
                  <a:moveTo>
                    <a:pt x="9488" y="121"/>
                  </a:moveTo>
                  <a:lnTo>
                    <a:pt x="18799" y="5487"/>
                  </a:lnTo>
                  <a:lnTo>
                    <a:pt x="9488" y="10853"/>
                  </a:lnTo>
                  <a:lnTo>
                    <a:pt x="202" y="5487"/>
                  </a:lnTo>
                  <a:lnTo>
                    <a:pt x="9488" y="121"/>
                  </a:lnTo>
                  <a:close/>
                  <a:moveTo>
                    <a:pt x="9488" y="0"/>
                  </a:moveTo>
                  <a:lnTo>
                    <a:pt x="0" y="5487"/>
                  </a:lnTo>
                  <a:lnTo>
                    <a:pt x="9488" y="10973"/>
                  </a:lnTo>
                  <a:lnTo>
                    <a:pt x="18996" y="5487"/>
                  </a:lnTo>
                  <a:lnTo>
                    <a:pt x="9488" y="0"/>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067;p60">
              <a:extLst>
                <a:ext uri="{FF2B5EF4-FFF2-40B4-BE49-F238E27FC236}">
                  <a16:creationId xmlns:a16="http://schemas.microsoft.com/office/drawing/2014/main" id="{B4ECE1AB-195D-A447-9A4F-82DBFA1500FD}"/>
                </a:ext>
              </a:extLst>
            </p:cNvPr>
            <p:cNvSpPr/>
            <p:nvPr/>
          </p:nvSpPr>
          <p:spPr>
            <a:xfrm>
              <a:off x="5123488" y="3431507"/>
              <a:ext cx="1670720" cy="992878"/>
            </a:xfrm>
            <a:custGeom>
              <a:avLst/>
              <a:gdLst/>
              <a:ahLst/>
              <a:cxnLst/>
              <a:rect l="l" t="t" r="r" b="b"/>
              <a:pathLst>
                <a:path w="12871" h="7649" extrusionOk="0">
                  <a:moveTo>
                    <a:pt x="0" y="1"/>
                  </a:moveTo>
                  <a:lnTo>
                    <a:pt x="0" y="222"/>
                  </a:lnTo>
                  <a:lnTo>
                    <a:pt x="12870" y="7649"/>
                  </a:lnTo>
                  <a:lnTo>
                    <a:pt x="12870" y="7428"/>
                  </a:lnTo>
                  <a:lnTo>
                    <a:pt x="0" y="1"/>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068;p60">
              <a:extLst>
                <a:ext uri="{FF2B5EF4-FFF2-40B4-BE49-F238E27FC236}">
                  <a16:creationId xmlns:a16="http://schemas.microsoft.com/office/drawing/2014/main" id="{6C9E22E8-06BC-3727-839B-EF1936EF0169}"/>
                </a:ext>
              </a:extLst>
            </p:cNvPr>
            <p:cNvSpPr/>
            <p:nvPr/>
          </p:nvSpPr>
          <p:spPr>
            <a:xfrm>
              <a:off x="6794109" y="3431507"/>
              <a:ext cx="1670720" cy="992878"/>
            </a:xfrm>
            <a:custGeom>
              <a:avLst/>
              <a:gdLst/>
              <a:ahLst/>
              <a:cxnLst/>
              <a:rect l="l" t="t" r="r" b="b"/>
              <a:pathLst>
                <a:path w="12871" h="7649" extrusionOk="0">
                  <a:moveTo>
                    <a:pt x="12870" y="1"/>
                  </a:moveTo>
                  <a:lnTo>
                    <a:pt x="0" y="7428"/>
                  </a:lnTo>
                  <a:lnTo>
                    <a:pt x="0" y="7649"/>
                  </a:lnTo>
                  <a:lnTo>
                    <a:pt x="12870" y="222"/>
                  </a:lnTo>
                  <a:lnTo>
                    <a:pt x="12870" y="1"/>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069;p60">
              <a:extLst>
                <a:ext uri="{FF2B5EF4-FFF2-40B4-BE49-F238E27FC236}">
                  <a16:creationId xmlns:a16="http://schemas.microsoft.com/office/drawing/2014/main" id="{7BE8C952-3E58-E7BB-6EE2-1913F7195A7A}"/>
                </a:ext>
              </a:extLst>
            </p:cNvPr>
            <p:cNvSpPr/>
            <p:nvPr/>
          </p:nvSpPr>
          <p:spPr>
            <a:xfrm>
              <a:off x="6479845" y="3152182"/>
              <a:ext cx="639290" cy="187179"/>
            </a:xfrm>
            <a:custGeom>
              <a:avLst/>
              <a:gdLst/>
              <a:ahLst/>
              <a:cxnLst/>
              <a:rect l="l" t="t" r="r" b="b"/>
              <a:pathLst>
                <a:path w="4925" h="1442" extrusionOk="0">
                  <a:moveTo>
                    <a:pt x="0" y="0"/>
                  </a:moveTo>
                  <a:lnTo>
                    <a:pt x="0" y="19"/>
                  </a:lnTo>
                  <a:lnTo>
                    <a:pt x="2441" y="1441"/>
                  </a:lnTo>
                  <a:lnTo>
                    <a:pt x="4924" y="19"/>
                  </a:lnTo>
                  <a:lnTo>
                    <a:pt x="4905" y="0"/>
                  </a:lnTo>
                  <a:lnTo>
                    <a:pt x="2441" y="1417"/>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70;p60">
              <a:extLst>
                <a:ext uri="{FF2B5EF4-FFF2-40B4-BE49-F238E27FC236}">
                  <a16:creationId xmlns:a16="http://schemas.microsoft.com/office/drawing/2014/main" id="{86E6546A-E058-5297-42DC-421A4AFAAD0B}"/>
                </a:ext>
              </a:extLst>
            </p:cNvPr>
            <p:cNvSpPr/>
            <p:nvPr/>
          </p:nvSpPr>
          <p:spPr>
            <a:xfrm>
              <a:off x="6479845" y="3183335"/>
              <a:ext cx="639290" cy="189645"/>
            </a:xfrm>
            <a:custGeom>
              <a:avLst/>
              <a:gdLst/>
              <a:ahLst/>
              <a:cxnLst/>
              <a:rect l="l" t="t" r="r" b="b"/>
              <a:pathLst>
                <a:path w="4925" h="1461" extrusionOk="0">
                  <a:moveTo>
                    <a:pt x="4905" y="0"/>
                  </a:moveTo>
                  <a:lnTo>
                    <a:pt x="2441" y="1441"/>
                  </a:lnTo>
                  <a:lnTo>
                    <a:pt x="0" y="19"/>
                  </a:lnTo>
                  <a:lnTo>
                    <a:pt x="0" y="39"/>
                  </a:lnTo>
                  <a:lnTo>
                    <a:pt x="2441" y="1461"/>
                  </a:lnTo>
                  <a:lnTo>
                    <a:pt x="4924" y="19"/>
                  </a:lnTo>
                  <a:lnTo>
                    <a:pt x="49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71;p60">
              <a:extLst>
                <a:ext uri="{FF2B5EF4-FFF2-40B4-BE49-F238E27FC236}">
                  <a16:creationId xmlns:a16="http://schemas.microsoft.com/office/drawing/2014/main" id="{29AFD761-3CB7-244B-36A7-C41368FF2CBD}"/>
                </a:ext>
              </a:extLst>
            </p:cNvPr>
            <p:cNvSpPr/>
            <p:nvPr/>
          </p:nvSpPr>
          <p:spPr>
            <a:xfrm>
              <a:off x="6162986" y="2460569"/>
              <a:ext cx="1265469" cy="730283"/>
            </a:xfrm>
            <a:custGeom>
              <a:avLst/>
              <a:gdLst/>
              <a:ahLst/>
              <a:cxnLst/>
              <a:rect l="l" t="t" r="r" b="b"/>
              <a:pathLst>
                <a:path w="9749" h="5626" extrusionOk="0">
                  <a:moveTo>
                    <a:pt x="4862" y="0"/>
                  </a:moveTo>
                  <a:lnTo>
                    <a:pt x="1" y="2806"/>
                  </a:lnTo>
                  <a:lnTo>
                    <a:pt x="4862" y="5626"/>
                  </a:lnTo>
                  <a:lnTo>
                    <a:pt x="9748" y="2806"/>
                  </a:lnTo>
                  <a:lnTo>
                    <a:pt x="486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72;p60">
              <a:extLst>
                <a:ext uri="{FF2B5EF4-FFF2-40B4-BE49-F238E27FC236}">
                  <a16:creationId xmlns:a16="http://schemas.microsoft.com/office/drawing/2014/main" id="{653C8C78-24E0-BB57-05CA-88DF27349531}"/>
                </a:ext>
              </a:extLst>
            </p:cNvPr>
            <p:cNvSpPr/>
            <p:nvPr/>
          </p:nvSpPr>
          <p:spPr>
            <a:xfrm>
              <a:off x="6162986" y="2824678"/>
              <a:ext cx="631242" cy="470413"/>
            </a:xfrm>
            <a:custGeom>
              <a:avLst/>
              <a:gdLst/>
              <a:ahLst/>
              <a:cxnLst/>
              <a:rect l="l" t="t" r="r" b="b"/>
              <a:pathLst>
                <a:path w="4863" h="3624" extrusionOk="0">
                  <a:moveTo>
                    <a:pt x="1" y="1"/>
                  </a:moveTo>
                  <a:lnTo>
                    <a:pt x="1" y="818"/>
                  </a:lnTo>
                  <a:lnTo>
                    <a:pt x="4862" y="3623"/>
                  </a:lnTo>
                  <a:lnTo>
                    <a:pt x="4862" y="2821"/>
                  </a:lnTo>
                  <a:lnTo>
                    <a:pt x="1" y="1"/>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073;p60">
              <a:extLst>
                <a:ext uri="{FF2B5EF4-FFF2-40B4-BE49-F238E27FC236}">
                  <a16:creationId xmlns:a16="http://schemas.microsoft.com/office/drawing/2014/main" id="{B9397C78-3BB9-C3AE-F4BC-DD194894260C}"/>
                </a:ext>
              </a:extLst>
            </p:cNvPr>
            <p:cNvSpPr/>
            <p:nvPr/>
          </p:nvSpPr>
          <p:spPr>
            <a:xfrm>
              <a:off x="6794109" y="2824678"/>
              <a:ext cx="634357" cy="470413"/>
            </a:xfrm>
            <a:custGeom>
              <a:avLst/>
              <a:gdLst/>
              <a:ahLst/>
              <a:cxnLst/>
              <a:rect l="l" t="t" r="r" b="b"/>
              <a:pathLst>
                <a:path w="4887" h="3624" extrusionOk="0">
                  <a:moveTo>
                    <a:pt x="4886" y="1"/>
                  </a:moveTo>
                  <a:lnTo>
                    <a:pt x="0" y="2821"/>
                  </a:lnTo>
                  <a:lnTo>
                    <a:pt x="0" y="3623"/>
                  </a:lnTo>
                  <a:lnTo>
                    <a:pt x="4886" y="818"/>
                  </a:lnTo>
                  <a:lnTo>
                    <a:pt x="4886"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74;p60">
              <a:extLst>
                <a:ext uri="{FF2B5EF4-FFF2-40B4-BE49-F238E27FC236}">
                  <a16:creationId xmlns:a16="http://schemas.microsoft.com/office/drawing/2014/main" id="{500E28CF-E4D5-72E4-5F70-D3A5B8D48C00}"/>
                </a:ext>
              </a:extLst>
            </p:cNvPr>
            <p:cNvSpPr/>
            <p:nvPr/>
          </p:nvSpPr>
          <p:spPr>
            <a:xfrm>
              <a:off x="6370677" y="2279098"/>
              <a:ext cx="850093" cy="490923"/>
            </a:xfrm>
            <a:custGeom>
              <a:avLst/>
              <a:gdLst/>
              <a:ahLst/>
              <a:cxnLst/>
              <a:rect l="l" t="t" r="r" b="b"/>
              <a:pathLst>
                <a:path w="6549" h="3782" extrusionOk="0">
                  <a:moveTo>
                    <a:pt x="3262" y="0"/>
                  </a:moveTo>
                  <a:lnTo>
                    <a:pt x="0" y="1898"/>
                  </a:lnTo>
                  <a:lnTo>
                    <a:pt x="3262" y="3781"/>
                  </a:lnTo>
                  <a:lnTo>
                    <a:pt x="6548" y="1898"/>
                  </a:lnTo>
                  <a:lnTo>
                    <a:pt x="326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075;p60">
              <a:extLst>
                <a:ext uri="{FF2B5EF4-FFF2-40B4-BE49-F238E27FC236}">
                  <a16:creationId xmlns:a16="http://schemas.microsoft.com/office/drawing/2014/main" id="{8AD72A1C-798A-1765-8D57-356EA81361A0}"/>
                </a:ext>
              </a:extLst>
            </p:cNvPr>
            <p:cNvSpPr/>
            <p:nvPr/>
          </p:nvSpPr>
          <p:spPr>
            <a:xfrm>
              <a:off x="6370677" y="2525343"/>
              <a:ext cx="423554" cy="315167"/>
            </a:xfrm>
            <a:custGeom>
              <a:avLst/>
              <a:gdLst/>
              <a:ahLst/>
              <a:cxnLst/>
              <a:rect l="l" t="t" r="r" b="b"/>
              <a:pathLst>
                <a:path w="3263" h="2428" extrusionOk="0">
                  <a:moveTo>
                    <a:pt x="0" y="1"/>
                  </a:moveTo>
                  <a:lnTo>
                    <a:pt x="0" y="525"/>
                  </a:lnTo>
                  <a:lnTo>
                    <a:pt x="3262" y="2427"/>
                  </a:lnTo>
                  <a:lnTo>
                    <a:pt x="3262" y="1884"/>
                  </a:lnTo>
                  <a:lnTo>
                    <a:pt x="0" y="1"/>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76;p60">
              <a:extLst>
                <a:ext uri="{FF2B5EF4-FFF2-40B4-BE49-F238E27FC236}">
                  <a16:creationId xmlns:a16="http://schemas.microsoft.com/office/drawing/2014/main" id="{53E7B7C7-C3C2-4B80-551D-129A6D401E8A}"/>
                </a:ext>
              </a:extLst>
            </p:cNvPr>
            <p:cNvSpPr/>
            <p:nvPr/>
          </p:nvSpPr>
          <p:spPr>
            <a:xfrm>
              <a:off x="6794109" y="2525343"/>
              <a:ext cx="426669" cy="315167"/>
            </a:xfrm>
            <a:custGeom>
              <a:avLst/>
              <a:gdLst/>
              <a:ahLst/>
              <a:cxnLst/>
              <a:rect l="l" t="t" r="r" b="b"/>
              <a:pathLst>
                <a:path w="3287" h="2428" extrusionOk="0">
                  <a:moveTo>
                    <a:pt x="3286" y="1"/>
                  </a:moveTo>
                  <a:lnTo>
                    <a:pt x="0" y="1884"/>
                  </a:lnTo>
                  <a:lnTo>
                    <a:pt x="0" y="2427"/>
                  </a:lnTo>
                  <a:lnTo>
                    <a:pt x="3286" y="525"/>
                  </a:lnTo>
                  <a:lnTo>
                    <a:pt x="3286"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077;p60">
              <a:extLst>
                <a:ext uri="{FF2B5EF4-FFF2-40B4-BE49-F238E27FC236}">
                  <a16:creationId xmlns:a16="http://schemas.microsoft.com/office/drawing/2014/main" id="{B0D51D5D-6081-55FA-220E-B7872EDFED02}"/>
                </a:ext>
              </a:extLst>
            </p:cNvPr>
            <p:cNvSpPr/>
            <p:nvPr/>
          </p:nvSpPr>
          <p:spPr>
            <a:xfrm>
              <a:off x="6370677" y="2154354"/>
              <a:ext cx="850093" cy="490923"/>
            </a:xfrm>
            <a:custGeom>
              <a:avLst/>
              <a:gdLst/>
              <a:ahLst/>
              <a:cxnLst/>
              <a:rect l="l" t="t" r="r" b="b"/>
              <a:pathLst>
                <a:path w="6549" h="3782" extrusionOk="0">
                  <a:moveTo>
                    <a:pt x="3262" y="1"/>
                  </a:moveTo>
                  <a:lnTo>
                    <a:pt x="0" y="1898"/>
                  </a:lnTo>
                  <a:lnTo>
                    <a:pt x="3262" y="3781"/>
                  </a:lnTo>
                  <a:lnTo>
                    <a:pt x="6548" y="1898"/>
                  </a:lnTo>
                  <a:lnTo>
                    <a:pt x="3262" y="1"/>
                  </a:lnTo>
                  <a:close/>
                </a:path>
              </a:pathLst>
            </a:custGeom>
            <a:gradFill>
              <a:gsLst>
                <a:gs pos="0">
                  <a:schemeClr val="accent1"/>
                </a:gs>
                <a:gs pos="100000">
                  <a:schemeClr val="dk2"/>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078;p60">
              <a:extLst>
                <a:ext uri="{FF2B5EF4-FFF2-40B4-BE49-F238E27FC236}">
                  <a16:creationId xmlns:a16="http://schemas.microsoft.com/office/drawing/2014/main" id="{1E9BB81E-1782-F4CD-1667-F36BBA19C1F0}"/>
                </a:ext>
              </a:extLst>
            </p:cNvPr>
            <p:cNvSpPr/>
            <p:nvPr/>
          </p:nvSpPr>
          <p:spPr>
            <a:xfrm>
              <a:off x="6370677" y="2400728"/>
              <a:ext cx="423554" cy="315037"/>
            </a:xfrm>
            <a:custGeom>
              <a:avLst/>
              <a:gdLst/>
              <a:ahLst/>
              <a:cxnLst/>
              <a:rect l="l" t="t" r="r" b="b"/>
              <a:pathLst>
                <a:path w="3263" h="2427" extrusionOk="0">
                  <a:moveTo>
                    <a:pt x="0" y="0"/>
                  </a:moveTo>
                  <a:lnTo>
                    <a:pt x="0" y="524"/>
                  </a:lnTo>
                  <a:lnTo>
                    <a:pt x="3262" y="2426"/>
                  </a:lnTo>
                  <a:lnTo>
                    <a:pt x="3262" y="1883"/>
                  </a:lnTo>
                  <a:lnTo>
                    <a:pt x="0"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079;p60">
              <a:extLst>
                <a:ext uri="{FF2B5EF4-FFF2-40B4-BE49-F238E27FC236}">
                  <a16:creationId xmlns:a16="http://schemas.microsoft.com/office/drawing/2014/main" id="{D2A1CE42-BD2B-78B9-5F32-6CAC7EB9D989}"/>
                </a:ext>
              </a:extLst>
            </p:cNvPr>
            <p:cNvSpPr/>
            <p:nvPr/>
          </p:nvSpPr>
          <p:spPr>
            <a:xfrm>
              <a:off x="6794109" y="2400728"/>
              <a:ext cx="426669" cy="315037"/>
            </a:xfrm>
            <a:custGeom>
              <a:avLst/>
              <a:gdLst/>
              <a:ahLst/>
              <a:cxnLst/>
              <a:rect l="l" t="t" r="r" b="b"/>
              <a:pathLst>
                <a:path w="3287" h="2427" extrusionOk="0">
                  <a:moveTo>
                    <a:pt x="3286" y="0"/>
                  </a:moveTo>
                  <a:lnTo>
                    <a:pt x="0" y="1883"/>
                  </a:lnTo>
                  <a:lnTo>
                    <a:pt x="0" y="2426"/>
                  </a:lnTo>
                  <a:lnTo>
                    <a:pt x="3286" y="524"/>
                  </a:lnTo>
                  <a:lnTo>
                    <a:pt x="3286"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080;p60">
              <a:extLst>
                <a:ext uri="{FF2B5EF4-FFF2-40B4-BE49-F238E27FC236}">
                  <a16:creationId xmlns:a16="http://schemas.microsoft.com/office/drawing/2014/main" id="{CEDBB5B9-0655-DE4B-4A54-3E2CC51CD60D}"/>
                </a:ext>
              </a:extLst>
            </p:cNvPr>
            <p:cNvSpPr/>
            <p:nvPr/>
          </p:nvSpPr>
          <p:spPr>
            <a:xfrm>
              <a:off x="6370677" y="2029609"/>
              <a:ext cx="850093" cy="490923"/>
            </a:xfrm>
            <a:custGeom>
              <a:avLst/>
              <a:gdLst/>
              <a:ahLst/>
              <a:cxnLst/>
              <a:rect l="l" t="t" r="r" b="b"/>
              <a:pathLst>
                <a:path w="6549" h="3782" extrusionOk="0">
                  <a:moveTo>
                    <a:pt x="3262" y="1"/>
                  </a:moveTo>
                  <a:lnTo>
                    <a:pt x="0" y="1898"/>
                  </a:lnTo>
                  <a:lnTo>
                    <a:pt x="3262" y="3782"/>
                  </a:lnTo>
                  <a:lnTo>
                    <a:pt x="6548" y="1898"/>
                  </a:lnTo>
                  <a:lnTo>
                    <a:pt x="3262"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81;p60">
              <a:extLst>
                <a:ext uri="{FF2B5EF4-FFF2-40B4-BE49-F238E27FC236}">
                  <a16:creationId xmlns:a16="http://schemas.microsoft.com/office/drawing/2014/main" id="{02B8C053-0C36-77B5-0814-5F36A1924BF3}"/>
                </a:ext>
              </a:extLst>
            </p:cNvPr>
            <p:cNvSpPr/>
            <p:nvPr/>
          </p:nvSpPr>
          <p:spPr>
            <a:xfrm>
              <a:off x="6370677" y="2275983"/>
              <a:ext cx="423554" cy="315037"/>
            </a:xfrm>
            <a:custGeom>
              <a:avLst/>
              <a:gdLst/>
              <a:ahLst/>
              <a:cxnLst/>
              <a:rect l="l" t="t" r="r" b="b"/>
              <a:pathLst>
                <a:path w="3263" h="2427" extrusionOk="0">
                  <a:moveTo>
                    <a:pt x="0" y="0"/>
                  </a:moveTo>
                  <a:lnTo>
                    <a:pt x="0" y="524"/>
                  </a:lnTo>
                  <a:lnTo>
                    <a:pt x="3262" y="2426"/>
                  </a:lnTo>
                  <a:lnTo>
                    <a:pt x="3262" y="1884"/>
                  </a:lnTo>
                  <a:lnTo>
                    <a:pt x="0"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082;p60">
              <a:extLst>
                <a:ext uri="{FF2B5EF4-FFF2-40B4-BE49-F238E27FC236}">
                  <a16:creationId xmlns:a16="http://schemas.microsoft.com/office/drawing/2014/main" id="{11FFFEE1-E314-FE06-783C-8A8542E4FBBD}"/>
                </a:ext>
              </a:extLst>
            </p:cNvPr>
            <p:cNvSpPr/>
            <p:nvPr/>
          </p:nvSpPr>
          <p:spPr>
            <a:xfrm>
              <a:off x="6794109" y="2275983"/>
              <a:ext cx="426669" cy="315037"/>
            </a:xfrm>
            <a:custGeom>
              <a:avLst/>
              <a:gdLst/>
              <a:ahLst/>
              <a:cxnLst/>
              <a:rect l="l" t="t" r="r" b="b"/>
              <a:pathLst>
                <a:path w="3287" h="2427" extrusionOk="0">
                  <a:moveTo>
                    <a:pt x="3286" y="0"/>
                  </a:moveTo>
                  <a:lnTo>
                    <a:pt x="0" y="1884"/>
                  </a:lnTo>
                  <a:lnTo>
                    <a:pt x="0" y="2426"/>
                  </a:lnTo>
                  <a:lnTo>
                    <a:pt x="3286" y="524"/>
                  </a:lnTo>
                  <a:lnTo>
                    <a:pt x="3286"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083;p60">
              <a:extLst>
                <a:ext uri="{FF2B5EF4-FFF2-40B4-BE49-F238E27FC236}">
                  <a16:creationId xmlns:a16="http://schemas.microsoft.com/office/drawing/2014/main" id="{719CB390-BA64-9577-244C-1DFD7CC84D1C}"/>
                </a:ext>
              </a:extLst>
            </p:cNvPr>
            <p:cNvSpPr/>
            <p:nvPr/>
          </p:nvSpPr>
          <p:spPr>
            <a:xfrm>
              <a:off x="6368211" y="2008450"/>
              <a:ext cx="855026" cy="494038"/>
            </a:xfrm>
            <a:custGeom>
              <a:avLst/>
              <a:gdLst/>
              <a:ahLst/>
              <a:cxnLst/>
              <a:rect l="l" t="t" r="r" b="b"/>
              <a:pathLst>
                <a:path w="6587" h="3806" extrusionOk="0">
                  <a:moveTo>
                    <a:pt x="3281" y="20"/>
                  </a:moveTo>
                  <a:lnTo>
                    <a:pt x="6524" y="1903"/>
                  </a:lnTo>
                  <a:lnTo>
                    <a:pt x="3281" y="3767"/>
                  </a:lnTo>
                  <a:lnTo>
                    <a:pt x="55" y="1893"/>
                  </a:lnTo>
                  <a:lnTo>
                    <a:pt x="55" y="1893"/>
                  </a:lnTo>
                  <a:lnTo>
                    <a:pt x="3281" y="20"/>
                  </a:lnTo>
                  <a:close/>
                  <a:moveTo>
                    <a:pt x="3281" y="0"/>
                  </a:moveTo>
                  <a:lnTo>
                    <a:pt x="0" y="1903"/>
                  </a:lnTo>
                  <a:lnTo>
                    <a:pt x="19" y="1903"/>
                  </a:lnTo>
                  <a:lnTo>
                    <a:pt x="3281" y="3805"/>
                  </a:lnTo>
                  <a:lnTo>
                    <a:pt x="6587" y="1903"/>
                  </a:lnTo>
                  <a:lnTo>
                    <a:pt x="328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084;p60">
              <a:extLst>
                <a:ext uri="{FF2B5EF4-FFF2-40B4-BE49-F238E27FC236}">
                  <a16:creationId xmlns:a16="http://schemas.microsoft.com/office/drawing/2014/main" id="{EB9715B0-1084-ED27-618A-495D056F8AFD}"/>
                </a:ext>
              </a:extLst>
            </p:cNvPr>
            <p:cNvSpPr/>
            <p:nvPr/>
          </p:nvSpPr>
          <p:spPr>
            <a:xfrm>
              <a:off x="6368211" y="1969768"/>
              <a:ext cx="855026" cy="493389"/>
            </a:xfrm>
            <a:custGeom>
              <a:avLst/>
              <a:gdLst/>
              <a:ahLst/>
              <a:cxnLst/>
              <a:rect l="l" t="t" r="r" b="b"/>
              <a:pathLst>
                <a:path w="6587" h="3801" extrusionOk="0">
                  <a:moveTo>
                    <a:pt x="3281" y="20"/>
                  </a:moveTo>
                  <a:lnTo>
                    <a:pt x="6524" y="1903"/>
                  </a:lnTo>
                  <a:lnTo>
                    <a:pt x="3281" y="3762"/>
                  </a:lnTo>
                  <a:lnTo>
                    <a:pt x="59" y="1891"/>
                  </a:lnTo>
                  <a:lnTo>
                    <a:pt x="3281" y="20"/>
                  </a:lnTo>
                  <a:close/>
                  <a:moveTo>
                    <a:pt x="3281" y="1"/>
                  </a:moveTo>
                  <a:lnTo>
                    <a:pt x="40" y="1880"/>
                  </a:lnTo>
                  <a:lnTo>
                    <a:pt x="39" y="1879"/>
                  </a:lnTo>
                  <a:lnTo>
                    <a:pt x="36" y="1882"/>
                  </a:lnTo>
                  <a:lnTo>
                    <a:pt x="0" y="1903"/>
                  </a:lnTo>
                  <a:lnTo>
                    <a:pt x="19" y="1903"/>
                  </a:lnTo>
                  <a:lnTo>
                    <a:pt x="3281" y="3801"/>
                  </a:lnTo>
                  <a:lnTo>
                    <a:pt x="6587" y="1903"/>
                  </a:lnTo>
                  <a:lnTo>
                    <a:pt x="32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085;p60">
              <a:extLst>
                <a:ext uri="{FF2B5EF4-FFF2-40B4-BE49-F238E27FC236}">
                  <a16:creationId xmlns:a16="http://schemas.microsoft.com/office/drawing/2014/main" id="{5947D3DB-52FA-6BE2-B7E8-70C0D0605316}"/>
                </a:ext>
              </a:extLst>
            </p:cNvPr>
            <p:cNvSpPr/>
            <p:nvPr/>
          </p:nvSpPr>
          <p:spPr>
            <a:xfrm>
              <a:off x="6368211" y="1930436"/>
              <a:ext cx="855026" cy="296345"/>
            </a:xfrm>
            <a:custGeom>
              <a:avLst/>
              <a:gdLst/>
              <a:ahLst/>
              <a:cxnLst/>
              <a:rect l="l" t="t" r="r" b="b"/>
              <a:pathLst>
                <a:path w="6587" h="2283" extrusionOk="0">
                  <a:moveTo>
                    <a:pt x="3281" y="1"/>
                  </a:moveTo>
                  <a:lnTo>
                    <a:pt x="538" y="1581"/>
                  </a:lnTo>
                  <a:lnTo>
                    <a:pt x="581" y="1605"/>
                  </a:lnTo>
                  <a:lnTo>
                    <a:pt x="3281" y="20"/>
                  </a:lnTo>
                  <a:lnTo>
                    <a:pt x="6005" y="1605"/>
                  </a:lnTo>
                  <a:lnTo>
                    <a:pt x="6024" y="1581"/>
                  </a:lnTo>
                  <a:lnTo>
                    <a:pt x="3281" y="1"/>
                  </a:lnTo>
                  <a:close/>
                  <a:moveTo>
                    <a:pt x="519" y="1605"/>
                  </a:moveTo>
                  <a:lnTo>
                    <a:pt x="279" y="1726"/>
                  </a:lnTo>
                  <a:lnTo>
                    <a:pt x="322" y="1745"/>
                  </a:lnTo>
                  <a:lnTo>
                    <a:pt x="538" y="1605"/>
                  </a:lnTo>
                  <a:close/>
                  <a:moveTo>
                    <a:pt x="6024" y="1605"/>
                  </a:moveTo>
                  <a:lnTo>
                    <a:pt x="6265" y="1745"/>
                  </a:lnTo>
                  <a:lnTo>
                    <a:pt x="6284" y="1726"/>
                  </a:lnTo>
                  <a:lnTo>
                    <a:pt x="6063" y="1605"/>
                  </a:lnTo>
                  <a:close/>
                  <a:moveTo>
                    <a:pt x="260" y="1745"/>
                  </a:moveTo>
                  <a:lnTo>
                    <a:pt x="0" y="1903"/>
                  </a:lnTo>
                  <a:lnTo>
                    <a:pt x="19" y="1903"/>
                  </a:lnTo>
                  <a:lnTo>
                    <a:pt x="260" y="2043"/>
                  </a:lnTo>
                  <a:lnTo>
                    <a:pt x="279" y="2043"/>
                  </a:lnTo>
                  <a:lnTo>
                    <a:pt x="39" y="1903"/>
                  </a:lnTo>
                  <a:lnTo>
                    <a:pt x="279" y="1764"/>
                  </a:lnTo>
                  <a:lnTo>
                    <a:pt x="260" y="1745"/>
                  </a:lnTo>
                  <a:close/>
                  <a:moveTo>
                    <a:pt x="6327" y="1745"/>
                  </a:moveTo>
                  <a:lnTo>
                    <a:pt x="6284" y="1764"/>
                  </a:lnTo>
                  <a:lnTo>
                    <a:pt x="6524" y="1903"/>
                  </a:lnTo>
                  <a:lnTo>
                    <a:pt x="6284" y="2043"/>
                  </a:lnTo>
                  <a:lnTo>
                    <a:pt x="6327" y="2043"/>
                  </a:lnTo>
                  <a:lnTo>
                    <a:pt x="6587" y="1903"/>
                  </a:lnTo>
                  <a:lnTo>
                    <a:pt x="6327" y="1745"/>
                  </a:lnTo>
                  <a:close/>
                  <a:moveTo>
                    <a:pt x="322" y="2043"/>
                  </a:moveTo>
                  <a:lnTo>
                    <a:pt x="279" y="2062"/>
                  </a:lnTo>
                  <a:lnTo>
                    <a:pt x="519" y="2206"/>
                  </a:lnTo>
                  <a:lnTo>
                    <a:pt x="538" y="2182"/>
                  </a:lnTo>
                  <a:lnTo>
                    <a:pt x="322" y="2043"/>
                  </a:lnTo>
                  <a:close/>
                  <a:moveTo>
                    <a:pt x="6265" y="2043"/>
                  </a:moveTo>
                  <a:lnTo>
                    <a:pt x="6024" y="2182"/>
                  </a:lnTo>
                  <a:lnTo>
                    <a:pt x="6063" y="2206"/>
                  </a:lnTo>
                  <a:lnTo>
                    <a:pt x="6284" y="2062"/>
                  </a:lnTo>
                  <a:lnTo>
                    <a:pt x="6265" y="2043"/>
                  </a:lnTo>
                  <a:close/>
                  <a:moveTo>
                    <a:pt x="581" y="2206"/>
                  </a:moveTo>
                  <a:lnTo>
                    <a:pt x="538" y="2225"/>
                  </a:lnTo>
                  <a:lnTo>
                    <a:pt x="658" y="2283"/>
                  </a:lnTo>
                  <a:lnTo>
                    <a:pt x="702" y="2264"/>
                  </a:lnTo>
                  <a:lnTo>
                    <a:pt x="581" y="2206"/>
                  </a:lnTo>
                  <a:close/>
                  <a:moveTo>
                    <a:pt x="6005" y="2206"/>
                  </a:moveTo>
                  <a:lnTo>
                    <a:pt x="5885" y="2264"/>
                  </a:lnTo>
                  <a:lnTo>
                    <a:pt x="5904" y="2283"/>
                  </a:lnTo>
                  <a:lnTo>
                    <a:pt x="6024" y="2225"/>
                  </a:lnTo>
                  <a:lnTo>
                    <a:pt x="6005" y="220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086;p60">
              <a:extLst>
                <a:ext uri="{FF2B5EF4-FFF2-40B4-BE49-F238E27FC236}">
                  <a16:creationId xmlns:a16="http://schemas.microsoft.com/office/drawing/2014/main" id="{5D34C594-28AB-C481-0F38-DA57A69DCB7C}"/>
                </a:ext>
              </a:extLst>
            </p:cNvPr>
            <p:cNvSpPr/>
            <p:nvPr/>
          </p:nvSpPr>
          <p:spPr>
            <a:xfrm>
              <a:off x="6453624" y="2224190"/>
              <a:ext cx="681087" cy="200289"/>
            </a:xfrm>
            <a:custGeom>
              <a:avLst/>
              <a:gdLst/>
              <a:ahLst/>
              <a:cxnLst/>
              <a:rect l="l" t="t" r="r" b="b"/>
              <a:pathLst>
                <a:path w="5247" h="1543" extrusionOk="0">
                  <a:moveTo>
                    <a:pt x="44" y="1"/>
                  </a:moveTo>
                  <a:lnTo>
                    <a:pt x="0" y="20"/>
                  </a:lnTo>
                  <a:lnTo>
                    <a:pt x="2623" y="1543"/>
                  </a:lnTo>
                  <a:lnTo>
                    <a:pt x="5246" y="20"/>
                  </a:lnTo>
                  <a:lnTo>
                    <a:pt x="5227" y="1"/>
                  </a:lnTo>
                  <a:lnTo>
                    <a:pt x="2623" y="1504"/>
                  </a:lnTo>
                  <a:lnTo>
                    <a:pt x="44" y="1"/>
                  </a:lnTo>
                  <a:close/>
                </a:path>
              </a:pathLst>
            </a:custGeom>
            <a:solidFill>
              <a:srgbClr val="DED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087;p60">
              <a:extLst>
                <a:ext uri="{FF2B5EF4-FFF2-40B4-BE49-F238E27FC236}">
                  <a16:creationId xmlns:a16="http://schemas.microsoft.com/office/drawing/2014/main" id="{7902AD97-FC23-4976-8387-A29578E54762}"/>
                </a:ext>
              </a:extLst>
            </p:cNvPr>
            <p:cNvSpPr/>
            <p:nvPr/>
          </p:nvSpPr>
          <p:spPr>
            <a:xfrm>
              <a:off x="6435581" y="2213546"/>
              <a:ext cx="719639" cy="5841"/>
            </a:xfrm>
            <a:custGeom>
              <a:avLst/>
              <a:gdLst/>
              <a:ahLst/>
              <a:cxnLst/>
              <a:rect l="l" t="t" r="r" b="b"/>
              <a:pathLst>
                <a:path w="5544" h="45" extrusionOk="0">
                  <a:moveTo>
                    <a:pt x="19" y="1"/>
                  </a:moveTo>
                  <a:lnTo>
                    <a:pt x="0" y="25"/>
                  </a:lnTo>
                  <a:lnTo>
                    <a:pt x="19" y="44"/>
                  </a:lnTo>
                  <a:lnTo>
                    <a:pt x="62" y="25"/>
                  </a:lnTo>
                  <a:lnTo>
                    <a:pt x="19" y="1"/>
                  </a:lnTo>
                  <a:close/>
                  <a:moveTo>
                    <a:pt x="5505" y="1"/>
                  </a:moveTo>
                  <a:lnTo>
                    <a:pt x="5486" y="25"/>
                  </a:lnTo>
                  <a:lnTo>
                    <a:pt x="5505" y="44"/>
                  </a:lnTo>
                  <a:lnTo>
                    <a:pt x="5544" y="25"/>
                  </a:lnTo>
                  <a:lnTo>
                    <a:pt x="55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088;p60">
              <a:extLst>
                <a:ext uri="{FF2B5EF4-FFF2-40B4-BE49-F238E27FC236}">
                  <a16:creationId xmlns:a16="http://schemas.microsoft.com/office/drawing/2014/main" id="{D132FAE7-972E-7D5C-EF14-750906856A53}"/>
                </a:ext>
              </a:extLst>
            </p:cNvPr>
            <p:cNvSpPr/>
            <p:nvPr/>
          </p:nvSpPr>
          <p:spPr>
            <a:xfrm>
              <a:off x="6401831" y="2195503"/>
              <a:ext cx="787787" cy="2596"/>
            </a:xfrm>
            <a:custGeom>
              <a:avLst/>
              <a:gdLst/>
              <a:ahLst/>
              <a:cxnLst/>
              <a:rect l="l" t="t" r="r" b="b"/>
              <a:pathLst>
                <a:path w="6069" h="20" extrusionOk="0">
                  <a:moveTo>
                    <a:pt x="1" y="1"/>
                  </a:moveTo>
                  <a:lnTo>
                    <a:pt x="20" y="20"/>
                  </a:lnTo>
                  <a:lnTo>
                    <a:pt x="63" y="1"/>
                  </a:lnTo>
                  <a:close/>
                  <a:moveTo>
                    <a:pt x="6006" y="1"/>
                  </a:moveTo>
                  <a:lnTo>
                    <a:pt x="6025" y="20"/>
                  </a:lnTo>
                  <a:lnTo>
                    <a:pt x="60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089;p60">
              <a:extLst>
                <a:ext uri="{FF2B5EF4-FFF2-40B4-BE49-F238E27FC236}">
                  <a16:creationId xmlns:a16="http://schemas.microsoft.com/office/drawing/2014/main" id="{DBDBE182-E64F-DC60-7549-63D0BED0CE2A}"/>
                </a:ext>
              </a:extLst>
            </p:cNvPr>
            <p:cNvSpPr/>
            <p:nvPr/>
          </p:nvSpPr>
          <p:spPr>
            <a:xfrm>
              <a:off x="6368211" y="1891884"/>
              <a:ext cx="855026" cy="314388"/>
            </a:xfrm>
            <a:custGeom>
              <a:avLst/>
              <a:gdLst/>
              <a:ahLst/>
              <a:cxnLst/>
              <a:rect l="l" t="t" r="r" b="b"/>
              <a:pathLst>
                <a:path w="6587" h="2422" extrusionOk="0">
                  <a:moveTo>
                    <a:pt x="3281" y="0"/>
                  </a:moveTo>
                  <a:lnTo>
                    <a:pt x="279" y="1720"/>
                  </a:lnTo>
                  <a:lnTo>
                    <a:pt x="322" y="1739"/>
                  </a:lnTo>
                  <a:lnTo>
                    <a:pt x="3281" y="19"/>
                  </a:lnTo>
                  <a:lnTo>
                    <a:pt x="6265" y="1739"/>
                  </a:lnTo>
                  <a:lnTo>
                    <a:pt x="6284" y="1720"/>
                  </a:lnTo>
                  <a:lnTo>
                    <a:pt x="3281" y="0"/>
                  </a:lnTo>
                  <a:close/>
                  <a:moveTo>
                    <a:pt x="260" y="1739"/>
                  </a:moveTo>
                  <a:lnTo>
                    <a:pt x="0" y="1902"/>
                  </a:lnTo>
                  <a:lnTo>
                    <a:pt x="19" y="1902"/>
                  </a:lnTo>
                  <a:lnTo>
                    <a:pt x="260" y="2042"/>
                  </a:lnTo>
                  <a:lnTo>
                    <a:pt x="279" y="2023"/>
                  </a:lnTo>
                  <a:lnTo>
                    <a:pt x="39" y="1902"/>
                  </a:lnTo>
                  <a:lnTo>
                    <a:pt x="279" y="1758"/>
                  </a:lnTo>
                  <a:lnTo>
                    <a:pt x="260" y="1739"/>
                  </a:lnTo>
                  <a:close/>
                  <a:moveTo>
                    <a:pt x="6327" y="1739"/>
                  </a:moveTo>
                  <a:lnTo>
                    <a:pt x="6284" y="1758"/>
                  </a:lnTo>
                  <a:lnTo>
                    <a:pt x="6524" y="1902"/>
                  </a:lnTo>
                  <a:lnTo>
                    <a:pt x="6284" y="2023"/>
                  </a:lnTo>
                  <a:lnTo>
                    <a:pt x="6327" y="2042"/>
                  </a:lnTo>
                  <a:lnTo>
                    <a:pt x="6587" y="1902"/>
                  </a:lnTo>
                  <a:lnTo>
                    <a:pt x="6327" y="1739"/>
                  </a:lnTo>
                  <a:close/>
                  <a:moveTo>
                    <a:pt x="322" y="2042"/>
                  </a:moveTo>
                  <a:lnTo>
                    <a:pt x="279" y="2061"/>
                  </a:lnTo>
                  <a:lnTo>
                    <a:pt x="519" y="2200"/>
                  </a:lnTo>
                  <a:lnTo>
                    <a:pt x="538" y="2181"/>
                  </a:lnTo>
                  <a:lnTo>
                    <a:pt x="322" y="2042"/>
                  </a:lnTo>
                  <a:close/>
                  <a:moveTo>
                    <a:pt x="6265" y="2042"/>
                  </a:moveTo>
                  <a:lnTo>
                    <a:pt x="6024" y="2181"/>
                  </a:lnTo>
                  <a:lnTo>
                    <a:pt x="6063" y="2200"/>
                  </a:lnTo>
                  <a:lnTo>
                    <a:pt x="6284" y="2061"/>
                  </a:lnTo>
                  <a:lnTo>
                    <a:pt x="6265" y="2042"/>
                  </a:lnTo>
                  <a:close/>
                  <a:moveTo>
                    <a:pt x="538" y="2200"/>
                  </a:moveTo>
                  <a:lnTo>
                    <a:pt x="778" y="2340"/>
                  </a:lnTo>
                  <a:lnTo>
                    <a:pt x="802" y="2340"/>
                  </a:lnTo>
                  <a:lnTo>
                    <a:pt x="581" y="2200"/>
                  </a:lnTo>
                  <a:close/>
                  <a:moveTo>
                    <a:pt x="6005" y="2200"/>
                  </a:moveTo>
                  <a:lnTo>
                    <a:pt x="5765" y="2340"/>
                  </a:lnTo>
                  <a:lnTo>
                    <a:pt x="5804" y="2340"/>
                  </a:lnTo>
                  <a:lnTo>
                    <a:pt x="6024" y="2200"/>
                  </a:lnTo>
                  <a:close/>
                  <a:moveTo>
                    <a:pt x="841" y="2340"/>
                  </a:moveTo>
                  <a:lnTo>
                    <a:pt x="802" y="2359"/>
                  </a:lnTo>
                  <a:lnTo>
                    <a:pt x="923" y="2421"/>
                  </a:lnTo>
                  <a:lnTo>
                    <a:pt x="961" y="2421"/>
                  </a:lnTo>
                  <a:lnTo>
                    <a:pt x="841" y="2340"/>
                  </a:lnTo>
                  <a:close/>
                  <a:moveTo>
                    <a:pt x="5746" y="2340"/>
                  </a:moveTo>
                  <a:lnTo>
                    <a:pt x="5626" y="2421"/>
                  </a:lnTo>
                  <a:lnTo>
                    <a:pt x="5645" y="2421"/>
                  </a:lnTo>
                  <a:lnTo>
                    <a:pt x="5765" y="2359"/>
                  </a:lnTo>
                  <a:lnTo>
                    <a:pt x="5746" y="234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090;p60">
              <a:extLst>
                <a:ext uri="{FF2B5EF4-FFF2-40B4-BE49-F238E27FC236}">
                  <a16:creationId xmlns:a16="http://schemas.microsoft.com/office/drawing/2014/main" id="{067D0F59-860B-5F6D-3F90-F438D7586B4F}"/>
                </a:ext>
              </a:extLst>
            </p:cNvPr>
            <p:cNvSpPr/>
            <p:nvPr/>
          </p:nvSpPr>
          <p:spPr>
            <a:xfrm>
              <a:off x="6487893" y="2206147"/>
              <a:ext cx="613069" cy="179131"/>
            </a:xfrm>
            <a:custGeom>
              <a:avLst/>
              <a:gdLst/>
              <a:ahLst/>
              <a:cxnLst/>
              <a:rect l="l" t="t" r="r" b="b"/>
              <a:pathLst>
                <a:path w="4723" h="1380" extrusionOk="0">
                  <a:moveTo>
                    <a:pt x="1" y="0"/>
                  </a:moveTo>
                  <a:lnTo>
                    <a:pt x="2359" y="1379"/>
                  </a:lnTo>
                  <a:lnTo>
                    <a:pt x="4723" y="0"/>
                  </a:lnTo>
                  <a:lnTo>
                    <a:pt x="4704" y="0"/>
                  </a:lnTo>
                  <a:lnTo>
                    <a:pt x="2359" y="1341"/>
                  </a:lnTo>
                  <a:lnTo>
                    <a:pt x="39" y="0"/>
                  </a:lnTo>
                  <a:close/>
                </a:path>
              </a:pathLst>
            </a:custGeom>
            <a:solidFill>
              <a:srgbClr val="CEBF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091;p60">
              <a:extLst>
                <a:ext uri="{FF2B5EF4-FFF2-40B4-BE49-F238E27FC236}">
                  <a16:creationId xmlns:a16="http://schemas.microsoft.com/office/drawing/2014/main" id="{B3067D8D-58C4-3821-3AAF-228F0C0C6006}"/>
                </a:ext>
              </a:extLst>
            </p:cNvPr>
            <p:cNvSpPr/>
            <p:nvPr/>
          </p:nvSpPr>
          <p:spPr>
            <a:xfrm>
              <a:off x="6469201" y="2195503"/>
              <a:ext cx="652400" cy="2596"/>
            </a:xfrm>
            <a:custGeom>
              <a:avLst/>
              <a:gdLst/>
              <a:ahLst/>
              <a:cxnLst/>
              <a:rect l="l" t="t" r="r" b="b"/>
              <a:pathLst>
                <a:path w="5026" h="20" extrusionOk="0">
                  <a:moveTo>
                    <a:pt x="0" y="1"/>
                  </a:moveTo>
                  <a:lnTo>
                    <a:pt x="24" y="20"/>
                  </a:lnTo>
                  <a:lnTo>
                    <a:pt x="63" y="1"/>
                  </a:lnTo>
                  <a:close/>
                  <a:moveTo>
                    <a:pt x="4968" y="1"/>
                  </a:moveTo>
                  <a:lnTo>
                    <a:pt x="4987" y="20"/>
                  </a:lnTo>
                  <a:lnTo>
                    <a:pt x="50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092;p60">
              <a:extLst>
                <a:ext uri="{FF2B5EF4-FFF2-40B4-BE49-F238E27FC236}">
                  <a16:creationId xmlns:a16="http://schemas.microsoft.com/office/drawing/2014/main" id="{3D95E538-8AB1-5226-462C-16C6AC7FCD82}"/>
                </a:ext>
              </a:extLst>
            </p:cNvPr>
            <p:cNvSpPr/>
            <p:nvPr/>
          </p:nvSpPr>
          <p:spPr>
            <a:xfrm>
              <a:off x="6435581" y="2174993"/>
              <a:ext cx="719639" cy="2596"/>
            </a:xfrm>
            <a:custGeom>
              <a:avLst/>
              <a:gdLst/>
              <a:ahLst/>
              <a:cxnLst/>
              <a:rect l="l" t="t" r="r" b="b"/>
              <a:pathLst>
                <a:path w="5544" h="20" extrusionOk="0">
                  <a:moveTo>
                    <a:pt x="19" y="0"/>
                  </a:moveTo>
                  <a:lnTo>
                    <a:pt x="0" y="19"/>
                  </a:lnTo>
                  <a:lnTo>
                    <a:pt x="62" y="19"/>
                  </a:lnTo>
                  <a:lnTo>
                    <a:pt x="19" y="0"/>
                  </a:lnTo>
                  <a:close/>
                  <a:moveTo>
                    <a:pt x="5505" y="0"/>
                  </a:moveTo>
                  <a:lnTo>
                    <a:pt x="5486" y="19"/>
                  </a:lnTo>
                  <a:lnTo>
                    <a:pt x="5544" y="19"/>
                  </a:lnTo>
                  <a:lnTo>
                    <a:pt x="55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093;p60">
              <a:extLst>
                <a:ext uri="{FF2B5EF4-FFF2-40B4-BE49-F238E27FC236}">
                  <a16:creationId xmlns:a16="http://schemas.microsoft.com/office/drawing/2014/main" id="{EE6C9004-8E57-0C6F-72F4-BDCD84CB5309}"/>
                </a:ext>
              </a:extLst>
            </p:cNvPr>
            <p:cNvSpPr/>
            <p:nvPr/>
          </p:nvSpPr>
          <p:spPr>
            <a:xfrm>
              <a:off x="6401831" y="2154354"/>
              <a:ext cx="787787" cy="5192"/>
            </a:xfrm>
            <a:custGeom>
              <a:avLst/>
              <a:gdLst/>
              <a:ahLst/>
              <a:cxnLst/>
              <a:rect l="l" t="t" r="r" b="b"/>
              <a:pathLst>
                <a:path w="6069" h="40" extrusionOk="0">
                  <a:moveTo>
                    <a:pt x="20" y="1"/>
                  </a:moveTo>
                  <a:lnTo>
                    <a:pt x="1" y="20"/>
                  </a:lnTo>
                  <a:lnTo>
                    <a:pt x="20" y="39"/>
                  </a:lnTo>
                  <a:lnTo>
                    <a:pt x="63" y="20"/>
                  </a:lnTo>
                  <a:lnTo>
                    <a:pt x="20" y="1"/>
                  </a:lnTo>
                  <a:close/>
                  <a:moveTo>
                    <a:pt x="6025" y="1"/>
                  </a:moveTo>
                  <a:lnTo>
                    <a:pt x="6006" y="20"/>
                  </a:lnTo>
                  <a:lnTo>
                    <a:pt x="6025" y="39"/>
                  </a:lnTo>
                  <a:lnTo>
                    <a:pt x="6068" y="20"/>
                  </a:lnTo>
                  <a:lnTo>
                    <a:pt x="602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2094;p60">
              <a:extLst>
                <a:ext uri="{FF2B5EF4-FFF2-40B4-BE49-F238E27FC236}">
                  <a16:creationId xmlns:a16="http://schemas.microsoft.com/office/drawing/2014/main" id="{455B2C4C-B4E7-BBDD-EFB1-689099F323FF}"/>
                </a:ext>
              </a:extLst>
            </p:cNvPr>
            <p:cNvSpPr/>
            <p:nvPr/>
          </p:nvSpPr>
          <p:spPr>
            <a:xfrm>
              <a:off x="6368211" y="1852552"/>
              <a:ext cx="855026" cy="335546"/>
            </a:xfrm>
            <a:custGeom>
              <a:avLst/>
              <a:gdLst/>
              <a:ahLst/>
              <a:cxnLst/>
              <a:rect l="l" t="t" r="r" b="b"/>
              <a:pathLst>
                <a:path w="6587" h="2585" extrusionOk="0">
                  <a:moveTo>
                    <a:pt x="3281" y="0"/>
                  </a:moveTo>
                  <a:lnTo>
                    <a:pt x="0" y="1903"/>
                  </a:lnTo>
                  <a:lnTo>
                    <a:pt x="19" y="1903"/>
                  </a:lnTo>
                  <a:lnTo>
                    <a:pt x="260" y="2042"/>
                  </a:lnTo>
                  <a:lnTo>
                    <a:pt x="279" y="2023"/>
                  </a:lnTo>
                  <a:lnTo>
                    <a:pt x="39" y="1903"/>
                  </a:lnTo>
                  <a:lnTo>
                    <a:pt x="3281" y="20"/>
                  </a:lnTo>
                  <a:lnTo>
                    <a:pt x="6524" y="1903"/>
                  </a:lnTo>
                  <a:lnTo>
                    <a:pt x="6284" y="2023"/>
                  </a:lnTo>
                  <a:lnTo>
                    <a:pt x="6327" y="2042"/>
                  </a:lnTo>
                  <a:lnTo>
                    <a:pt x="6587" y="1903"/>
                  </a:lnTo>
                  <a:lnTo>
                    <a:pt x="3281" y="0"/>
                  </a:lnTo>
                  <a:close/>
                  <a:moveTo>
                    <a:pt x="322" y="2042"/>
                  </a:moveTo>
                  <a:lnTo>
                    <a:pt x="279" y="2061"/>
                  </a:lnTo>
                  <a:lnTo>
                    <a:pt x="519" y="2205"/>
                  </a:lnTo>
                  <a:lnTo>
                    <a:pt x="538" y="2181"/>
                  </a:lnTo>
                  <a:lnTo>
                    <a:pt x="322" y="2042"/>
                  </a:lnTo>
                  <a:close/>
                  <a:moveTo>
                    <a:pt x="6265" y="2042"/>
                  </a:moveTo>
                  <a:lnTo>
                    <a:pt x="6024" y="2181"/>
                  </a:lnTo>
                  <a:lnTo>
                    <a:pt x="6063" y="2205"/>
                  </a:lnTo>
                  <a:lnTo>
                    <a:pt x="6284" y="2061"/>
                  </a:lnTo>
                  <a:lnTo>
                    <a:pt x="6265" y="2042"/>
                  </a:lnTo>
                  <a:close/>
                  <a:moveTo>
                    <a:pt x="538" y="2205"/>
                  </a:moveTo>
                  <a:lnTo>
                    <a:pt x="778" y="2345"/>
                  </a:lnTo>
                  <a:lnTo>
                    <a:pt x="802" y="2326"/>
                  </a:lnTo>
                  <a:lnTo>
                    <a:pt x="581" y="2205"/>
                  </a:lnTo>
                  <a:close/>
                  <a:moveTo>
                    <a:pt x="6005" y="2205"/>
                  </a:moveTo>
                  <a:lnTo>
                    <a:pt x="5765" y="2326"/>
                  </a:lnTo>
                  <a:lnTo>
                    <a:pt x="5804" y="2345"/>
                  </a:lnTo>
                  <a:lnTo>
                    <a:pt x="6024" y="2205"/>
                  </a:lnTo>
                  <a:close/>
                  <a:moveTo>
                    <a:pt x="841" y="2345"/>
                  </a:moveTo>
                  <a:lnTo>
                    <a:pt x="802" y="2364"/>
                  </a:lnTo>
                  <a:lnTo>
                    <a:pt x="1043" y="2503"/>
                  </a:lnTo>
                  <a:lnTo>
                    <a:pt x="1062" y="2484"/>
                  </a:lnTo>
                  <a:lnTo>
                    <a:pt x="841" y="2345"/>
                  </a:lnTo>
                  <a:close/>
                  <a:moveTo>
                    <a:pt x="5746" y="2345"/>
                  </a:moveTo>
                  <a:lnTo>
                    <a:pt x="5506" y="2484"/>
                  </a:lnTo>
                  <a:lnTo>
                    <a:pt x="5544" y="2503"/>
                  </a:lnTo>
                  <a:lnTo>
                    <a:pt x="5765" y="2364"/>
                  </a:lnTo>
                  <a:lnTo>
                    <a:pt x="5746" y="2345"/>
                  </a:lnTo>
                  <a:close/>
                  <a:moveTo>
                    <a:pt x="1062" y="2503"/>
                  </a:moveTo>
                  <a:lnTo>
                    <a:pt x="1182" y="2585"/>
                  </a:lnTo>
                  <a:lnTo>
                    <a:pt x="1220" y="2566"/>
                  </a:lnTo>
                  <a:lnTo>
                    <a:pt x="1100" y="2503"/>
                  </a:lnTo>
                  <a:close/>
                  <a:moveTo>
                    <a:pt x="5486" y="2503"/>
                  </a:moveTo>
                  <a:lnTo>
                    <a:pt x="5366" y="2566"/>
                  </a:lnTo>
                  <a:lnTo>
                    <a:pt x="5386" y="2585"/>
                  </a:lnTo>
                  <a:lnTo>
                    <a:pt x="5506" y="25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2095;p60">
              <a:extLst>
                <a:ext uri="{FF2B5EF4-FFF2-40B4-BE49-F238E27FC236}">
                  <a16:creationId xmlns:a16="http://schemas.microsoft.com/office/drawing/2014/main" id="{D4D29206-A0CF-32C5-AD65-11084DD62FE9}"/>
                </a:ext>
              </a:extLst>
            </p:cNvPr>
            <p:cNvSpPr/>
            <p:nvPr/>
          </p:nvSpPr>
          <p:spPr>
            <a:xfrm>
              <a:off x="6521643" y="2185507"/>
              <a:ext cx="545700" cy="158492"/>
            </a:xfrm>
            <a:custGeom>
              <a:avLst/>
              <a:gdLst/>
              <a:ahLst/>
              <a:cxnLst/>
              <a:rect l="l" t="t" r="r" b="b"/>
              <a:pathLst>
                <a:path w="4204" h="1221" extrusionOk="0">
                  <a:moveTo>
                    <a:pt x="38" y="1"/>
                  </a:moveTo>
                  <a:lnTo>
                    <a:pt x="0" y="20"/>
                  </a:lnTo>
                  <a:lnTo>
                    <a:pt x="2099" y="1221"/>
                  </a:lnTo>
                  <a:lnTo>
                    <a:pt x="4204" y="20"/>
                  </a:lnTo>
                  <a:lnTo>
                    <a:pt x="4184" y="1"/>
                  </a:lnTo>
                  <a:lnTo>
                    <a:pt x="2099" y="1202"/>
                  </a:lnTo>
                  <a:lnTo>
                    <a:pt x="38" y="1"/>
                  </a:lnTo>
                  <a:close/>
                </a:path>
              </a:pathLst>
            </a:custGeom>
            <a:solidFill>
              <a:srgbClr val="BDAA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96;p60">
              <a:extLst>
                <a:ext uri="{FF2B5EF4-FFF2-40B4-BE49-F238E27FC236}">
                  <a16:creationId xmlns:a16="http://schemas.microsoft.com/office/drawing/2014/main" id="{4DB2F456-2EF8-BE82-AAC1-1FD2060D7615}"/>
                </a:ext>
              </a:extLst>
            </p:cNvPr>
            <p:cNvSpPr/>
            <p:nvPr/>
          </p:nvSpPr>
          <p:spPr>
            <a:xfrm>
              <a:off x="6503470" y="2174993"/>
              <a:ext cx="584512" cy="2596"/>
            </a:xfrm>
            <a:custGeom>
              <a:avLst/>
              <a:gdLst/>
              <a:ahLst/>
              <a:cxnLst/>
              <a:rect l="l" t="t" r="r" b="b"/>
              <a:pathLst>
                <a:path w="4503" h="20" extrusionOk="0">
                  <a:moveTo>
                    <a:pt x="20" y="0"/>
                  </a:moveTo>
                  <a:lnTo>
                    <a:pt x="1" y="19"/>
                  </a:lnTo>
                  <a:lnTo>
                    <a:pt x="58" y="19"/>
                  </a:lnTo>
                  <a:lnTo>
                    <a:pt x="20" y="0"/>
                  </a:lnTo>
                  <a:close/>
                  <a:moveTo>
                    <a:pt x="4464" y="0"/>
                  </a:moveTo>
                  <a:lnTo>
                    <a:pt x="4444" y="19"/>
                  </a:lnTo>
                  <a:lnTo>
                    <a:pt x="4502" y="19"/>
                  </a:lnTo>
                  <a:lnTo>
                    <a:pt x="44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2097;p60">
              <a:extLst>
                <a:ext uri="{FF2B5EF4-FFF2-40B4-BE49-F238E27FC236}">
                  <a16:creationId xmlns:a16="http://schemas.microsoft.com/office/drawing/2014/main" id="{E1F85954-BCAE-02EF-3D0F-626E1AEA678F}"/>
                </a:ext>
              </a:extLst>
            </p:cNvPr>
            <p:cNvSpPr/>
            <p:nvPr/>
          </p:nvSpPr>
          <p:spPr>
            <a:xfrm>
              <a:off x="6469201" y="2154354"/>
              <a:ext cx="652400" cy="5192"/>
            </a:xfrm>
            <a:custGeom>
              <a:avLst/>
              <a:gdLst/>
              <a:ahLst/>
              <a:cxnLst/>
              <a:rect l="l" t="t" r="r" b="b"/>
              <a:pathLst>
                <a:path w="5026" h="40" extrusionOk="0">
                  <a:moveTo>
                    <a:pt x="24" y="1"/>
                  </a:moveTo>
                  <a:lnTo>
                    <a:pt x="0" y="20"/>
                  </a:lnTo>
                  <a:lnTo>
                    <a:pt x="24" y="39"/>
                  </a:lnTo>
                  <a:lnTo>
                    <a:pt x="63" y="20"/>
                  </a:lnTo>
                  <a:lnTo>
                    <a:pt x="24" y="1"/>
                  </a:lnTo>
                  <a:close/>
                  <a:moveTo>
                    <a:pt x="4987" y="1"/>
                  </a:moveTo>
                  <a:lnTo>
                    <a:pt x="4968" y="20"/>
                  </a:lnTo>
                  <a:lnTo>
                    <a:pt x="4987" y="39"/>
                  </a:lnTo>
                  <a:lnTo>
                    <a:pt x="5026" y="20"/>
                  </a:lnTo>
                  <a:lnTo>
                    <a:pt x="49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2098;p60">
              <a:extLst>
                <a:ext uri="{FF2B5EF4-FFF2-40B4-BE49-F238E27FC236}">
                  <a16:creationId xmlns:a16="http://schemas.microsoft.com/office/drawing/2014/main" id="{D040E5BC-A4EE-4F8E-FD16-8242B81C68F0}"/>
                </a:ext>
              </a:extLst>
            </p:cNvPr>
            <p:cNvSpPr/>
            <p:nvPr/>
          </p:nvSpPr>
          <p:spPr>
            <a:xfrm>
              <a:off x="6435581" y="2135662"/>
              <a:ext cx="719639" cy="3245"/>
            </a:xfrm>
            <a:custGeom>
              <a:avLst/>
              <a:gdLst/>
              <a:ahLst/>
              <a:cxnLst/>
              <a:rect l="l" t="t" r="r" b="b"/>
              <a:pathLst>
                <a:path w="5544" h="25" extrusionOk="0">
                  <a:moveTo>
                    <a:pt x="19" y="0"/>
                  </a:moveTo>
                  <a:lnTo>
                    <a:pt x="0" y="24"/>
                  </a:lnTo>
                  <a:lnTo>
                    <a:pt x="62" y="24"/>
                  </a:lnTo>
                  <a:lnTo>
                    <a:pt x="19" y="0"/>
                  </a:lnTo>
                  <a:close/>
                  <a:moveTo>
                    <a:pt x="5505" y="0"/>
                  </a:moveTo>
                  <a:lnTo>
                    <a:pt x="5486" y="24"/>
                  </a:lnTo>
                  <a:lnTo>
                    <a:pt x="5544" y="24"/>
                  </a:lnTo>
                  <a:lnTo>
                    <a:pt x="55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2099;p60">
              <a:extLst>
                <a:ext uri="{FF2B5EF4-FFF2-40B4-BE49-F238E27FC236}">
                  <a16:creationId xmlns:a16="http://schemas.microsoft.com/office/drawing/2014/main" id="{A5F620D4-AAC8-167B-2053-B77E8EAE7FED}"/>
                </a:ext>
              </a:extLst>
            </p:cNvPr>
            <p:cNvSpPr/>
            <p:nvPr/>
          </p:nvSpPr>
          <p:spPr>
            <a:xfrm>
              <a:off x="6401831" y="2115022"/>
              <a:ext cx="787787" cy="5192"/>
            </a:xfrm>
            <a:custGeom>
              <a:avLst/>
              <a:gdLst/>
              <a:ahLst/>
              <a:cxnLst/>
              <a:rect l="l" t="t" r="r" b="b"/>
              <a:pathLst>
                <a:path w="6069" h="40" extrusionOk="0">
                  <a:moveTo>
                    <a:pt x="20" y="1"/>
                  </a:moveTo>
                  <a:lnTo>
                    <a:pt x="1" y="20"/>
                  </a:lnTo>
                  <a:lnTo>
                    <a:pt x="20" y="39"/>
                  </a:lnTo>
                  <a:lnTo>
                    <a:pt x="63" y="20"/>
                  </a:lnTo>
                  <a:lnTo>
                    <a:pt x="20" y="1"/>
                  </a:lnTo>
                  <a:close/>
                  <a:moveTo>
                    <a:pt x="6025" y="1"/>
                  </a:moveTo>
                  <a:lnTo>
                    <a:pt x="6006" y="20"/>
                  </a:lnTo>
                  <a:lnTo>
                    <a:pt x="6025" y="39"/>
                  </a:lnTo>
                  <a:lnTo>
                    <a:pt x="6068" y="20"/>
                  </a:lnTo>
                  <a:lnTo>
                    <a:pt x="602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2100;p60">
              <a:extLst>
                <a:ext uri="{FF2B5EF4-FFF2-40B4-BE49-F238E27FC236}">
                  <a16:creationId xmlns:a16="http://schemas.microsoft.com/office/drawing/2014/main" id="{0D43A8B3-F31F-1538-E28A-935DB75FDE03}"/>
                </a:ext>
              </a:extLst>
            </p:cNvPr>
            <p:cNvSpPr/>
            <p:nvPr/>
          </p:nvSpPr>
          <p:spPr>
            <a:xfrm>
              <a:off x="6076923" y="3430366"/>
              <a:ext cx="1444989" cy="423554"/>
            </a:xfrm>
            <a:custGeom>
              <a:avLst/>
              <a:gdLst/>
              <a:ahLst/>
              <a:cxnLst/>
              <a:rect l="l" t="t" r="r" b="b"/>
              <a:pathLst>
                <a:path w="11132" h="3263" extrusionOk="0">
                  <a:moveTo>
                    <a:pt x="11112" y="0"/>
                  </a:moveTo>
                  <a:lnTo>
                    <a:pt x="5525" y="3224"/>
                  </a:lnTo>
                  <a:lnTo>
                    <a:pt x="20" y="19"/>
                  </a:lnTo>
                  <a:lnTo>
                    <a:pt x="1" y="39"/>
                  </a:lnTo>
                  <a:lnTo>
                    <a:pt x="5525" y="3262"/>
                  </a:lnTo>
                  <a:lnTo>
                    <a:pt x="11132" y="19"/>
                  </a:lnTo>
                  <a:lnTo>
                    <a:pt x="1111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2101;p60">
              <a:extLst>
                <a:ext uri="{FF2B5EF4-FFF2-40B4-BE49-F238E27FC236}">
                  <a16:creationId xmlns:a16="http://schemas.microsoft.com/office/drawing/2014/main" id="{9BEE7279-BEEC-118F-ED22-DD86992AF66C}"/>
                </a:ext>
              </a:extLst>
            </p:cNvPr>
            <p:cNvSpPr/>
            <p:nvPr/>
          </p:nvSpPr>
          <p:spPr>
            <a:xfrm>
              <a:off x="6076923" y="3479563"/>
              <a:ext cx="1444989" cy="423554"/>
            </a:xfrm>
            <a:custGeom>
              <a:avLst/>
              <a:gdLst/>
              <a:ahLst/>
              <a:cxnLst/>
              <a:rect l="l" t="t" r="r" b="b"/>
              <a:pathLst>
                <a:path w="11132" h="3263" extrusionOk="0">
                  <a:moveTo>
                    <a:pt x="20" y="1"/>
                  </a:moveTo>
                  <a:lnTo>
                    <a:pt x="1" y="20"/>
                  </a:lnTo>
                  <a:lnTo>
                    <a:pt x="5525" y="3263"/>
                  </a:lnTo>
                  <a:lnTo>
                    <a:pt x="11132" y="20"/>
                  </a:lnTo>
                  <a:lnTo>
                    <a:pt x="11112" y="1"/>
                  </a:lnTo>
                  <a:lnTo>
                    <a:pt x="5525" y="3224"/>
                  </a:lnTo>
                  <a:lnTo>
                    <a:pt x="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2102;p60">
              <a:extLst>
                <a:ext uri="{FF2B5EF4-FFF2-40B4-BE49-F238E27FC236}">
                  <a16:creationId xmlns:a16="http://schemas.microsoft.com/office/drawing/2014/main" id="{10CB8C22-74A2-6D21-8DBF-663B8CA099EC}"/>
                </a:ext>
              </a:extLst>
            </p:cNvPr>
            <p:cNvSpPr/>
            <p:nvPr/>
          </p:nvSpPr>
          <p:spPr>
            <a:xfrm>
              <a:off x="7243762" y="3532005"/>
              <a:ext cx="218332" cy="88008"/>
            </a:xfrm>
            <a:custGeom>
              <a:avLst/>
              <a:gdLst/>
              <a:ahLst/>
              <a:cxnLst/>
              <a:rect l="l" t="t" r="r" b="b"/>
              <a:pathLst>
                <a:path w="1682" h="678" extrusionOk="0">
                  <a:moveTo>
                    <a:pt x="0" y="0"/>
                  </a:moveTo>
                  <a:lnTo>
                    <a:pt x="19" y="140"/>
                  </a:lnTo>
                  <a:cubicBezTo>
                    <a:pt x="0" y="418"/>
                    <a:pt x="380" y="678"/>
                    <a:pt x="841" y="678"/>
                  </a:cubicBezTo>
                  <a:cubicBezTo>
                    <a:pt x="1302" y="678"/>
                    <a:pt x="1682" y="457"/>
                    <a:pt x="1682" y="159"/>
                  </a:cubicBezTo>
                  <a:lnTo>
                    <a:pt x="1682" y="20"/>
                  </a:lnTo>
                  <a:lnTo>
                    <a:pt x="0" y="0"/>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103;p60">
              <a:extLst>
                <a:ext uri="{FF2B5EF4-FFF2-40B4-BE49-F238E27FC236}">
                  <a16:creationId xmlns:a16="http://schemas.microsoft.com/office/drawing/2014/main" id="{54B3595C-AC59-EF56-073D-2D2395C2433D}"/>
                </a:ext>
              </a:extLst>
            </p:cNvPr>
            <p:cNvSpPr/>
            <p:nvPr/>
          </p:nvSpPr>
          <p:spPr>
            <a:xfrm>
              <a:off x="7243762" y="3463986"/>
              <a:ext cx="218332" cy="137983"/>
            </a:xfrm>
            <a:custGeom>
              <a:avLst/>
              <a:gdLst/>
              <a:ahLst/>
              <a:cxnLst/>
              <a:rect l="l" t="t" r="r" b="b"/>
              <a:pathLst>
                <a:path w="1682" h="1063" extrusionOk="0">
                  <a:moveTo>
                    <a:pt x="841" y="1"/>
                  </a:moveTo>
                  <a:cubicBezTo>
                    <a:pt x="380" y="1"/>
                    <a:pt x="19" y="222"/>
                    <a:pt x="0" y="524"/>
                  </a:cubicBezTo>
                  <a:cubicBezTo>
                    <a:pt x="0" y="822"/>
                    <a:pt x="380" y="1062"/>
                    <a:pt x="841" y="1062"/>
                  </a:cubicBezTo>
                  <a:cubicBezTo>
                    <a:pt x="1302" y="1062"/>
                    <a:pt x="1662" y="841"/>
                    <a:pt x="1682" y="544"/>
                  </a:cubicBezTo>
                  <a:cubicBezTo>
                    <a:pt x="1682" y="241"/>
                    <a:pt x="1302" y="1"/>
                    <a:pt x="841" y="1"/>
                  </a:cubicBez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104;p60">
              <a:extLst>
                <a:ext uri="{FF2B5EF4-FFF2-40B4-BE49-F238E27FC236}">
                  <a16:creationId xmlns:a16="http://schemas.microsoft.com/office/drawing/2014/main" id="{1E1E205C-FE88-C7D2-F550-F80EC26142C5}"/>
                </a:ext>
              </a:extLst>
            </p:cNvPr>
            <p:cNvSpPr/>
            <p:nvPr/>
          </p:nvSpPr>
          <p:spPr>
            <a:xfrm>
              <a:off x="7261805" y="3474630"/>
              <a:ext cx="182246" cy="116695"/>
            </a:xfrm>
            <a:custGeom>
              <a:avLst/>
              <a:gdLst/>
              <a:ahLst/>
              <a:cxnLst/>
              <a:rect l="l" t="t" r="r" b="b"/>
              <a:pathLst>
                <a:path w="1404" h="899" extrusionOk="0">
                  <a:moveTo>
                    <a:pt x="702" y="20"/>
                  </a:moveTo>
                  <a:cubicBezTo>
                    <a:pt x="904" y="20"/>
                    <a:pt x="1062" y="82"/>
                    <a:pt x="1182" y="159"/>
                  </a:cubicBezTo>
                  <a:cubicBezTo>
                    <a:pt x="1302" y="241"/>
                    <a:pt x="1384" y="341"/>
                    <a:pt x="1384" y="462"/>
                  </a:cubicBezTo>
                  <a:cubicBezTo>
                    <a:pt x="1384" y="582"/>
                    <a:pt x="1302" y="683"/>
                    <a:pt x="1182" y="759"/>
                  </a:cubicBezTo>
                  <a:cubicBezTo>
                    <a:pt x="1062" y="841"/>
                    <a:pt x="904" y="879"/>
                    <a:pt x="702" y="879"/>
                  </a:cubicBezTo>
                  <a:cubicBezTo>
                    <a:pt x="500" y="879"/>
                    <a:pt x="342" y="822"/>
                    <a:pt x="221" y="740"/>
                  </a:cubicBezTo>
                  <a:cubicBezTo>
                    <a:pt x="101" y="683"/>
                    <a:pt x="20" y="562"/>
                    <a:pt x="20" y="442"/>
                  </a:cubicBezTo>
                  <a:cubicBezTo>
                    <a:pt x="20" y="322"/>
                    <a:pt x="101" y="221"/>
                    <a:pt x="221" y="140"/>
                  </a:cubicBezTo>
                  <a:cubicBezTo>
                    <a:pt x="342" y="58"/>
                    <a:pt x="500" y="20"/>
                    <a:pt x="702" y="20"/>
                  </a:cubicBezTo>
                  <a:close/>
                  <a:moveTo>
                    <a:pt x="702" y="0"/>
                  </a:moveTo>
                  <a:cubicBezTo>
                    <a:pt x="500" y="0"/>
                    <a:pt x="342" y="39"/>
                    <a:pt x="202" y="120"/>
                  </a:cubicBezTo>
                  <a:cubicBezTo>
                    <a:pt x="82" y="202"/>
                    <a:pt x="0" y="322"/>
                    <a:pt x="0" y="442"/>
                  </a:cubicBezTo>
                  <a:cubicBezTo>
                    <a:pt x="0" y="582"/>
                    <a:pt x="82" y="683"/>
                    <a:pt x="202" y="779"/>
                  </a:cubicBezTo>
                  <a:cubicBezTo>
                    <a:pt x="322" y="860"/>
                    <a:pt x="500" y="899"/>
                    <a:pt x="702" y="899"/>
                  </a:cubicBezTo>
                  <a:cubicBezTo>
                    <a:pt x="904" y="899"/>
                    <a:pt x="1081" y="860"/>
                    <a:pt x="1201" y="779"/>
                  </a:cubicBezTo>
                  <a:cubicBezTo>
                    <a:pt x="1322" y="702"/>
                    <a:pt x="1403" y="582"/>
                    <a:pt x="1403" y="462"/>
                  </a:cubicBezTo>
                  <a:cubicBezTo>
                    <a:pt x="1403" y="322"/>
                    <a:pt x="1322" y="221"/>
                    <a:pt x="1201" y="140"/>
                  </a:cubicBezTo>
                  <a:cubicBezTo>
                    <a:pt x="1081" y="39"/>
                    <a:pt x="904" y="0"/>
                    <a:pt x="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2105;p60">
              <a:extLst>
                <a:ext uri="{FF2B5EF4-FFF2-40B4-BE49-F238E27FC236}">
                  <a16:creationId xmlns:a16="http://schemas.microsoft.com/office/drawing/2014/main" id="{181DAC57-66B4-34EF-1994-9162F8C804AE}"/>
                </a:ext>
              </a:extLst>
            </p:cNvPr>
            <p:cNvSpPr/>
            <p:nvPr/>
          </p:nvSpPr>
          <p:spPr>
            <a:xfrm>
              <a:off x="6129365" y="3532005"/>
              <a:ext cx="215217" cy="88008"/>
            </a:xfrm>
            <a:custGeom>
              <a:avLst/>
              <a:gdLst/>
              <a:ahLst/>
              <a:cxnLst/>
              <a:rect l="l" t="t" r="r" b="b"/>
              <a:pathLst>
                <a:path w="1658" h="678" extrusionOk="0">
                  <a:moveTo>
                    <a:pt x="1658" y="0"/>
                  </a:moveTo>
                  <a:lnTo>
                    <a:pt x="0" y="20"/>
                  </a:lnTo>
                  <a:lnTo>
                    <a:pt x="0" y="159"/>
                  </a:lnTo>
                  <a:cubicBezTo>
                    <a:pt x="0" y="457"/>
                    <a:pt x="380" y="678"/>
                    <a:pt x="817" y="678"/>
                  </a:cubicBezTo>
                  <a:cubicBezTo>
                    <a:pt x="1278" y="678"/>
                    <a:pt x="1658" y="418"/>
                    <a:pt x="1658" y="140"/>
                  </a:cubicBezTo>
                  <a:lnTo>
                    <a:pt x="1658" y="0"/>
                  </a:ln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2106;p60">
              <a:extLst>
                <a:ext uri="{FF2B5EF4-FFF2-40B4-BE49-F238E27FC236}">
                  <a16:creationId xmlns:a16="http://schemas.microsoft.com/office/drawing/2014/main" id="{96BB37DC-2955-22D0-2385-540CB546233C}"/>
                </a:ext>
              </a:extLst>
            </p:cNvPr>
            <p:cNvSpPr/>
            <p:nvPr/>
          </p:nvSpPr>
          <p:spPr>
            <a:xfrm>
              <a:off x="6129365" y="3463986"/>
              <a:ext cx="215217" cy="137983"/>
            </a:xfrm>
            <a:custGeom>
              <a:avLst/>
              <a:gdLst/>
              <a:ahLst/>
              <a:cxnLst/>
              <a:rect l="l" t="t" r="r" b="b"/>
              <a:pathLst>
                <a:path w="1658" h="1063" extrusionOk="0">
                  <a:moveTo>
                    <a:pt x="817" y="1"/>
                  </a:moveTo>
                  <a:cubicBezTo>
                    <a:pt x="361" y="1"/>
                    <a:pt x="0" y="241"/>
                    <a:pt x="0" y="544"/>
                  </a:cubicBezTo>
                  <a:cubicBezTo>
                    <a:pt x="0" y="841"/>
                    <a:pt x="380" y="1062"/>
                    <a:pt x="841" y="1062"/>
                  </a:cubicBezTo>
                  <a:cubicBezTo>
                    <a:pt x="1297" y="1062"/>
                    <a:pt x="1658" y="822"/>
                    <a:pt x="1658" y="524"/>
                  </a:cubicBezTo>
                  <a:cubicBezTo>
                    <a:pt x="1658" y="222"/>
                    <a:pt x="1278" y="1"/>
                    <a:pt x="817" y="1"/>
                  </a:cubicBez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07;p60">
              <a:extLst>
                <a:ext uri="{FF2B5EF4-FFF2-40B4-BE49-F238E27FC236}">
                  <a16:creationId xmlns:a16="http://schemas.microsoft.com/office/drawing/2014/main" id="{511AB2EC-7B81-3C53-6827-9E1D60646C8B}"/>
                </a:ext>
              </a:extLst>
            </p:cNvPr>
            <p:cNvSpPr/>
            <p:nvPr/>
          </p:nvSpPr>
          <p:spPr>
            <a:xfrm>
              <a:off x="6144942" y="3474630"/>
              <a:ext cx="184063" cy="116695"/>
            </a:xfrm>
            <a:custGeom>
              <a:avLst/>
              <a:gdLst/>
              <a:ahLst/>
              <a:cxnLst/>
              <a:rect l="l" t="t" r="r" b="b"/>
              <a:pathLst>
                <a:path w="1418" h="899" extrusionOk="0">
                  <a:moveTo>
                    <a:pt x="721" y="20"/>
                  </a:moveTo>
                  <a:cubicBezTo>
                    <a:pt x="899" y="20"/>
                    <a:pt x="1081" y="58"/>
                    <a:pt x="1201" y="140"/>
                  </a:cubicBezTo>
                  <a:cubicBezTo>
                    <a:pt x="1321" y="221"/>
                    <a:pt x="1398" y="322"/>
                    <a:pt x="1398" y="442"/>
                  </a:cubicBezTo>
                  <a:cubicBezTo>
                    <a:pt x="1398" y="562"/>
                    <a:pt x="1321" y="683"/>
                    <a:pt x="1201" y="740"/>
                  </a:cubicBezTo>
                  <a:cubicBezTo>
                    <a:pt x="1081" y="822"/>
                    <a:pt x="899" y="879"/>
                    <a:pt x="721" y="879"/>
                  </a:cubicBezTo>
                  <a:lnTo>
                    <a:pt x="697" y="879"/>
                  </a:lnTo>
                  <a:cubicBezTo>
                    <a:pt x="519" y="879"/>
                    <a:pt x="361" y="841"/>
                    <a:pt x="217" y="759"/>
                  </a:cubicBezTo>
                  <a:cubicBezTo>
                    <a:pt x="96" y="683"/>
                    <a:pt x="39" y="582"/>
                    <a:pt x="39" y="462"/>
                  </a:cubicBezTo>
                  <a:cubicBezTo>
                    <a:pt x="39" y="341"/>
                    <a:pt x="96" y="241"/>
                    <a:pt x="217" y="159"/>
                  </a:cubicBezTo>
                  <a:cubicBezTo>
                    <a:pt x="361" y="82"/>
                    <a:pt x="519" y="20"/>
                    <a:pt x="697" y="20"/>
                  </a:cubicBezTo>
                  <a:close/>
                  <a:moveTo>
                    <a:pt x="697" y="0"/>
                  </a:moveTo>
                  <a:cubicBezTo>
                    <a:pt x="519" y="0"/>
                    <a:pt x="337" y="39"/>
                    <a:pt x="217" y="140"/>
                  </a:cubicBezTo>
                  <a:cubicBezTo>
                    <a:pt x="77" y="221"/>
                    <a:pt x="0" y="322"/>
                    <a:pt x="0" y="462"/>
                  </a:cubicBezTo>
                  <a:cubicBezTo>
                    <a:pt x="0" y="582"/>
                    <a:pt x="77" y="702"/>
                    <a:pt x="217" y="779"/>
                  </a:cubicBezTo>
                  <a:cubicBezTo>
                    <a:pt x="337" y="860"/>
                    <a:pt x="519" y="899"/>
                    <a:pt x="697" y="899"/>
                  </a:cubicBezTo>
                  <a:lnTo>
                    <a:pt x="721" y="899"/>
                  </a:lnTo>
                  <a:cubicBezTo>
                    <a:pt x="918" y="899"/>
                    <a:pt x="1081" y="860"/>
                    <a:pt x="1221" y="779"/>
                  </a:cubicBezTo>
                  <a:cubicBezTo>
                    <a:pt x="1341" y="683"/>
                    <a:pt x="1418" y="582"/>
                    <a:pt x="1418" y="442"/>
                  </a:cubicBezTo>
                  <a:cubicBezTo>
                    <a:pt x="1418" y="322"/>
                    <a:pt x="1341" y="202"/>
                    <a:pt x="1221" y="120"/>
                  </a:cubicBezTo>
                  <a:cubicBezTo>
                    <a:pt x="1081" y="39"/>
                    <a:pt x="918" y="0"/>
                    <a:pt x="7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2108;p60">
              <a:extLst>
                <a:ext uri="{FF2B5EF4-FFF2-40B4-BE49-F238E27FC236}">
                  <a16:creationId xmlns:a16="http://schemas.microsoft.com/office/drawing/2014/main" id="{11D66350-657C-2C0C-507A-601FAECF2891}"/>
                </a:ext>
              </a:extLst>
            </p:cNvPr>
            <p:cNvSpPr/>
            <p:nvPr/>
          </p:nvSpPr>
          <p:spPr>
            <a:xfrm>
              <a:off x="6583951" y="3372991"/>
              <a:ext cx="423554" cy="242086"/>
            </a:xfrm>
            <a:custGeom>
              <a:avLst/>
              <a:gdLst/>
              <a:ahLst/>
              <a:cxnLst/>
              <a:rect l="l" t="t" r="r" b="b"/>
              <a:pathLst>
                <a:path w="3263" h="1865" extrusionOk="0">
                  <a:moveTo>
                    <a:pt x="1619" y="0"/>
                  </a:moveTo>
                  <a:lnTo>
                    <a:pt x="0" y="942"/>
                  </a:lnTo>
                  <a:lnTo>
                    <a:pt x="1619" y="1864"/>
                  </a:lnTo>
                  <a:lnTo>
                    <a:pt x="3262" y="942"/>
                  </a:lnTo>
                  <a:lnTo>
                    <a:pt x="1619"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2109;p60">
              <a:extLst>
                <a:ext uri="{FF2B5EF4-FFF2-40B4-BE49-F238E27FC236}">
                  <a16:creationId xmlns:a16="http://schemas.microsoft.com/office/drawing/2014/main" id="{F4E6E1CD-45E1-5D46-DEA5-AA97985105AC}"/>
                </a:ext>
              </a:extLst>
            </p:cNvPr>
            <p:cNvSpPr/>
            <p:nvPr/>
          </p:nvSpPr>
          <p:spPr>
            <a:xfrm>
              <a:off x="6583951" y="3495139"/>
              <a:ext cx="210284" cy="226510"/>
            </a:xfrm>
            <a:custGeom>
              <a:avLst/>
              <a:gdLst/>
              <a:ahLst/>
              <a:cxnLst/>
              <a:rect l="l" t="t" r="r" b="b"/>
              <a:pathLst>
                <a:path w="1620" h="1745" extrusionOk="0">
                  <a:moveTo>
                    <a:pt x="0" y="1"/>
                  </a:moveTo>
                  <a:lnTo>
                    <a:pt x="0" y="803"/>
                  </a:lnTo>
                  <a:lnTo>
                    <a:pt x="1619" y="1745"/>
                  </a:lnTo>
                  <a:lnTo>
                    <a:pt x="1619" y="923"/>
                  </a:lnTo>
                  <a:lnTo>
                    <a:pt x="0" y="1"/>
                  </a:lnTo>
                  <a:close/>
                </a:path>
              </a:pathLst>
            </a:custGeom>
            <a:gradFill>
              <a:gsLst>
                <a:gs pos="0">
                  <a:schemeClr val="accent1"/>
                </a:gs>
                <a:gs pos="100000">
                  <a:schemeClr val="dk2"/>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2110;p60">
              <a:extLst>
                <a:ext uri="{FF2B5EF4-FFF2-40B4-BE49-F238E27FC236}">
                  <a16:creationId xmlns:a16="http://schemas.microsoft.com/office/drawing/2014/main" id="{ED41DAA0-61AD-3BF1-5E3C-96E7AC764D4F}"/>
                </a:ext>
              </a:extLst>
            </p:cNvPr>
            <p:cNvSpPr/>
            <p:nvPr/>
          </p:nvSpPr>
          <p:spPr>
            <a:xfrm>
              <a:off x="6794109" y="3495139"/>
              <a:ext cx="213399" cy="226510"/>
            </a:xfrm>
            <a:custGeom>
              <a:avLst/>
              <a:gdLst/>
              <a:ahLst/>
              <a:cxnLst/>
              <a:rect l="l" t="t" r="r" b="b"/>
              <a:pathLst>
                <a:path w="1644" h="1745" extrusionOk="0">
                  <a:moveTo>
                    <a:pt x="1643" y="1"/>
                  </a:moveTo>
                  <a:lnTo>
                    <a:pt x="0" y="923"/>
                  </a:lnTo>
                  <a:lnTo>
                    <a:pt x="0" y="1745"/>
                  </a:lnTo>
                  <a:lnTo>
                    <a:pt x="1643" y="803"/>
                  </a:lnTo>
                  <a:lnTo>
                    <a:pt x="1643" y="1"/>
                  </a:lnTo>
                  <a:close/>
                </a:path>
              </a:pathLst>
            </a:custGeom>
            <a:gradFill>
              <a:gsLst>
                <a:gs pos="0">
                  <a:schemeClr val="accent1"/>
                </a:gs>
                <a:gs pos="100000">
                  <a:schemeClr val="dk2"/>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2111;p60">
              <a:extLst>
                <a:ext uri="{FF2B5EF4-FFF2-40B4-BE49-F238E27FC236}">
                  <a16:creationId xmlns:a16="http://schemas.microsoft.com/office/drawing/2014/main" id="{D45C44D0-50B5-24A7-7260-7BD149BB289E}"/>
                </a:ext>
              </a:extLst>
            </p:cNvPr>
            <p:cNvSpPr/>
            <p:nvPr/>
          </p:nvSpPr>
          <p:spPr>
            <a:xfrm>
              <a:off x="6179727" y="2947287"/>
              <a:ext cx="439130" cy="252730"/>
            </a:xfrm>
            <a:custGeom>
              <a:avLst/>
              <a:gdLst/>
              <a:ahLst/>
              <a:cxnLst/>
              <a:rect l="l" t="t" r="r" b="b"/>
              <a:pathLst>
                <a:path w="3383" h="1947" extrusionOk="0">
                  <a:moveTo>
                    <a:pt x="1682" y="1"/>
                  </a:moveTo>
                  <a:lnTo>
                    <a:pt x="1" y="962"/>
                  </a:lnTo>
                  <a:lnTo>
                    <a:pt x="1682" y="1947"/>
                  </a:lnTo>
                  <a:lnTo>
                    <a:pt x="3383" y="962"/>
                  </a:lnTo>
                  <a:lnTo>
                    <a:pt x="168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2112;p60">
              <a:extLst>
                <a:ext uri="{FF2B5EF4-FFF2-40B4-BE49-F238E27FC236}">
                  <a16:creationId xmlns:a16="http://schemas.microsoft.com/office/drawing/2014/main" id="{657A201F-0DD8-B71F-B8D9-A778605A1575}"/>
                </a:ext>
              </a:extLst>
            </p:cNvPr>
            <p:cNvSpPr/>
            <p:nvPr/>
          </p:nvSpPr>
          <p:spPr>
            <a:xfrm>
              <a:off x="6179727" y="3072032"/>
              <a:ext cx="218462" cy="164203"/>
            </a:xfrm>
            <a:custGeom>
              <a:avLst/>
              <a:gdLst/>
              <a:ahLst/>
              <a:cxnLst/>
              <a:rect l="l" t="t" r="r" b="b"/>
              <a:pathLst>
                <a:path w="1683" h="1265" extrusionOk="0">
                  <a:moveTo>
                    <a:pt x="1" y="1"/>
                  </a:moveTo>
                  <a:lnTo>
                    <a:pt x="1" y="284"/>
                  </a:lnTo>
                  <a:lnTo>
                    <a:pt x="1682" y="1264"/>
                  </a:lnTo>
                  <a:lnTo>
                    <a:pt x="1682" y="986"/>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2113;p60">
              <a:extLst>
                <a:ext uri="{FF2B5EF4-FFF2-40B4-BE49-F238E27FC236}">
                  <a16:creationId xmlns:a16="http://schemas.microsoft.com/office/drawing/2014/main" id="{10689EDA-5468-E6D4-E110-E86D38F55FAF}"/>
                </a:ext>
              </a:extLst>
            </p:cNvPr>
            <p:cNvSpPr/>
            <p:nvPr/>
          </p:nvSpPr>
          <p:spPr>
            <a:xfrm>
              <a:off x="6398063" y="3072032"/>
              <a:ext cx="220798" cy="164203"/>
            </a:xfrm>
            <a:custGeom>
              <a:avLst/>
              <a:gdLst/>
              <a:ahLst/>
              <a:cxnLst/>
              <a:rect l="l" t="t" r="r" b="b"/>
              <a:pathLst>
                <a:path w="1701" h="1265" extrusionOk="0">
                  <a:moveTo>
                    <a:pt x="1701" y="1"/>
                  </a:moveTo>
                  <a:lnTo>
                    <a:pt x="0" y="986"/>
                  </a:lnTo>
                  <a:lnTo>
                    <a:pt x="0" y="1264"/>
                  </a:lnTo>
                  <a:lnTo>
                    <a:pt x="1701" y="284"/>
                  </a:lnTo>
                  <a:lnTo>
                    <a:pt x="1701"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2114;p60">
              <a:extLst>
                <a:ext uri="{FF2B5EF4-FFF2-40B4-BE49-F238E27FC236}">
                  <a16:creationId xmlns:a16="http://schemas.microsoft.com/office/drawing/2014/main" id="{76A6117D-E7F9-0FB4-D49E-DA2FC778C935}"/>
                </a:ext>
              </a:extLst>
            </p:cNvPr>
            <p:cNvSpPr/>
            <p:nvPr/>
          </p:nvSpPr>
          <p:spPr>
            <a:xfrm>
              <a:off x="5961521" y="3108897"/>
              <a:ext cx="436664" cy="251952"/>
            </a:xfrm>
            <a:custGeom>
              <a:avLst/>
              <a:gdLst/>
              <a:ahLst/>
              <a:cxnLst/>
              <a:rect l="l" t="t" r="r" b="b"/>
              <a:pathLst>
                <a:path w="3364" h="1941" extrusionOk="0">
                  <a:moveTo>
                    <a:pt x="1682" y="0"/>
                  </a:moveTo>
                  <a:lnTo>
                    <a:pt x="1" y="980"/>
                  </a:lnTo>
                  <a:lnTo>
                    <a:pt x="1682" y="1941"/>
                  </a:lnTo>
                  <a:lnTo>
                    <a:pt x="3363" y="980"/>
                  </a:lnTo>
                  <a:lnTo>
                    <a:pt x="1682"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2115;p60">
              <a:extLst>
                <a:ext uri="{FF2B5EF4-FFF2-40B4-BE49-F238E27FC236}">
                  <a16:creationId xmlns:a16="http://schemas.microsoft.com/office/drawing/2014/main" id="{E5085C9D-838A-3FC5-0D33-A7ACFA17497D}"/>
                </a:ext>
              </a:extLst>
            </p:cNvPr>
            <p:cNvSpPr/>
            <p:nvPr/>
          </p:nvSpPr>
          <p:spPr>
            <a:xfrm>
              <a:off x="5961521" y="3236108"/>
              <a:ext cx="218332" cy="160958"/>
            </a:xfrm>
            <a:custGeom>
              <a:avLst/>
              <a:gdLst/>
              <a:ahLst/>
              <a:cxnLst/>
              <a:rect l="l" t="t" r="r" b="b"/>
              <a:pathLst>
                <a:path w="1682" h="1240" extrusionOk="0">
                  <a:moveTo>
                    <a:pt x="1" y="0"/>
                  </a:moveTo>
                  <a:lnTo>
                    <a:pt x="1" y="279"/>
                  </a:lnTo>
                  <a:lnTo>
                    <a:pt x="1682" y="1240"/>
                  </a:lnTo>
                  <a:lnTo>
                    <a:pt x="1682" y="961"/>
                  </a:lnTo>
                  <a:lnTo>
                    <a:pt x="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2116;p60">
              <a:extLst>
                <a:ext uri="{FF2B5EF4-FFF2-40B4-BE49-F238E27FC236}">
                  <a16:creationId xmlns:a16="http://schemas.microsoft.com/office/drawing/2014/main" id="{059B0FBD-79E2-D8FE-16B7-1F3B37833913}"/>
                </a:ext>
              </a:extLst>
            </p:cNvPr>
            <p:cNvSpPr/>
            <p:nvPr/>
          </p:nvSpPr>
          <p:spPr>
            <a:xfrm>
              <a:off x="6179727" y="3236108"/>
              <a:ext cx="218462" cy="160958"/>
            </a:xfrm>
            <a:custGeom>
              <a:avLst/>
              <a:gdLst/>
              <a:ahLst/>
              <a:cxnLst/>
              <a:rect l="l" t="t" r="r" b="b"/>
              <a:pathLst>
                <a:path w="1683" h="1240" extrusionOk="0">
                  <a:moveTo>
                    <a:pt x="1682" y="0"/>
                  </a:moveTo>
                  <a:lnTo>
                    <a:pt x="1" y="961"/>
                  </a:lnTo>
                  <a:lnTo>
                    <a:pt x="1" y="1240"/>
                  </a:lnTo>
                  <a:lnTo>
                    <a:pt x="1682" y="279"/>
                  </a:lnTo>
                  <a:lnTo>
                    <a:pt x="168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2117;p60">
              <a:extLst>
                <a:ext uri="{FF2B5EF4-FFF2-40B4-BE49-F238E27FC236}">
                  <a16:creationId xmlns:a16="http://schemas.microsoft.com/office/drawing/2014/main" id="{B04957EB-DCEC-0A27-A46E-655D16CC47B1}"/>
                </a:ext>
              </a:extLst>
            </p:cNvPr>
            <p:cNvSpPr/>
            <p:nvPr/>
          </p:nvSpPr>
          <p:spPr>
            <a:xfrm>
              <a:off x="5740199" y="3272195"/>
              <a:ext cx="439650" cy="252081"/>
            </a:xfrm>
            <a:custGeom>
              <a:avLst/>
              <a:gdLst/>
              <a:ahLst/>
              <a:cxnLst/>
              <a:rect l="l" t="t" r="r" b="b"/>
              <a:pathLst>
                <a:path w="3387" h="1942" extrusionOk="0">
                  <a:moveTo>
                    <a:pt x="1706" y="1"/>
                  </a:moveTo>
                  <a:lnTo>
                    <a:pt x="0" y="962"/>
                  </a:lnTo>
                  <a:lnTo>
                    <a:pt x="1706" y="1942"/>
                  </a:lnTo>
                  <a:lnTo>
                    <a:pt x="3387" y="962"/>
                  </a:lnTo>
                  <a:lnTo>
                    <a:pt x="1706"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2118;p60">
              <a:extLst>
                <a:ext uri="{FF2B5EF4-FFF2-40B4-BE49-F238E27FC236}">
                  <a16:creationId xmlns:a16="http://schemas.microsoft.com/office/drawing/2014/main" id="{6BDF782C-0128-6223-FC66-1F4B6C268559}"/>
                </a:ext>
              </a:extLst>
            </p:cNvPr>
            <p:cNvSpPr/>
            <p:nvPr/>
          </p:nvSpPr>
          <p:spPr>
            <a:xfrm>
              <a:off x="5740199" y="3396939"/>
              <a:ext cx="221447" cy="164203"/>
            </a:xfrm>
            <a:custGeom>
              <a:avLst/>
              <a:gdLst/>
              <a:ahLst/>
              <a:cxnLst/>
              <a:rect l="l" t="t" r="r" b="b"/>
              <a:pathLst>
                <a:path w="1706" h="1265" extrusionOk="0">
                  <a:moveTo>
                    <a:pt x="0" y="1"/>
                  </a:moveTo>
                  <a:lnTo>
                    <a:pt x="0" y="284"/>
                  </a:lnTo>
                  <a:lnTo>
                    <a:pt x="1706" y="1264"/>
                  </a:lnTo>
                  <a:lnTo>
                    <a:pt x="1706" y="981"/>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2119;p60">
              <a:extLst>
                <a:ext uri="{FF2B5EF4-FFF2-40B4-BE49-F238E27FC236}">
                  <a16:creationId xmlns:a16="http://schemas.microsoft.com/office/drawing/2014/main" id="{9316711A-5191-55CA-45AC-AD3A0A45D879}"/>
                </a:ext>
              </a:extLst>
            </p:cNvPr>
            <p:cNvSpPr/>
            <p:nvPr/>
          </p:nvSpPr>
          <p:spPr>
            <a:xfrm>
              <a:off x="5961521" y="3396939"/>
              <a:ext cx="218332" cy="164203"/>
            </a:xfrm>
            <a:custGeom>
              <a:avLst/>
              <a:gdLst/>
              <a:ahLst/>
              <a:cxnLst/>
              <a:rect l="l" t="t" r="r" b="b"/>
              <a:pathLst>
                <a:path w="1682" h="1265" extrusionOk="0">
                  <a:moveTo>
                    <a:pt x="1682" y="1"/>
                  </a:moveTo>
                  <a:lnTo>
                    <a:pt x="1" y="981"/>
                  </a:lnTo>
                  <a:lnTo>
                    <a:pt x="1" y="1264"/>
                  </a:lnTo>
                  <a:lnTo>
                    <a:pt x="1682" y="284"/>
                  </a:lnTo>
                  <a:lnTo>
                    <a:pt x="1682"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2120;p60">
              <a:extLst>
                <a:ext uri="{FF2B5EF4-FFF2-40B4-BE49-F238E27FC236}">
                  <a16:creationId xmlns:a16="http://schemas.microsoft.com/office/drawing/2014/main" id="{710BB3CA-BCCB-3D63-B625-AFCA964D129F}"/>
                </a:ext>
              </a:extLst>
            </p:cNvPr>
            <p:cNvSpPr/>
            <p:nvPr/>
          </p:nvSpPr>
          <p:spPr>
            <a:xfrm>
              <a:off x="6992971" y="2947287"/>
              <a:ext cx="436664" cy="252730"/>
            </a:xfrm>
            <a:custGeom>
              <a:avLst/>
              <a:gdLst/>
              <a:ahLst/>
              <a:cxnLst/>
              <a:rect l="l" t="t" r="r" b="b"/>
              <a:pathLst>
                <a:path w="3364" h="1947" extrusionOk="0">
                  <a:moveTo>
                    <a:pt x="1682" y="1"/>
                  </a:moveTo>
                  <a:lnTo>
                    <a:pt x="0" y="962"/>
                  </a:lnTo>
                  <a:lnTo>
                    <a:pt x="1682" y="1947"/>
                  </a:lnTo>
                  <a:lnTo>
                    <a:pt x="3363" y="962"/>
                  </a:lnTo>
                  <a:lnTo>
                    <a:pt x="168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2121;p60">
              <a:extLst>
                <a:ext uri="{FF2B5EF4-FFF2-40B4-BE49-F238E27FC236}">
                  <a16:creationId xmlns:a16="http://schemas.microsoft.com/office/drawing/2014/main" id="{25F85C38-467D-09E8-93C2-3F8695EDA18E}"/>
                </a:ext>
              </a:extLst>
            </p:cNvPr>
            <p:cNvSpPr/>
            <p:nvPr/>
          </p:nvSpPr>
          <p:spPr>
            <a:xfrm>
              <a:off x="7211177" y="3072032"/>
              <a:ext cx="218462" cy="164203"/>
            </a:xfrm>
            <a:custGeom>
              <a:avLst/>
              <a:gdLst/>
              <a:ahLst/>
              <a:cxnLst/>
              <a:rect l="l" t="t" r="r" b="b"/>
              <a:pathLst>
                <a:path w="1683" h="1265" extrusionOk="0">
                  <a:moveTo>
                    <a:pt x="1682" y="1"/>
                  </a:moveTo>
                  <a:lnTo>
                    <a:pt x="1" y="986"/>
                  </a:lnTo>
                  <a:lnTo>
                    <a:pt x="1" y="1264"/>
                  </a:lnTo>
                  <a:lnTo>
                    <a:pt x="1682" y="284"/>
                  </a:lnTo>
                  <a:lnTo>
                    <a:pt x="1682"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2122;p60">
              <a:extLst>
                <a:ext uri="{FF2B5EF4-FFF2-40B4-BE49-F238E27FC236}">
                  <a16:creationId xmlns:a16="http://schemas.microsoft.com/office/drawing/2014/main" id="{0DF0474F-FD1C-7571-4ABE-9A6880ECFF95}"/>
                </a:ext>
              </a:extLst>
            </p:cNvPr>
            <p:cNvSpPr/>
            <p:nvPr/>
          </p:nvSpPr>
          <p:spPr>
            <a:xfrm>
              <a:off x="6992971" y="3072032"/>
              <a:ext cx="218332" cy="164203"/>
            </a:xfrm>
            <a:custGeom>
              <a:avLst/>
              <a:gdLst/>
              <a:ahLst/>
              <a:cxnLst/>
              <a:rect l="l" t="t" r="r" b="b"/>
              <a:pathLst>
                <a:path w="1682" h="1265" extrusionOk="0">
                  <a:moveTo>
                    <a:pt x="0" y="1"/>
                  </a:moveTo>
                  <a:lnTo>
                    <a:pt x="0" y="284"/>
                  </a:lnTo>
                  <a:lnTo>
                    <a:pt x="1682" y="1264"/>
                  </a:lnTo>
                  <a:lnTo>
                    <a:pt x="1682" y="986"/>
                  </a:lnTo>
                  <a:lnTo>
                    <a:pt x="0"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2123;p60">
              <a:extLst>
                <a:ext uri="{FF2B5EF4-FFF2-40B4-BE49-F238E27FC236}">
                  <a16:creationId xmlns:a16="http://schemas.microsoft.com/office/drawing/2014/main" id="{E8D6D0C1-261F-AAC6-5899-7405A7336B9C}"/>
                </a:ext>
              </a:extLst>
            </p:cNvPr>
            <p:cNvSpPr/>
            <p:nvPr/>
          </p:nvSpPr>
          <p:spPr>
            <a:xfrm>
              <a:off x="7211177" y="3108897"/>
              <a:ext cx="439130" cy="251952"/>
            </a:xfrm>
            <a:custGeom>
              <a:avLst/>
              <a:gdLst/>
              <a:ahLst/>
              <a:cxnLst/>
              <a:rect l="l" t="t" r="r" b="b"/>
              <a:pathLst>
                <a:path w="3383" h="1941" extrusionOk="0">
                  <a:moveTo>
                    <a:pt x="1682" y="0"/>
                  </a:moveTo>
                  <a:lnTo>
                    <a:pt x="1" y="980"/>
                  </a:lnTo>
                  <a:lnTo>
                    <a:pt x="1682" y="1941"/>
                  </a:lnTo>
                  <a:lnTo>
                    <a:pt x="3383" y="980"/>
                  </a:lnTo>
                  <a:lnTo>
                    <a:pt x="1682"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2124;p60">
              <a:extLst>
                <a:ext uri="{FF2B5EF4-FFF2-40B4-BE49-F238E27FC236}">
                  <a16:creationId xmlns:a16="http://schemas.microsoft.com/office/drawing/2014/main" id="{CDD0C19C-FFAE-87A0-F034-79510CC8B6A3}"/>
                </a:ext>
              </a:extLst>
            </p:cNvPr>
            <p:cNvSpPr/>
            <p:nvPr/>
          </p:nvSpPr>
          <p:spPr>
            <a:xfrm>
              <a:off x="7429513" y="3236108"/>
              <a:ext cx="220798" cy="160958"/>
            </a:xfrm>
            <a:custGeom>
              <a:avLst/>
              <a:gdLst/>
              <a:ahLst/>
              <a:cxnLst/>
              <a:rect l="l" t="t" r="r" b="b"/>
              <a:pathLst>
                <a:path w="1701" h="1240" extrusionOk="0">
                  <a:moveTo>
                    <a:pt x="1701" y="0"/>
                  </a:moveTo>
                  <a:lnTo>
                    <a:pt x="0" y="961"/>
                  </a:lnTo>
                  <a:lnTo>
                    <a:pt x="0" y="1240"/>
                  </a:lnTo>
                  <a:lnTo>
                    <a:pt x="1701" y="279"/>
                  </a:lnTo>
                  <a:lnTo>
                    <a:pt x="170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2125;p60">
              <a:extLst>
                <a:ext uri="{FF2B5EF4-FFF2-40B4-BE49-F238E27FC236}">
                  <a16:creationId xmlns:a16="http://schemas.microsoft.com/office/drawing/2014/main" id="{801EC448-50FF-2920-74A2-C371E77A233F}"/>
                </a:ext>
              </a:extLst>
            </p:cNvPr>
            <p:cNvSpPr/>
            <p:nvPr/>
          </p:nvSpPr>
          <p:spPr>
            <a:xfrm>
              <a:off x="7211177" y="3236108"/>
              <a:ext cx="218462" cy="160958"/>
            </a:xfrm>
            <a:custGeom>
              <a:avLst/>
              <a:gdLst/>
              <a:ahLst/>
              <a:cxnLst/>
              <a:rect l="l" t="t" r="r" b="b"/>
              <a:pathLst>
                <a:path w="1683" h="1240" extrusionOk="0">
                  <a:moveTo>
                    <a:pt x="1" y="0"/>
                  </a:moveTo>
                  <a:lnTo>
                    <a:pt x="1" y="279"/>
                  </a:lnTo>
                  <a:lnTo>
                    <a:pt x="1682" y="1240"/>
                  </a:lnTo>
                  <a:lnTo>
                    <a:pt x="1682" y="961"/>
                  </a:lnTo>
                  <a:lnTo>
                    <a:pt x="1"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2126;p60">
              <a:extLst>
                <a:ext uri="{FF2B5EF4-FFF2-40B4-BE49-F238E27FC236}">
                  <a16:creationId xmlns:a16="http://schemas.microsoft.com/office/drawing/2014/main" id="{A1FE788A-4B7C-C021-52AE-7DA174C259AD}"/>
                </a:ext>
              </a:extLst>
            </p:cNvPr>
            <p:cNvSpPr/>
            <p:nvPr/>
          </p:nvSpPr>
          <p:spPr>
            <a:xfrm>
              <a:off x="7429513" y="3272195"/>
              <a:ext cx="439130" cy="252081"/>
            </a:xfrm>
            <a:custGeom>
              <a:avLst/>
              <a:gdLst/>
              <a:ahLst/>
              <a:cxnLst/>
              <a:rect l="l" t="t" r="r" b="b"/>
              <a:pathLst>
                <a:path w="3383" h="1942" extrusionOk="0">
                  <a:moveTo>
                    <a:pt x="1701" y="1"/>
                  </a:moveTo>
                  <a:lnTo>
                    <a:pt x="0" y="962"/>
                  </a:lnTo>
                  <a:lnTo>
                    <a:pt x="1701" y="1942"/>
                  </a:lnTo>
                  <a:lnTo>
                    <a:pt x="3382" y="962"/>
                  </a:lnTo>
                  <a:lnTo>
                    <a:pt x="1701"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2127;p60">
              <a:extLst>
                <a:ext uri="{FF2B5EF4-FFF2-40B4-BE49-F238E27FC236}">
                  <a16:creationId xmlns:a16="http://schemas.microsoft.com/office/drawing/2014/main" id="{C81F3FA1-61DC-B268-706E-E01841313874}"/>
                </a:ext>
              </a:extLst>
            </p:cNvPr>
            <p:cNvSpPr/>
            <p:nvPr/>
          </p:nvSpPr>
          <p:spPr>
            <a:xfrm>
              <a:off x="7650186" y="3396939"/>
              <a:ext cx="218462" cy="164203"/>
            </a:xfrm>
            <a:custGeom>
              <a:avLst/>
              <a:gdLst/>
              <a:ahLst/>
              <a:cxnLst/>
              <a:rect l="l" t="t" r="r" b="b"/>
              <a:pathLst>
                <a:path w="1683" h="1265" extrusionOk="0">
                  <a:moveTo>
                    <a:pt x="1682" y="1"/>
                  </a:moveTo>
                  <a:lnTo>
                    <a:pt x="1" y="981"/>
                  </a:lnTo>
                  <a:lnTo>
                    <a:pt x="1" y="1264"/>
                  </a:lnTo>
                  <a:lnTo>
                    <a:pt x="1682" y="284"/>
                  </a:lnTo>
                  <a:lnTo>
                    <a:pt x="1682"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2128;p60">
              <a:extLst>
                <a:ext uri="{FF2B5EF4-FFF2-40B4-BE49-F238E27FC236}">
                  <a16:creationId xmlns:a16="http://schemas.microsoft.com/office/drawing/2014/main" id="{90B4BB70-4325-5092-E77B-661C5B7617C0}"/>
                </a:ext>
              </a:extLst>
            </p:cNvPr>
            <p:cNvSpPr/>
            <p:nvPr/>
          </p:nvSpPr>
          <p:spPr>
            <a:xfrm>
              <a:off x="7429513" y="3396939"/>
              <a:ext cx="220798" cy="164203"/>
            </a:xfrm>
            <a:custGeom>
              <a:avLst/>
              <a:gdLst/>
              <a:ahLst/>
              <a:cxnLst/>
              <a:rect l="l" t="t" r="r" b="b"/>
              <a:pathLst>
                <a:path w="1701" h="1265" extrusionOk="0">
                  <a:moveTo>
                    <a:pt x="0" y="1"/>
                  </a:moveTo>
                  <a:lnTo>
                    <a:pt x="0" y="284"/>
                  </a:lnTo>
                  <a:lnTo>
                    <a:pt x="1701" y="1264"/>
                  </a:lnTo>
                  <a:lnTo>
                    <a:pt x="1701" y="981"/>
                  </a:lnTo>
                  <a:lnTo>
                    <a:pt x="0"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2129;p60">
              <a:extLst>
                <a:ext uri="{FF2B5EF4-FFF2-40B4-BE49-F238E27FC236}">
                  <a16:creationId xmlns:a16="http://schemas.microsoft.com/office/drawing/2014/main" id="{59081558-93BD-EBD5-9EDF-398522A5F6E5}"/>
                </a:ext>
              </a:extLst>
            </p:cNvPr>
            <p:cNvSpPr/>
            <p:nvPr/>
          </p:nvSpPr>
          <p:spPr>
            <a:xfrm>
              <a:off x="6568374" y="2065200"/>
              <a:ext cx="452241" cy="187309"/>
            </a:xfrm>
            <a:custGeom>
              <a:avLst/>
              <a:gdLst/>
              <a:ahLst/>
              <a:cxnLst/>
              <a:rect l="l" t="t" r="r" b="b"/>
              <a:pathLst>
                <a:path w="3484" h="1443" extrusionOk="0">
                  <a:moveTo>
                    <a:pt x="20" y="1"/>
                  </a:moveTo>
                  <a:lnTo>
                    <a:pt x="20" y="299"/>
                  </a:lnTo>
                  <a:cubicBezTo>
                    <a:pt x="0" y="923"/>
                    <a:pt x="798" y="1442"/>
                    <a:pt x="1759" y="1442"/>
                  </a:cubicBezTo>
                  <a:cubicBezTo>
                    <a:pt x="1777" y="1442"/>
                    <a:pt x="1794" y="1443"/>
                    <a:pt x="1812" y="1443"/>
                  </a:cubicBezTo>
                  <a:cubicBezTo>
                    <a:pt x="2748" y="1443"/>
                    <a:pt x="3483" y="950"/>
                    <a:pt x="3483" y="361"/>
                  </a:cubicBezTo>
                  <a:lnTo>
                    <a:pt x="3483" y="58"/>
                  </a:lnTo>
                  <a:lnTo>
                    <a:pt x="20" y="1"/>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2130;p60">
              <a:extLst>
                <a:ext uri="{FF2B5EF4-FFF2-40B4-BE49-F238E27FC236}">
                  <a16:creationId xmlns:a16="http://schemas.microsoft.com/office/drawing/2014/main" id="{933D24CB-517A-9A53-32BF-158930518959}"/>
                </a:ext>
              </a:extLst>
            </p:cNvPr>
            <p:cNvSpPr/>
            <p:nvPr/>
          </p:nvSpPr>
          <p:spPr>
            <a:xfrm>
              <a:off x="6568374" y="1927345"/>
              <a:ext cx="454707" cy="288946"/>
            </a:xfrm>
            <a:custGeom>
              <a:avLst/>
              <a:gdLst/>
              <a:ahLst/>
              <a:cxnLst/>
              <a:rect l="l" t="t" r="r" b="b"/>
              <a:pathLst>
                <a:path w="3503" h="2226" extrusionOk="0">
                  <a:moveTo>
                    <a:pt x="1705" y="1"/>
                  </a:moveTo>
                  <a:cubicBezTo>
                    <a:pt x="769" y="1"/>
                    <a:pt x="20" y="493"/>
                    <a:pt x="20" y="1082"/>
                  </a:cubicBezTo>
                  <a:cubicBezTo>
                    <a:pt x="0" y="1702"/>
                    <a:pt x="779" y="2201"/>
                    <a:pt x="1739" y="2225"/>
                  </a:cubicBezTo>
                  <a:cubicBezTo>
                    <a:pt x="2700" y="2225"/>
                    <a:pt x="3483" y="1745"/>
                    <a:pt x="3483" y="1120"/>
                  </a:cubicBezTo>
                  <a:cubicBezTo>
                    <a:pt x="3502" y="520"/>
                    <a:pt x="2719" y="1"/>
                    <a:pt x="1759" y="1"/>
                  </a:cubicBezTo>
                  <a:cubicBezTo>
                    <a:pt x="1741" y="1"/>
                    <a:pt x="1723" y="1"/>
                    <a:pt x="1705" y="1"/>
                  </a:cubicBezTo>
                  <a:close/>
                </a:path>
              </a:pathLst>
            </a:custGeom>
            <a:gradFill>
              <a:gsLst>
                <a:gs pos="0">
                  <a:srgbClr val="1501A9"/>
                </a:gs>
                <a:gs pos="100000">
                  <a:srgbClr val="17163E"/>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2131;p60">
              <a:extLst>
                <a:ext uri="{FF2B5EF4-FFF2-40B4-BE49-F238E27FC236}">
                  <a16:creationId xmlns:a16="http://schemas.microsoft.com/office/drawing/2014/main" id="{AEA85A9E-08F9-34A0-FB84-1226FC3F3155}"/>
                </a:ext>
              </a:extLst>
            </p:cNvPr>
            <p:cNvSpPr/>
            <p:nvPr/>
          </p:nvSpPr>
          <p:spPr>
            <a:xfrm>
              <a:off x="6582392" y="836186"/>
              <a:ext cx="426669" cy="1361525"/>
            </a:xfrm>
            <a:custGeom>
              <a:avLst/>
              <a:gdLst/>
              <a:ahLst/>
              <a:cxnLst/>
              <a:rect l="l" t="t" r="r" b="b"/>
              <a:pathLst>
                <a:path w="3287" h="10489" extrusionOk="0">
                  <a:moveTo>
                    <a:pt x="1" y="0"/>
                  </a:moveTo>
                  <a:lnTo>
                    <a:pt x="1" y="9406"/>
                  </a:lnTo>
                  <a:cubicBezTo>
                    <a:pt x="1" y="9988"/>
                    <a:pt x="746" y="10487"/>
                    <a:pt x="1644" y="10487"/>
                  </a:cubicBezTo>
                  <a:cubicBezTo>
                    <a:pt x="1667" y="10488"/>
                    <a:pt x="1690" y="10488"/>
                    <a:pt x="1713" y="10488"/>
                  </a:cubicBezTo>
                  <a:cubicBezTo>
                    <a:pt x="2602" y="10488"/>
                    <a:pt x="3287" y="10036"/>
                    <a:pt x="3287" y="9469"/>
                  </a:cubicBezTo>
                  <a:lnTo>
                    <a:pt x="3287" y="38"/>
                  </a:lnTo>
                  <a:lnTo>
                    <a:pt x="1" y="0"/>
                  </a:lnTo>
                  <a:close/>
                </a:path>
              </a:pathLst>
            </a:custGeom>
            <a:gradFill>
              <a:gsLst>
                <a:gs pos="0">
                  <a:srgbClr val="FFFFFF">
                    <a:alpha val="75294"/>
                  </a:srgbClr>
                </a:gs>
                <a:gs pos="50000">
                  <a:srgbClr val="FFFFFF">
                    <a:alpha val="29019"/>
                  </a:srgbClr>
                </a:gs>
                <a:gs pos="100000">
                  <a:srgbClr val="FFFFFF">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2132;p60">
              <a:extLst>
                <a:ext uri="{FF2B5EF4-FFF2-40B4-BE49-F238E27FC236}">
                  <a16:creationId xmlns:a16="http://schemas.microsoft.com/office/drawing/2014/main" id="{497C5D8E-2977-9AB5-22E5-3C3F741A8123}"/>
                </a:ext>
              </a:extLst>
            </p:cNvPr>
            <p:cNvSpPr/>
            <p:nvPr/>
          </p:nvSpPr>
          <p:spPr>
            <a:xfrm>
              <a:off x="6797484" y="1679413"/>
              <a:ext cx="37773" cy="31023"/>
            </a:xfrm>
            <a:custGeom>
              <a:avLst/>
              <a:gdLst/>
              <a:ahLst/>
              <a:cxnLst/>
              <a:rect l="l" t="t" r="r" b="b"/>
              <a:pathLst>
                <a:path w="291" h="239" extrusionOk="0">
                  <a:moveTo>
                    <a:pt x="151" y="0"/>
                  </a:moveTo>
                  <a:cubicBezTo>
                    <a:pt x="68" y="0"/>
                    <a:pt x="0" y="86"/>
                    <a:pt x="37" y="172"/>
                  </a:cubicBezTo>
                  <a:cubicBezTo>
                    <a:pt x="37" y="191"/>
                    <a:pt x="75" y="230"/>
                    <a:pt x="94" y="230"/>
                  </a:cubicBezTo>
                  <a:cubicBezTo>
                    <a:pt x="110" y="236"/>
                    <a:pt x="126" y="238"/>
                    <a:pt x="141" y="238"/>
                  </a:cubicBezTo>
                  <a:cubicBezTo>
                    <a:pt x="223" y="238"/>
                    <a:pt x="290" y="156"/>
                    <a:pt x="258" y="71"/>
                  </a:cubicBezTo>
                  <a:cubicBezTo>
                    <a:pt x="258" y="52"/>
                    <a:pt x="215" y="9"/>
                    <a:pt x="195" y="9"/>
                  </a:cubicBezTo>
                  <a:cubicBezTo>
                    <a:pt x="180" y="3"/>
                    <a:pt x="165" y="0"/>
                    <a:pt x="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2133;p60">
              <a:extLst>
                <a:ext uri="{FF2B5EF4-FFF2-40B4-BE49-F238E27FC236}">
                  <a16:creationId xmlns:a16="http://schemas.microsoft.com/office/drawing/2014/main" id="{AB82CA77-B42D-A3CF-3721-91D50D93DDAD}"/>
                </a:ext>
              </a:extLst>
            </p:cNvPr>
            <p:cNvSpPr/>
            <p:nvPr/>
          </p:nvSpPr>
          <p:spPr>
            <a:xfrm>
              <a:off x="6847330" y="1780793"/>
              <a:ext cx="37254" cy="31283"/>
            </a:xfrm>
            <a:custGeom>
              <a:avLst/>
              <a:gdLst/>
              <a:ahLst/>
              <a:cxnLst/>
              <a:rect l="l" t="t" r="r" b="b"/>
              <a:pathLst>
                <a:path w="287" h="241" extrusionOk="0">
                  <a:moveTo>
                    <a:pt x="142" y="0"/>
                  </a:moveTo>
                  <a:cubicBezTo>
                    <a:pt x="62" y="0"/>
                    <a:pt x="0" y="85"/>
                    <a:pt x="32" y="169"/>
                  </a:cubicBezTo>
                  <a:cubicBezTo>
                    <a:pt x="32" y="188"/>
                    <a:pt x="52" y="232"/>
                    <a:pt x="90" y="232"/>
                  </a:cubicBezTo>
                  <a:cubicBezTo>
                    <a:pt x="105" y="237"/>
                    <a:pt x="120" y="240"/>
                    <a:pt x="135" y="240"/>
                  </a:cubicBezTo>
                  <a:cubicBezTo>
                    <a:pt x="218" y="240"/>
                    <a:pt x="286" y="154"/>
                    <a:pt x="253" y="68"/>
                  </a:cubicBezTo>
                  <a:cubicBezTo>
                    <a:pt x="234" y="49"/>
                    <a:pt x="210" y="11"/>
                    <a:pt x="191" y="11"/>
                  </a:cubicBezTo>
                  <a:cubicBezTo>
                    <a:pt x="174" y="4"/>
                    <a:pt x="158" y="0"/>
                    <a:pt x="1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2134;p60">
              <a:extLst>
                <a:ext uri="{FF2B5EF4-FFF2-40B4-BE49-F238E27FC236}">
                  <a16:creationId xmlns:a16="http://schemas.microsoft.com/office/drawing/2014/main" id="{AB7B33DA-445E-AB38-1ABA-80464E623A1F}"/>
                </a:ext>
              </a:extLst>
            </p:cNvPr>
            <p:cNvSpPr/>
            <p:nvPr/>
          </p:nvSpPr>
          <p:spPr>
            <a:xfrm>
              <a:off x="6722585" y="1731466"/>
              <a:ext cx="37514" cy="33100"/>
            </a:xfrm>
            <a:custGeom>
              <a:avLst/>
              <a:gdLst/>
              <a:ahLst/>
              <a:cxnLst/>
              <a:rect l="l" t="t" r="r" b="b"/>
              <a:pathLst>
                <a:path w="289" h="255" extrusionOk="0">
                  <a:moveTo>
                    <a:pt x="143" y="1"/>
                  </a:moveTo>
                  <a:cubicBezTo>
                    <a:pt x="62" y="1"/>
                    <a:pt x="0" y="85"/>
                    <a:pt x="33" y="170"/>
                  </a:cubicBezTo>
                  <a:cubicBezTo>
                    <a:pt x="33" y="208"/>
                    <a:pt x="71" y="227"/>
                    <a:pt x="90" y="251"/>
                  </a:cubicBezTo>
                  <a:cubicBezTo>
                    <a:pt x="100" y="253"/>
                    <a:pt x="110" y="254"/>
                    <a:pt x="120" y="254"/>
                  </a:cubicBezTo>
                  <a:cubicBezTo>
                    <a:pt x="210" y="254"/>
                    <a:pt x="288" y="179"/>
                    <a:pt x="254" y="88"/>
                  </a:cubicBezTo>
                  <a:cubicBezTo>
                    <a:pt x="254" y="50"/>
                    <a:pt x="210" y="30"/>
                    <a:pt x="191" y="11"/>
                  </a:cubicBezTo>
                  <a:cubicBezTo>
                    <a:pt x="175" y="4"/>
                    <a:pt x="158" y="1"/>
                    <a:pt x="1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2135;p60">
              <a:extLst>
                <a:ext uri="{FF2B5EF4-FFF2-40B4-BE49-F238E27FC236}">
                  <a16:creationId xmlns:a16="http://schemas.microsoft.com/office/drawing/2014/main" id="{0576E192-A05F-8562-0051-4ADDFC6C7DDA}"/>
                </a:ext>
              </a:extLst>
            </p:cNvPr>
            <p:cNvSpPr/>
            <p:nvPr/>
          </p:nvSpPr>
          <p:spPr>
            <a:xfrm>
              <a:off x="6779052" y="1817918"/>
              <a:ext cx="38033" cy="32841"/>
            </a:xfrm>
            <a:custGeom>
              <a:avLst/>
              <a:gdLst/>
              <a:ahLst/>
              <a:cxnLst/>
              <a:rect l="l" t="t" r="r" b="b"/>
              <a:pathLst>
                <a:path w="293" h="253" extrusionOk="0">
                  <a:moveTo>
                    <a:pt x="168" y="1"/>
                  </a:moveTo>
                  <a:cubicBezTo>
                    <a:pt x="79" y="1"/>
                    <a:pt x="1" y="75"/>
                    <a:pt x="40" y="162"/>
                  </a:cubicBezTo>
                  <a:cubicBezTo>
                    <a:pt x="40" y="205"/>
                    <a:pt x="78" y="224"/>
                    <a:pt x="97" y="244"/>
                  </a:cubicBezTo>
                  <a:cubicBezTo>
                    <a:pt x="113" y="250"/>
                    <a:pt x="128" y="252"/>
                    <a:pt x="143" y="252"/>
                  </a:cubicBezTo>
                  <a:cubicBezTo>
                    <a:pt x="226" y="252"/>
                    <a:pt x="292" y="170"/>
                    <a:pt x="256" y="85"/>
                  </a:cubicBezTo>
                  <a:cubicBezTo>
                    <a:pt x="256" y="42"/>
                    <a:pt x="217" y="23"/>
                    <a:pt x="198" y="3"/>
                  </a:cubicBezTo>
                  <a:cubicBezTo>
                    <a:pt x="188" y="1"/>
                    <a:pt x="178" y="1"/>
                    <a:pt x="1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2136;p60">
              <a:extLst>
                <a:ext uri="{FF2B5EF4-FFF2-40B4-BE49-F238E27FC236}">
                  <a16:creationId xmlns:a16="http://schemas.microsoft.com/office/drawing/2014/main" id="{239BAC05-5E7C-C223-35AE-130F95C63769}"/>
                </a:ext>
              </a:extLst>
            </p:cNvPr>
            <p:cNvSpPr/>
            <p:nvPr/>
          </p:nvSpPr>
          <p:spPr>
            <a:xfrm>
              <a:off x="6797614" y="1892427"/>
              <a:ext cx="37643" cy="31283"/>
            </a:xfrm>
            <a:custGeom>
              <a:avLst/>
              <a:gdLst/>
              <a:ahLst/>
              <a:cxnLst/>
              <a:rect l="l" t="t" r="r" b="b"/>
              <a:pathLst>
                <a:path w="290" h="241" extrusionOk="0">
                  <a:moveTo>
                    <a:pt x="142" y="1"/>
                  </a:moveTo>
                  <a:cubicBezTo>
                    <a:pt x="62" y="1"/>
                    <a:pt x="0" y="70"/>
                    <a:pt x="36" y="169"/>
                  </a:cubicBezTo>
                  <a:cubicBezTo>
                    <a:pt x="36" y="188"/>
                    <a:pt x="74" y="212"/>
                    <a:pt x="93" y="232"/>
                  </a:cubicBezTo>
                  <a:cubicBezTo>
                    <a:pt x="109" y="237"/>
                    <a:pt x="124" y="240"/>
                    <a:pt x="138" y="240"/>
                  </a:cubicBezTo>
                  <a:cubicBezTo>
                    <a:pt x="221" y="240"/>
                    <a:pt x="290" y="154"/>
                    <a:pt x="257" y="68"/>
                  </a:cubicBezTo>
                  <a:cubicBezTo>
                    <a:pt x="257" y="30"/>
                    <a:pt x="214" y="11"/>
                    <a:pt x="194" y="11"/>
                  </a:cubicBezTo>
                  <a:cubicBezTo>
                    <a:pt x="177" y="4"/>
                    <a:pt x="159" y="1"/>
                    <a:pt x="1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2137;p60">
              <a:extLst>
                <a:ext uri="{FF2B5EF4-FFF2-40B4-BE49-F238E27FC236}">
                  <a16:creationId xmlns:a16="http://schemas.microsoft.com/office/drawing/2014/main" id="{ACDE5C87-5EE4-E958-31D1-3262BAB4DAA3}"/>
                </a:ext>
              </a:extLst>
            </p:cNvPr>
            <p:cNvSpPr/>
            <p:nvPr/>
          </p:nvSpPr>
          <p:spPr>
            <a:xfrm>
              <a:off x="6797484" y="1934225"/>
              <a:ext cx="37643" cy="31023"/>
            </a:xfrm>
            <a:custGeom>
              <a:avLst/>
              <a:gdLst/>
              <a:ahLst/>
              <a:cxnLst/>
              <a:rect l="l" t="t" r="r" b="b"/>
              <a:pathLst>
                <a:path w="290" h="239" extrusionOk="0">
                  <a:moveTo>
                    <a:pt x="147" y="0"/>
                  </a:moveTo>
                  <a:cubicBezTo>
                    <a:pt x="65" y="0"/>
                    <a:pt x="1" y="85"/>
                    <a:pt x="37" y="169"/>
                  </a:cubicBezTo>
                  <a:cubicBezTo>
                    <a:pt x="37" y="207"/>
                    <a:pt x="75" y="227"/>
                    <a:pt x="94" y="227"/>
                  </a:cubicBezTo>
                  <a:cubicBezTo>
                    <a:pt x="113" y="235"/>
                    <a:pt x="132" y="238"/>
                    <a:pt x="150" y="238"/>
                  </a:cubicBezTo>
                  <a:cubicBezTo>
                    <a:pt x="228" y="238"/>
                    <a:pt x="289" y="166"/>
                    <a:pt x="258" y="68"/>
                  </a:cubicBezTo>
                  <a:cubicBezTo>
                    <a:pt x="258" y="49"/>
                    <a:pt x="215" y="30"/>
                    <a:pt x="195" y="11"/>
                  </a:cubicBezTo>
                  <a:cubicBezTo>
                    <a:pt x="179" y="3"/>
                    <a:pt x="162" y="0"/>
                    <a:pt x="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2138;p60">
              <a:extLst>
                <a:ext uri="{FF2B5EF4-FFF2-40B4-BE49-F238E27FC236}">
                  <a16:creationId xmlns:a16="http://schemas.microsoft.com/office/drawing/2014/main" id="{4A896837-5B63-209A-5EDA-1CA846852ED4}"/>
                </a:ext>
              </a:extLst>
            </p:cNvPr>
            <p:cNvSpPr/>
            <p:nvPr/>
          </p:nvSpPr>
          <p:spPr>
            <a:xfrm>
              <a:off x="6738162" y="1908263"/>
              <a:ext cx="37254" cy="31023"/>
            </a:xfrm>
            <a:custGeom>
              <a:avLst/>
              <a:gdLst/>
              <a:ahLst/>
              <a:cxnLst/>
              <a:rect l="l" t="t" r="r" b="b"/>
              <a:pathLst>
                <a:path w="287" h="239" extrusionOk="0">
                  <a:moveTo>
                    <a:pt x="145" y="0"/>
                  </a:moveTo>
                  <a:cubicBezTo>
                    <a:pt x="64" y="0"/>
                    <a:pt x="0" y="82"/>
                    <a:pt x="33" y="167"/>
                  </a:cubicBezTo>
                  <a:cubicBezTo>
                    <a:pt x="52" y="187"/>
                    <a:pt x="71" y="230"/>
                    <a:pt x="114" y="230"/>
                  </a:cubicBezTo>
                  <a:cubicBezTo>
                    <a:pt x="129" y="235"/>
                    <a:pt x="143" y="238"/>
                    <a:pt x="156" y="238"/>
                  </a:cubicBezTo>
                  <a:cubicBezTo>
                    <a:pt x="232" y="238"/>
                    <a:pt x="286" y="152"/>
                    <a:pt x="254" y="66"/>
                  </a:cubicBezTo>
                  <a:cubicBezTo>
                    <a:pt x="254" y="47"/>
                    <a:pt x="234" y="9"/>
                    <a:pt x="191" y="9"/>
                  </a:cubicBezTo>
                  <a:cubicBezTo>
                    <a:pt x="176" y="3"/>
                    <a:pt x="160" y="0"/>
                    <a:pt x="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2139;p60">
              <a:extLst>
                <a:ext uri="{FF2B5EF4-FFF2-40B4-BE49-F238E27FC236}">
                  <a16:creationId xmlns:a16="http://schemas.microsoft.com/office/drawing/2014/main" id="{0A3FE2CA-DDA7-B72F-3DE6-91211415E3EB}"/>
                </a:ext>
              </a:extLst>
            </p:cNvPr>
            <p:cNvSpPr/>
            <p:nvPr/>
          </p:nvSpPr>
          <p:spPr>
            <a:xfrm>
              <a:off x="6846941" y="1875292"/>
              <a:ext cx="37643" cy="32711"/>
            </a:xfrm>
            <a:custGeom>
              <a:avLst/>
              <a:gdLst/>
              <a:ahLst/>
              <a:cxnLst/>
              <a:rect l="l" t="t" r="r" b="b"/>
              <a:pathLst>
                <a:path w="290" h="252" extrusionOk="0">
                  <a:moveTo>
                    <a:pt x="163" y="0"/>
                  </a:moveTo>
                  <a:cubicBezTo>
                    <a:pt x="74" y="0"/>
                    <a:pt x="1" y="71"/>
                    <a:pt x="35" y="162"/>
                  </a:cubicBezTo>
                  <a:cubicBezTo>
                    <a:pt x="35" y="200"/>
                    <a:pt x="74" y="224"/>
                    <a:pt x="93" y="244"/>
                  </a:cubicBezTo>
                  <a:cubicBezTo>
                    <a:pt x="108" y="249"/>
                    <a:pt x="123" y="252"/>
                    <a:pt x="138" y="252"/>
                  </a:cubicBezTo>
                  <a:cubicBezTo>
                    <a:pt x="221" y="252"/>
                    <a:pt x="289" y="166"/>
                    <a:pt x="256" y="80"/>
                  </a:cubicBezTo>
                  <a:cubicBezTo>
                    <a:pt x="256" y="42"/>
                    <a:pt x="213" y="23"/>
                    <a:pt x="194" y="3"/>
                  </a:cubicBezTo>
                  <a:cubicBezTo>
                    <a:pt x="183" y="1"/>
                    <a:pt x="173" y="0"/>
                    <a:pt x="1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2140;p60">
              <a:extLst>
                <a:ext uri="{FF2B5EF4-FFF2-40B4-BE49-F238E27FC236}">
                  <a16:creationId xmlns:a16="http://schemas.microsoft.com/office/drawing/2014/main" id="{7A71EEB7-2EB3-A8AD-B4FC-DF37F0E25E42}"/>
                </a:ext>
              </a:extLst>
            </p:cNvPr>
            <p:cNvSpPr/>
            <p:nvPr/>
          </p:nvSpPr>
          <p:spPr>
            <a:xfrm>
              <a:off x="6831624" y="1986148"/>
              <a:ext cx="37254" cy="31023"/>
            </a:xfrm>
            <a:custGeom>
              <a:avLst/>
              <a:gdLst/>
              <a:ahLst/>
              <a:cxnLst/>
              <a:rect l="l" t="t" r="r" b="b"/>
              <a:pathLst>
                <a:path w="287" h="239" extrusionOk="0">
                  <a:moveTo>
                    <a:pt x="128" y="1"/>
                  </a:moveTo>
                  <a:cubicBezTo>
                    <a:pt x="51" y="1"/>
                    <a:pt x="1" y="82"/>
                    <a:pt x="33" y="168"/>
                  </a:cubicBezTo>
                  <a:cubicBezTo>
                    <a:pt x="33" y="187"/>
                    <a:pt x="52" y="230"/>
                    <a:pt x="91" y="230"/>
                  </a:cubicBezTo>
                  <a:cubicBezTo>
                    <a:pt x="106" y="236"/>
                    <a:pt x="121" y="239"/>
                    <a:pt x="136" y="239"/>
                  </a:cubicBezTo>
                  <a:cubicBezTo>
                    <a:pt x="219" y="239"/>
                    <a:pt x="287" y="153"/>
                    <a:pt x="254" y="67"/>
                  </a:cubicBezTo>
                  <a:cubicBezTo>
                    <a:pt x="235" y="48"/>
                    <a:pt x="211" y="9"/>
                    <a:pt x="173" y="9"/>
                  </a:cubicBezTo>
                  <a:cubicBezTo>
                    <a:pt x="157" y="3"/>
                    <a:pt x="142" y="1"/>
                    <a:pt x="1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2141;p60">
              <a:extLst>
                <a:ext uri="{FF2B5EF4-FFF2-40B4-BE49-F238E27FC236}">
                  <a16:creationId xmlns:a16="http://schemas.microsoft.com/office/drawing/2014/main" id="{1BE3F53D-BE27-4ECC-E7D8-9EDC61C92D9C}"/>
                </a:ext>
              </a:extLst>
            </p:cNvPr>
            <p:cNvSpPr/>
            <p:nvPr/>
          </p:nvSpPr>
          <p:spPr>
            <a:xfrm>
              <a:off x="6878484" y="1934225"/>
              <a:ext cx="36994" cy="31023"/>
            </a:xfrm>
            <a:custGeom>
              <a:avLst/>
              <a:gdLst/>
              <a:ahLst/>
              <a:cxnLst/>
              <a:rect l="l" t="t" r="r" b="b"/>
              <a:pathLst>
                <a:path w="285" h="239" extrusionOk="0">
                  <a:moveTo>
                    <a:pt x="143" y="0"/>
                  </a:moveTo>
                  <a:cubicBezTo>
                    <a:pt x="62" y="0"/>
                    <a:pt x="0" y="85"/>
                    <a:pt x="33" y="169"/>
                  </a:cubicBezTo>
                  <a:cubicBezTo>
                    <a:pt x="33" y="188"/>
                    <a:pt x="71" y="227"/>
                    <a:pt x="90" y="227"/>
                  </a:cubicBezTo>
                  <a:cubicBezTo>
                    <a:pt x="109" y="235"/>
                    <a:pt x="128" y="238"/>
                    <a:pt x="145" y="238"/>
                  </a:cubicBezTo>
                  <a:cubicBezTo>
                    <a:pt x="224" y="238"/>
                    <a:pt x="285" y="166"/>
                    <a:pt x="254" y="68"/>
                  </a:cubicBezTo>
                  <a:cubicBezTo>
                    <a:pt x="254" y="49"/>
                    <a:pt x="210" y="30"/>
                    <a:pt x="191" y="11"/>
                  </a:cubicBezTo>
                  <a:cubicBezTo>
                    <a:pt x="175" y="3"/>
                    <a:pt x="158" y="0"/>
                    <a:pt x="1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2142;p60">
              <a:extLst>
                <a:ext uri="{FF2B5EF4-FFF2-40B4-BE49-F238E27FC236}">
                  <a16:creationId xmlns:a16="http://schemas.microsoft.com/office/drawing/2014/main" id="{15B1865E-DDBD-E67F-4E19-7E15808F9C87}"/>
                </a:ext>
              </a:extLst>
            </p:cNvPr>
            <p:cNvSpPr/>
            <p:nvPr/>
          </p:nvSpPr>
          <p:spPr>
            <a:xfrm>
              <a:off x="6878484" y="2017301"/>
              <a:ext cx="37254" cy="33619"/>
            </a:xfrm>
            <a:custGeom>
              <a:avLst/>
              <a:gdLst/>
              <a:ahLst/>
              <a:cxnLst/>
              <a:rect l="l" t="t" r="r" b="b"/>
              <a:pathLst>
                <a:path w="287" h="259" extrusionOk="0">
                  <a:moveTo>
                    <a:pt x="145" y="1"/>
                  </a:moveTo>
                  <a:cubicBezTo>
                    <a:pt x="64" y="1"/>
                    <a:pt x="0" y="83"/>
                    <a:pt x="33" y="168"/>
                  </a:cubicBezTo>
                  <a:cubicBezTo>
                    <a:pt x="33" y="211"/>
                    <a:pt x="71" y="230"/>
                    <a:pt x="90" y="250"/>
                  </a:cubicBezTo>
                  <a:cubicBezTo>
                    <a:pt x="105" y="255"/>
                    <a:pt x="120" y="258"/>
                    <a:pt x="135" y="258"/>
                  </a:cubicBezTo>
                  <a:cubicBezTo>
                    <a:pt x="218" y="258"/>
                    <a:pt x="286" y="173"/>
                    <a:pt x="254" y="91"/>
                  </a:cubicBezTo>
                  <a:cubicBezTo>
                    <a:pt x="254" y="48"/>
                    <a:pt x="210" y="29"/>
                    <a:pt x="191" y="9"/>
                  </a:cubicBezTo>
                  <a:cubicBezTo>
                    <a:pt x="176" y="4"/>
                    <a:pt x="160" y="1"/>
                    <a:pt x="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2143;p60">
              <a:extLst>
                <a:ext uri="{FF2B5EF4-FFF2-40B4-BE49-F238E27FC236}">
                  <a16:creationId xmlns:a16="http://schemas.microsoft.com/office/drawing/2014/main" id="{BAA5A935-805E-9454-2D9D-01E5EF9FC5DE}"/>
                </a:ext>
              </a:extLst>
            </p:cNvPr>
            <p:cNvSpPr/>
            <p:nvPr/>
          </p:nvSpPr>
          <p:spPr>
            <a:xfrm>
              <a:off x="6797095" y="1241054"/>
              <a:ext cx="38163" cy="32841"/>
            </a:xfrm>
            <a:custGeom>
              <a:avLst/>
              <a:gdLst/>
              <a:ahLst/>
              <a:cxnLst/>
              <a:rect l="l" t="t" r="r" b="b"/>
              <a:pathLst>
                <a:path w="294" h="253" extrusionOk="0">
                  <a:moveTo>
                    <a:pt x="168" y="1"/>
                  </a:moveTo>
                  <a:cubicBezTo>
                    <a:pt x="79" y="1"/>
                    <a:pt x="1" y="76"/>
                    <a:pt x="40" y="162"/>
                  </a:cubicBezTo>
                  <a:cubicBezTo>
                    <a:pt x="40" y="205"/>
                    <a:pt x="78" y="225"/>
                    <a:pt x="97" y="244"/>
                  </a:cubicBezTo>
                  <a:cubicBezTo>
                    <a:pt x="113" y="250"/>
                    <a:pt x="129" y="252"/>
                    <a:pt x="144" y="252"/>
                  </a:cubicBezTo>
                  <a:cubicBezTo>
                    <a:pt x="226" y="252"/>
                    <a:pt x="293" y="171"/>
                    <a:pt x="261" y="85"/>
                  </a:cubicBezTo>
                  <a:cubicBezTo>
                    <a:pt x="261" y="42"/>
                    <a:pt x="218" y="23"/>
                    <a:pt x="198" y="4"/>
                  </a:cubicBezTo>
                  <a:cubicBezTo>
                    <a:pt x="188" y="2"/>
                    <a:pt x="178" y="1"/>
                    <a:pt x="16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2144;p60">
              <a:extLst>
                <a:ext uri="{FF2B5EF4-FFF2-40B4-BE49-F238E27FC236}">
                  <a16:creationId xmlns:a16="http://schemas.microsoft.com/office/drawing/2014/main" id="{07D45DC1-631F-EF49-994B-F96DDBB2A3DC}"/>
                </a:ext>
              </a:extLst>
            </p:cNvPr>
            <p:cNvSpPr/>
            <p:nvPr/>
          </p:nvSpPr>
          <p:spPr>
            <a:xfrm>
              <a:off x="6893801" y="1875292"/>
              <a:ext cx="37514" cy="32711"/>
            </a:xfrm>
            <a:custGeom>
              <a:avLst/>
              <a:gdLst/>
              <a:ahLst/>
              <a:cxnLst/>
              <a:rect l="l" t="t" r="r" b="b"/>
              <a:pathLst>
                <a:path w="289" h="252" extrusionOk="0">
                  <a:moveTo>
                    <a:pt x="162" y="0"/>
                  </a:moveTo>
                  <a:cubicBezTo>
                    <a:pt x="74" y="0"/>
                    <a:pt x="0" y="71"/>
                    <a:pt x="35" y="162"/>
                  </a:cubicBezTo>
                  <a:cubicBezTo>
                    <a:pt x="54" y="200"/>
                    <a:pt x="73" y="224"/>
                    <a:pt x="92" y="244"/>
                  </a:cubicBezTo>
                  <a:cubicBezTo>
                    <a:pt x="110" y="249"/>
                    <a:pt x="127" y="252"/>
                    <a:pt x="143" y="252"/>
                  </a:cubicBezTo>
                  <a:cubicBezTo>
                    <a:pt x="234" y="252"/>
                    <a:pt x="288" y="166"/>
                    <a:pt x="256" y="80"/>
                  </a:cubicBezTo>
                  <a:cubicBezTo>
                    <a:pt x="256" y="42"/>
                    <a:pt x="236" y="23"/>
                    <a:pt x="193" y="3"/>
                  </a:cubicBezTo>
                  <a:cubicBezTo>
                    <a:pt x="183" y="1"/>
                    <a:pt x="172" y="0"/>
                    <a:pt x="1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2145;p60">
              <a:extLst>
                <a:ext uri="{FF2B5EF4-FFF2-40B4-BE49-F238E27FC236}">
                  <a16:creationId xmlns:a16="http://schemas.microsoft.com/office/drawing/2014/main" id="{DAB9275B-EBA6-18EF-F8C4-306FD23EBEFC}"/>
                </a:ext>
              </a:extLst>
            </p:cNvPr>
            <p:cNvSpPr/>
            <p:nvPr/>
          </p:nvSpPr>
          <p:spPr>
            <a:xfrm>
              <a:off x="6894061" y="1827523"/>
              <a:ext cx="37254" cy="31283"/>
            </a:xfrm>
            <a:custGeom>
              <a:avLst/>
              <a:gdLst/>
              <a:ahLst/>
              <a:cxnLst/>
              <a:rect l="l" t="t" r="r" b="b"/>
              <a:pathLst>
                <a:path w="287" h="241" extrusionOk="0">
                  <a:moveTo>
                    <a:pt x="143" y="1"/>
                  </a:moveTo>
                  <a:cubicBezTo>
                    <a:pt x="63" y="1"/>
                    <a:pt x="0" y="85"/>
                    <a:pt x="33" y="170"/>
                  </a:cubicBezTo>
                  <a:cubicBezTo>
                    <a:pt x="52" y="189"/>
                    <a:pt x="71" y="232"/>
                    <a:pt x="90" y="232"/>
                  </a:cubicBezTo>
                  <a:cubicBezTo>
                    <a:pt x="108" y="238"/>
                    <a:pt x="125" y="240"/>
                    <a:pt x="141" y="240"/>
                  </a:cubicBezTo>
                  <a:cubicBezTo>
                    <a:pt x="232" y="240"/>
                    <a:pt x="286" y="155"/>
                    <a:pt x="254" y="69"/>
                  </a:cubicBezTo>
                  <a:cubicBezTo>
                    <a:pt x="254" y="49"/>
                    <a:pt x="210" y="11"/>
                    <a:pt x="191" y="11"/>
                  </a:cubicBezTo>
                  <a:cubicBezTo>
                    <a:pt x="175" y="4"/>
                    <a:pt x="158" y="1"/>
                    <a:pt x="14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2146;p60">
              <a:extLst>
                <a:ext uri="{FF2B5EF4-FFF2-40B4-BE49-F238E27FC236}">
                  <a16:creationId xmlns:a16="http://schemas.microsoft.com/office/drawing/2014/main" id="{FE04C11A-ACE2-DE31-123E-A121F5569FA8}"/>
                </a:ext>
              </a:extLst>
            </p:cNvPr>
            <p:cNvSpPr/>
            <p:nvPr/>
          </p:nvSpPr>
          <p:spPr>
            <a:xfrm>
              <a:off x="6734268" y="1797668"/>
              <a:ext cx="31283" cy="31413"/>
            </a:xfrm>
            <a:custGeom>
              <a:avLst/>
              <a:gdLst/>
              <a:ahLst/>
              <a:cxnLst/>
              <a:rect l="l" t="t" r="r" b="b"/>
              <a:pathLst>
                <a:path w="241" h="242" extrusionOk="0">
                  <a:moveTo>
                    <a:pt x="120" y="1"/>
                  </a:moveTo>
                  <a:cubicBezTo>
                    <a:pt x="63" y="1"/>
                    <a:pt x="0" y="39"/>
                    <a:pt x="0" y="121"/>
                  </a:cubicBezTo>
                  <a:cubicBezTo>
                    <a:pt x="0" y="179"/>
                    <a:pt x="63" y="241"/>
                    <a:pt x="120" y="241"/>
                  </a:cubicBezTo>
                  <a:cubicBezTo>
                    <a:pt x="202" y="241"/>
                    <a:pt x="240" y="179"/>
                    <a:pt x="240" y="121"/>
                  </a:cubicBezTo>
                  <a:cubicBezTo>
                    <a:pt x="240" y="39"/>
                    <a:pt x="202" y="1"/>
                    <a:pt x="1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2147;p60">
              <a:extLst>
                <a:ext uri="{FF2B5EF4-FFF2-40B4-BE49-F238E27FC236}">
                  <a16:creationId xmlns:a16="http://schemas.microsoft.com/office/drawing/2014/main" id="{90536D9E-DD3D-E429-B975-4B966D2B799B}"/>
                </a:ext>
              </a:extLst>
            </p:cNvPr>
            <p:cNvSpPr/>
            <p:nvPr/>
          </p:nvSpPr>
          <p:spPr>
            <a:xfrm>
              <a:off x="6707008" y="1663577"/>
              <a:ext cx="37124" cy="31283"/>
            </a:xfrm>
            <a:custGeom>
              <a:avLst/>
              <a:gdLst/>
              <a:ahLst/>
              <a:cxnLst/>
              <a:rect l="l" t="t" r="r" b="b"/>
              <a:pathLst>
                <a:path w="286" h="241" extrusionOk="0">
                  <a:moveTo>
                    <a:pt x="141" y="1"/>
                  </a:moveTo>
                  <a:cubicBezTo>
                    <a:pt x="61" y="1"/>
                    <a:pt x="1" y="74"/>
                    <a:pt x="32" y="174"/>
                  </a:cubicBezTo>
                  <a:cubicBezTo>
                    <a:pt x="32" y="193"/>
                    <a:pt x="71" y="212"/>
                    <a:pt x="90" y="232"/>
                  </a:cubicBezTo>
                  <a:cubicBezTo>
                    <a:pt x="106" y="237"/>
                    <a:pt x="121" y="240"/>
                    <a:pt x="136" y="240"/>
                  </a:cubicBezTo>
                  <a:cubicBezTo>
                    <a:pt x="219" y="240"/>
                    <a:pt x="286" y="158"/>
                    <a:pt x="253" y="73"/>
                  </a:cubicBezTo>
                  <a:cubicBezTo>
                    <a:pt x="253" y="30"/>
                    <a:pt x="210" y="11"/>
                    <a:pt x="191" y="11"/>
                  </a:cubicBezTo>
                  <a:cubicBezTo>
                    <a:pt x="174" y="4"/>
                    <a:pt x="157" y="1"/>
                    <a:pt x="1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2148;p60">
              <a:extLst>
                <a:ext uri="{FF2B5EF4-FFF2-40B4-BE49-F238E27FC236}">
                  <a16:creationId xmlns:a16="http://schemas.microsoft.com/office/drawing/2014/main" id="{9DB1D4CA-CCA4-8F61-C37B-1C25597C9398}"/>
                </a:ext>
              </a:extLst>
            </p:cNvPr>
            <p:cNvSpPr/>
            <p:nvPr/>
          </p:nvSpPr>
          <p:spPr>
            <a:xfrm>
              <a:off x="6797484" y="1572712"/>
              <a:ext cx="37903" cy="32970"/>
            </a:xfrm>
            <a:custGeom>
              <a:avLst/>
              <a:gdLst/>
              <a:ahLst/>
              <a:cxnLst/>
              <a:rect l="l" t="t" r="r" b="b"/>
              <a:pathLst>
                <a:path w="292" h="254" extrusionOk="0">
                  <a:moveTo>
                    <a:pt x="151" y="1"/>
                  </a:moveTo>
                  <a:cubicBezTo>
                    <a:pt x="68" y="1"/>
                    <a:pt x="0" y="87"/>
                    <a:pt x="37" y="173"/>
                  </a:cubicBezTo>
                  <a:cubicBezTo>
                    <a:pt x="37" y="211"/>
                    <a:pt x="75" y="230"/>
                    <a:pt x="94" y="249"/>
                  </a:cubicBezTo>
                  <a:cubicBezTo>
                    <a:pt x="107" y="252"/>
                    <a:pt x="119" y="254"/>
                    <a:pt x="130" y="254"/>
                  </a:cubicBezTo>
                  <a:cubicBezTo>
                    <a:pt x="217" y="254"/>
                    <a:pt x="292" y="180"/>
                    <a:pt x="258" y="91"/>
                  </a:cubicBezTo>
                  <a:cubicBezTo>
                    <a:pt x="258" y="52"/>
                    <a:pt x="215" y="33"/>
                    <a:pt x="195" y="9"/>
                  </a:cubicBezTo>
                  <a:cubicBezTo>
                    <a:pt x="180" y="3"/>
                    <a:pt x="165" y="1"/>
                    <a:pt x="1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2149;p60">
              <a:extLst>
                <a:ext uri="{FF2B5EF4-FFF2-40B4-BE49-F238E27FC236}">
                  <a16:creationId xmlns:a16="http://schemas.microsoft.com/office/drawing/2014/main" id="{D74CA343-63F2-E253-FCF0-FE0D0E842CE2}"/>
                </a:ext>
              </a:extLst>
            </p:cNvPr>
            <p:cNvSpPr/>
            <p:nvPr/>
          </p:nvSpPr>
          <p:spPr>
            <a:xfrm>
              <a:off x="6878354" y="1557135"/>
              <a:ext cx="37124" cy="31413"/>
            </a:xfrm>
            <a:custGeom>
              <a:avLst/>
              <a:gdLst/>
              <a:ahLst/>
              <a:cxnLst/>
              <a:rect l="l" t="t" r="r" b="b"/>
              <a:pathLst>
                <a:path w="286" h="242" extrusionOk="0">
                  <a:moveTo>
                    <a:pt x="148" y="1"/>
                  </a:moveTo>
                  <a:cubicBezTo>
                    <a:pt x="66" y="1"/>
                    <a:pt x="1" y="87"/>
                    <a:pt x="34" y="172"/>
                  </a:cubicBezTo>
                  <a:cubicBezTo>
                    <a:pt x="34" y="211"/>
                    <a:pt x="72" y="230"/>
                    <a:pt x="91" y="230"/>
                  </a:cubicBezTo>
                  <a:cubicBezTo>
                    <a:pt x="110" y="238"/>
                    <a:pt x="129" y="242"/>
                    <a:pt x="147" y="242"/>
                  </a:cubicBezTo>
                  <a:cubicBezTo>
                    <a:pt x="225" y="242"/>
                    <a:pt x="286" y="173"/>
                    <a:pt x="255" y="91"/>
                  </a:cubicBezTo>
                  <a:cubicBezTo>
                    <a:pt x="255" y="52"/>
                    <a:pt x="211" y="33"/>
                    <a:pt x="192" y="9"/>
                  </a:cubicBezTo>
                  <a:cubicBezTo>
                    <a:pt x="177" y="3"/>
                    <a:pt x="162" y="1"/>
                    <a:pt x="1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2150;p60">
              <a:extLst>
                <a:ext uri="{FF2B5EF4-FFF2-40B4-BE49-F238E27FC236}">
                  <a16:creationId xmlns:a16="http://schemas.microsoft.com/office/drawing/2014/main" id="{AED913C7-74C2-9BD9-CBCC-47FD64CD6720}"/>
                </a:ext>
              </a:extLst>
            </p:cNvPr>
            <p:cNvSpPr/>
            <p:nvPr/>
          </p:nvSpPr>
          <p:spPr>
            <a:xfrm>
              <a:off x="6893931" y="1445501"/>
              <a:ext cx="37254" cy="33749"/>
            </a:xfrm>
            <a:custGeom>
              <a:avLst/>
              <a:gdLst/>
              <a:ahLst/>
              <a:cxnLst/>
              <a:rect l="l" t="t" r="r" b="b"/>
              <a:pathLst>
                <a:path w="287" h="260" extrusionOk="0">
                  <a:moveTo>
                    <a:pt x="148" y="1"/>
                  </a:moveTo>
                  <a:cubicBezTo>
                    <a:pt x="66" y="1"/>
                    <a:pt x="1" y="87"/>
                    <a:pt x="34" y="172"/>
                  </a:cubicBezTo>
                  <a:cubicBezTo>
                    <a:pt x="53" y="211"/>
                    <a:pt x="72" y="230"/>
                    <a:pt x="91" y="249"/>
                  </a:cubicBezTo>
                  <a:cubicBezTo>
                    <a:pt x="111" y="256"/>
                    <a:pt x="130" y="260"/>
                    <a:pt x="147" y="260"/>
                  </a:cubicBezTo>
                  <a:cubicBezTo>
                    <a:pt x="235" y="260"/>
                    <a:pt x="287" y="175"/>
                    <a:pt x="255" y="91"/>
                  </a:cubicBezTo>
                  <a:cubicBezTo>
                    <a:pt x="255" y="52"/>
                    <a:pt x="235" y="28"/>
                    <a:pt x="192" y="9"/>
                  </a:cubicBezTo>
                  <a:cubicBezTo>
                    <a:pt x="177" y="3"/>
                    <a:pt x="162" y="1"/>
                    <a:pt x="14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2151;p60">
              <a:extLst>
                <a:ext uri="{FF2B5EF4-FFF2-40B4-BE49-F238E27FC236}">
                  <a16:creationId xmlns:a16="http://schemas.microsoft.com/office/drawing/2014/main" id="{4DDB438E-4C15-B52C-8354-A48CBB263382}"/>
                </a:ext>
              </a:extLst>
            </p:cNvPr>
            <p:cNvSpPr/>
            <p:nvPr/>
          </p:nvSpPr>
          <p:spPr>
            <a:xfrm>
              <a:off x="6748157" y="1429924"/>
              <a:ext cx="38033" cy="32841"/>
            </a:xfrm>
            <a:custGeom>
              <a:avLst/>
              <a:gdLst/>
              <a:ahLst/>
              <a:cxnLst/>
              <a:rect l="l" t="t" r="r" b="b"/>
              <a:pathLst>
                <a:path w="293" h="253" extrusionOk="0">
                  <a:moveTo>
                    <a:pt x="151" y="1"/>
                  </a:moveTo>
                  <a:cubicBezTo>
                    <a:pt x="68" y="1"/>
                    <a:pt x="1" y="87"/>
                    <a:pt x="37" y="172"/>
                  </a:cubicBezTo>
                  <a:cubicBezTo>
                    <a:pt x="37" y="211"/>
                    <a:pt x="76" y="230"/>
                    <a:pt x="95" y="249"/>
                  </a:cubicBezTo>
                  <a:cubicBezTo>
                    <a:pt x="105" y="251"/>
                    <a:pt x="116" y="252"/>
                    <a:pt x="126" y="252"/>
                  </a:cubicBezTo>
                  <a:cubicBezTo>
                    <a:pt x="215" y="252"/>
                    <a:pt x="292" y="181"/>
                    <a:pt x="253" y="91"/>
                  </a:cubicBezTo>
                  <a:cubicBezTo>
                    <a:pt x="234" y="52"/>
                    <a:pt x="215" y="28"/>
                    <a:pt x="196" y="9"/>
                  </a:cubicBezTo>
                  <a:cubicBezTo>
                    <a:pt x="181" y="3"/>
                    <a:pt x="166" y="1"/>
                    <a:pt x="1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2152;p60">
              <a:extLst>
                <a:ext uri="{FF2B5EF4-FFF2-40B4-BE49-F238E27FC236}">
                  <a16:creationId xmlns:a16="http://schemas.microsoft.com/office/drawing/2014/main" id="{1939ED7F-B30A-F21A-5387-34DA087F9673}"/>
                </a:ext>
              </a:extLst>
            </p:cNvPr>
            <p:cNvSpPr/>
            <p:nvPr/>
          </p:nvSpPr>
          <p:spPr>
            <a:xfrm>
              <a:off x="6765941" y="1007272"/>
              <a:ext cx="38163" cy="32711"/>
            </a:xfrm>
            <a:custGeom>
              <a:avLst/>
              <a:gdLst/>
              <a:ahLst/>
              <a:cxnLst/>
              <a:rect l="l" t="t" r="r" b="b"/>
              <a:pathLst>
                <a:path w="294" h="252" extrusionOk="0">
                  <a:moveTo>
                    <a:pt x="164" y="0"/>
                  </a:moveTo>
                  <a:cubicBezTo>
                    <a:pt x="63" y="0"/>
                    <a:pt x="1" y="75"/>
                    <a:pt x="40" y="162"/>
                  </a:cubicBezTo>
                  <a:cubicBezTo>
                    <a:pt x="40" y="205"/>
                    <a:pt x="59" y="224"/>
                    <a:pt x="97" y="243"/>
                  </a:cubicBezTo>
                  <a:cubicBezTo>
                    <a:pt x="113" y="249"/>
                    <a:pt x="128" y="252"/>
                    <a:pt x="143" y="252"/>
                  </a:cubicBezTo>
                  <a:cubicBezTo>
                    <a:pt x="226" y="252"/>
                    <a:pt x="293" y="170"/>
                    <a:pt x="261" y="85"/>
                  </a:cubicBezTo>
                  <a:cubicBezTo>
                    <a:pt x="237" y="42"/>
                    <a:pt x="217" y="22"/>
                    <a:pt x="198" y="3"/>
                  </a:cubicBezTo>
                  <a:cubicBezTo>
                    <a:pt x="186" y="1"/>
                    <a:pt x="175" y="0"/>
                    <a:pt x="1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2153;p60">
              <a:extLst>
                <a:ext uri="{FF2B5EF4-FFF2-40B4-BE49-F238E27FC236}">
                  <a16:creationId xmlns:a16="http://schemas.microsoft.com/office/drawing/2014/main" id="{B0264FA3-E4C5-52B6-BEEC-DE585072E265}"/>
                </a:ext>
              </a:extLst>
            </p:cNvPr>
            <p:cNvSpPr/>
            <p:nvPr/>
          </p:nvSpPr>
          <p:spPr>
            <a:xfrm>
              <a:off x="6909638" y="1679413"/>
              <a:ext cx="37643" cy="31023"/>
            </a:xfrm>
            <a:custGeom>
              <a:avLst/>
              <a:gdLst/>
              <a:ahLst/>
              <a:cxnLst/>
              <a:rect l="l" t="t" r="r" b="b"/>
              <a:pathLst>
                <a:path w="290" h="239" extrusionOk="0">
                  <a:moveTo>
                    <a:pt x="147" y="0"/>
                  </a:moveTo>
                  <a:cubicBezTo>
                    <a:pt x="65" y="0"/>
                    <a:pt x="0" y="86"/>
                    <a:pt x="33" y="172"/>
                  </a:cubicBezTo>
                  <a:cubicBezTo>
                    <a:pt x="52" y="191"/>
                    <a:pt x="71" y="230"/>
                    <a:pt x="114" y="230"/>
                  </a:cubicBezTo>
                  <a:cubicBezTo>
                    <a:pt x="129" y="236"/>
                    <a:pt x="144" y="238"/>
                    <a:pt x="158" y="238"/>
                  </a:cubicBezTo>
                  <a:cubicBezTo>
                    <a:pt x="233" y="238"/>
                    <a:pt x="289" y="156"/>
                    <a:pt x="273" y="71"/>
                  </a:cubicBezTo>
                  <a:cubicBezTo>
                    <a:pt x="254" y="52"/>
                    <a:pt x="235" y="9"/>
                    <a:pt x="191" y="9"/>
                  </a:cubicBezTo>
                  <a:cubicBezTo>
                    <a:pt x="176" y="3"/>
                    <a:pt x="161" y="0"/>
                    <a:pt x="1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2154;p60">
              <a:extLst>
                <a:ext uri="{FF2B5EF4-FFF2-40B4-BE49-F238E27FC236}">
                  <a16:creationId xmlns:a16="http://schemas.microsoft.com/office/drawing/2014/main" id="{9692C98F-F6E4-D5E2-DFB0-69175CE1D4D2}"/>
                </a:ext>
              </a:extLst>
            </p:cNvPr>
            <p:cNvSpPr/>
            <p:nvPr/>
          </p:nvSpPr>
          <p:spPr>
            <a:xfrm>
              <a:off x="6898215" y="1797668"/>
              <a:ext cx="31283" cy="31413"/>
            </a:xfrm>
            <a:custGeom>
              <a:avLst/>
              <a:gdLst/>
              <a:ahLst/>
              <a:cxnLst/>
              <a:rect l="l" t="t" r="r" b="b"/>
              <a:pathLst>
                <a:path w="241" h="242" extrusionOk="0">
                  <a:moveTo>
                    <a:pt x="121" y="1"/>
                  </a:moveTo>
                  <a:cubicBezTo>
                    <a:pt x="39" y="1"/>
                    <a:pt x="1" y="39"/>
                    <a:pt x="1" y="121"/>
                  </a:cubicBezTo>
                  <a:cubicBezTo>
                    <a:pt x="1" y="179"/>
                    <a:pt x="39" y="241"/>
                    <a:pt x="121" y="241"/>
                  </a:cubicBezTo>
                  <a:cubicBezTo>
                    <a:pt x="178" y="241"/>
                    <a:pt x="241" y="179"/>
                    <a:pt x="241" y="121"/>
                  </a:cubicBezTo>
                  <a:cubicBezTo>
                    <a:pt x="241" y="39"/>
                    <a:pt x="178" y="1"/>
                    <a:pt x="1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2155;p60">
              <a:extLst>
                <a:ext uri="{FF2B5EF4-FFF2-40B4-BE49-F238E27FC236}">
                  <a16:creationId xmlns:a16="http://schemas.microsoft.com/office/drawing/2014/main" id="{461364E3-79AA-DAA6-961B-574BA0520961}"/>
                </a:ext>
              </a:extLst>
            </p:cNvPr>
            <p:cNvSpPr/>
            <p:nvPr/>
          </p:nvSpPr>
          <p:spPr>
            <a:xfrm>
              <a:off x="6831753" y="1843100"/>
              <a:ext cx="37384" cy="33100"/>
            </a:xfrm>
            <a:custGeom>
              <a:avLst/>
              <a:gdLst/>
              <a:ahLst/>
              <a:cxnLst/>
              <a:rect l="l" t="t" r="r" b="b"/>
              <a:pathLst>
                <a:path w="288" h="255" extrusionOk="0">
                  <a:moveTo>
                    <a:pt x="136" y="1"/>
                  </a:moveTo>
                  <a:cubicBezTo>
                    <a:pt x="49" y="1"/>
                    <a:pt x="0" y="85"/>
                    <a:pt x="32" y="170"/>
                  </a:cubicBezTo>
                  <a:cubicBezTo>
                    <a:pt x="32" y="208"/>
                    <a:pt x="71" y="232"/>
                    <a:pt x="90" y="251"/>
                  </a:cubicBezTo>
                  <a:cubicBezTo>
                    <a:pt x="100" y="253"/>
                    <a:pt x="110" y="254"/>
                    <a:pt x="120" y="254"/>
                  </a:cubicBezTo>
                  <a:cubicBezTo>
                    <a:pt x="209" y="254"/>
                    <a:pt x="288" y="179"/>
                    <a:pt x="253" y="88"/>
                  </a:cubicBezTo>
                  <a:cubicBezTo>
                    <a:pt x="234" y="50"/>
                    <a:pt x="210" y="30"/>
                    <a:pt x="191" y="11"/>
                  </a:cubicBezTo>
                  <a:cubicBezTo>
                    <a:pt x="171" y="4"/>
                    <a:pt x="153" y="1"/>
                    <a:pt x="1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2156;p60">
              <a:extLst>
                <a:ext uri="{FF2B5EF4-FFF2-40B4-BE49-F238E27FC236}">
                  <a16:creationId xmlns:a16="http://schemas.microsoft.com/office/drawing/2014/main" id="{1C548329-30F3-81C4-FC4B-7AC7828CF45F}"/>
                </a:ext>
              </a:extLst>
            </p:cNvPr>
            <p:cNvSpPr/>
            <p:nvPr/>
          </p:nvSpPr>
          <p:spPr>
            <a:xfrm>
              <a:off x="6763864" y="1970441"/>
              <a:ext cx="37643" cy="31153"/>
            </a:xfrm>
            <a:custGeom>
              <a:avLst/>
              <a:gdLst/>
              <a:ahLst/>
              <a:cxnLst/>
              <a:rect l="l" t="t" r="r" b="b"/>
              <a:pathLst>
                <a:path w="290" h="240" extrusionOk="0">
                  <a:moveTo>
                    <a:pt x="141" y="0"/>
                  </a:moveTo>
                  <a:cubicBezTo>
                    <a:pt x="62" y="0"/>
                    <a:pt x="1" y="67"/>
                    <a:pt x="36" y="149"/>
                  </a:cubicBezTo>
                  <a:cubicBezTo>
                    <a:pt x="36" y="188"/>
                    <a:pt x="75" y="212"/>
                    <a:pt x="94" y="231"/>
                  </a:cubicBezTo>
                  <a:cubicBezTo>
                    <a:pt x="109" y="237"/>
                    <a:pt x="124" y="240"/>
                    <a:pt x="139" y="240"/>
                  </a:cubicBezTo>
                  <a:cubicBezTo>
                    <a:pt x="222" y="240"/>
                    <a:pt x="289" y="154"/>
                    <a:pt x="253" y="68"/>
                  </a:cubicBezTo>
                  <a:cubicBezTo>
                    <a:pt x="253" y="29"/>
                    <a:pt x="214" y="10"/>
                    <a:pt x="195" y="10"/>
                  </a:cubicBezTo>
                  <a:cubicBezTo>
                    <a:pt x="177" y="3"/>
                    <a:pt x="159" y="0"/>
                    <a:pt x="1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2157;p60">
              <a:extLst>
                <a:ext uri="{FF2B5EF4-FFF2-40B4-BE49-F238E27FC236}">
                  <a16:creationId xmlns:a16="http://schemas.microsoft.com/office/drawing/2014/main" id="{F3B84536-4DBC-4308-A88D-4477A6448C9A}"/>
                </a:ext>
              </a:extLst>
            </p:cNvPr>
            <p:cNvSpPr/>
            <p:nvPr/>
          </p:nvSpPr>
          <p:spPr>
            <a:xfrm>
              <a:off x="6738162" y="2079739"/>
              <a:ext cx="37514" cy="32711"/>
            </a:xfrm>
            <a:custGeom>
              <a:avLst/>
              <a:gdLst/>
              <a:ahLst/>
              <a:cxnLst/>
              <a:rect l="l" t="t" r="r" b="b"/>
              <a:pathLst>
                <a:path w="289" h="252" extrusionOk="0">
                  <a:moveTo>
                    <a:pt x="145" y="0"/>
                  </a:moveTo>
                  <a:cubicBezTo>
                    <a:pt x="64" y="0"/>
                    <a:pt x="0" y="82"/>
                    <a:pt x="33" y="167"/>
                  </a:cubicBezTo>
                  <a:cubicBezTo>
                    <a:pt x="52" y="211"/>
                    <a:pt x="71" y="230"/>
                    <a:pt x="114" y="249"/>
                  </a:cubicBezTo>
                  <a:cubicBezTo>
                    <a:pt x="124" y="251"/>
                    <a:pt x="133" y="252"/>
                    <a:pt x="142" y="252"/>
                  </a:cubicBezTo>
                  <a:cubicBezTo>
                    <a:pt x="225" y="252"/>
                    <a:pt x="288" y="177"/>
                    <a:pt x="254" y="91"/>
                  </a:cubicBezTo>
                  <a:cubicBezTo>
                    <a:pt x="254" y="47"/>
                    <a:pt x="234" y="28"/>
                    <a:pt x="191" y="9"/>
                  </a:cubicBezTo>
                  <a:cubicBezTo>
                    <a:pt x="176" y="3"/>
                    <a:pt x="160" y="0"/>
                    <a:pt x="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2158;p60">
              <a:extLst>
                <a:ext uri="{FF2B5EF4-FFF2-40B4-BE49-F238E27FC236}">
                  <a16:creationId xmlns:a16="http://schemas.microsoft.com/office/drawing/2014/main" id="{E985CD5F-8CE6-66D3-879F-C5A348DC2223}"/>
                </a:ext>
              </a:extLst>
            </p:cNvPr>
            <p:cNvSpPr/>
            <p:nvPr/>
          </p:nvSpPr>
          <p:spPr>
            <a:xfrm>
              <a:off x="6691042" y="1955773"/>
              <a:ext cx="37514" cy="32711"/>
            </a:xfrm>
            <a:custGeom>
              <a:avLst/>
              <a:gdLst/>
              <a:ahLst/>
              <a:cxnLst/>
              <a:rect l="l" t="t" r="r" b="b"/>
              <a:pathLst>
                <a:path w="289" h="252" extrusionOk="0">
                  <a:moveTo>
                    <a:pt x="158" y="0"/>
                  </a:moveTo>
                  <a:cubicBezTo>
                    <a:pt x="59" y="0"/>
                    <a:pt x="1" y="71"/>
                    <a:pt x="35" y="162"/>
                  </a:cubicBezTo>
                  <a:cubicBezTo>
                    <a:pt x="35" y="205"/>
                    <a:pt x="55" y="224"/>
                    <a:pt x="93" y="243"/>
                  </a:cubicBezTo>
                  <a:cubicBezTo>
                    <a:pt x="108" y="249"/>
                    <a:pt x="123" y="252"/>
                    <a:pt x="138" y="252"/>
                  </a:cubicBezTo>
                  <a:cubicBezTo>
                    <a:pt x="221" y="252"/>
                    <a:pt x="289" y="166"/>
                    <a:pt x="256" y="85"/>
                  </a:cubicBezTo>
                  <a:cubicBezTo>
                    <a:pt x="237" y="41"/>
                    <a:pt x="213" y="22"/>
                    <a:pt x="194" y="3"/>
                  </a:cubicBezTo>
                  <a:cubicBezTo>
                    <a:pt x="181" y="1"/>
                    <a:pt x="169" y="0"/>
                    <a:pt x="1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2159;p60">
              <a:extLst>
                <a:ext uri="{FF2B5EF4-FFF2-40B4-BE49-F238E27FC236}">
                  <a16:creationId xmlns:a16="http://schemas.microsoft.com/office/drawing/2014/main" id="{DB7C06CA-ED34-5326-A22E-579497FECB17}"/>
                </a:ext>
              </a:extLst>
            </p:cNvPr>
            <p:cNvSpPr/>
            <p:nvPr/>
          </p:nvSpPr>
          <p:spPr>
            <a:xfrm>
              <a:off x="6659888" y="1811817"/>
              <a:ext cx="37514" cy="31413"/>
            </a:xfrm>
            <a:custGeom>
              <a:avLst/>
              <a:gdLst/>
              <a:ahLst/>
              <a:cxnLst/>
              <a:rect l="l" t="t" r="r" b="b"/>
              <a:pathLst>
                <a:path w="289" h="242" extrusionOk="0">
                  <a:moveTo>
                    <a:pt x="121" y="0"/>
                  </a:moveTo>
                  <a:cubicBezTo>
                    <a:pt x="48" y="0"/>
                    <a:pt x="0" y="73"/>
                    <a:pt x="16" y="170"/>
                  </a:cubicBezTo>
                  <a:cubicBezTo>
                    <a:pt x="35" y="190"/>
                    <a:pt x="54" y="209"/>
                    <a:pt x="93" y="233"/>
                  </a:cubicBezTo>
                  <a:cubicBezTo>
                    <a:pt x="108" y="239"/>
                    <a:pt x="123" y="241"/>
                    <a:pt x="137" y="241"/>
                  </a:cubicBezTo>
                  <a:cubicBezTo>
                    <a:pt x="221" y="241"/>
                    <a:pt x="289" y="155"/>
                    <a:pt x="256" y="70"/>
                  </a:cubicBezTo>
                  <a:cubicBezTo>
                    <a:pt x="237" y="31"/>
                    <a:pt x="213" y="12"/>
                    <a:pt x="174" y="12"/>
                  </a:cubicBezTo>
                  <a:cubicBezTo>
                    <a:pt x="156" y="4"/>
                    <a:pt x="138" y="0"/>
                    <a:pt x="12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2160;p60">
              <a:extLst>
                <a:ext uri="{FF2B5EF4-FFF2-40B4-BE49-F238E27FC236}">
                  <a16:creationId xmlns:a16="http://schemas.microsoft.com/office/drawing/2014/main" id="{85DE3FDB-24CB-7182-ECD3-61D6A28CC4C0}"/>
                </a:ext>
              </a:extLst>
            </p:cNvPr>
            <p:cNvSpPr/>
            <p:nvPr/>
          </p:nvSpPr>
          <p:spPr>
            <a:xfrm>
              <a:off x="6716614" y="1858677"/>
              <a:ext cx="38163" cy="33749"/>
            </a:xfrm>
            <a:custGeom>
              <a:avLst/>
              <a:gdLst/>
              <a:ahLst/>
              <a:cxnLst/>
              <a:rect l="l" t="t" r="r" b="b"/>
              <a:pathLst>
                <a:path w="294" h="260" extrusionOk="0">
                  <a:moveTo>
                    <a:pt x="132" y="1"/>
                  </a:moveTo>
                  <a:cubicBezTo>
                    <a:pt x="55" y="1"/>
                    <a:pt x="0" y="85"/>
                    <a:pt x="16" y="170"/>
                  </a:cubicBezTo>
                  <a:cubicBezTo>
                    <a:pt x="40" y="208"/>
                    <a:pt x="59" y="232"/>
                    <a:pt x="98" y="251"/>
                  </a:cubicBezTo>
                  <a:cubicBezTo>
                    <a:pt x="113" y="257"/>
                    <a:pt x="128" y="260"/>
                    <a:pt x="142" y="260"/>
                  </a:cubicBezTo>
                  <a:cubicBezTo>
                    <a:pt x="226" y="260"/>
                    <a:pt x="293" y="174"/>
                    <a:pt x="256" y="88"/>
                  </a:cubicBezTo>
                  <a:cubicBezTo>
                    <a:pt x="237" y="50"/>
                    <a:pt x="218" y="30"/>
                    <a:pt x="179" y="11"/>
                  </a:cubicBezTo>
                  <a:cubicBezTo>
                    <a:pt x="163" y="4"/>
                    <a:pt x="147" y="1"/>
                    <a:pt x="1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2161;p60">
              <a:extLst>
                <a:ext uri="{FF2B5EF4-FFF2-40B4-BE49-F238E27FC236}">
                  <a16:creationId xmlns:a16="http://schemas.microsoft.com/office/drawing/2014/main" id="{DE569822-2E7D-B4A7-352B-8324273D3A9B}"/>
                </a:ext>
              </a:extLst>
            </p:cNvPr>
            <p:cNvSpPr/>
            <p:nvPr/>
          </p:nvSpPr>
          <p:spPr>
            <a:xfrm>
              <a:off x="6862907" y="1622428"/>
              <a:ext cx="37514" cy="32970"/>
            </a:xfrm>
            <a:custGeom>
              <a:avLst/>
              <a:gdLst/>
              <a:ahLst/>
              <a:cxnLst/>
              <a:rect l="l" t="t" r="r" b="b"/>
              <a:pathLst>
                <a:path w="289" h="254" extrusionOk="0">
                  <a:moveTo>
                    <a:pt x="142" y="0"/>
                  </a:moveTo>
                  <a:cubicBezTo>
                    <a:pt x="62" y="0"/>
                    <a:pt x="0" y="85"/>
                    <a:pt x="32" y="169"/>
                  </a:cubicBezTo>
                  <a:cubicBezTo>
                    <a:pt x="32" y="207"/>
                    <a:pt x="71" y="227"/>
                    <a:pt x="90" y="251"/>
                  </a:cubicBezTo>
                  <a:cubicBezTo>
                    <a:pt x="100" y="253"/>
                    <a:pt x="110" y="254"/>
                    <a:pt x="120" y="254"/>
                  </a:cubicBezTo>
                  <a:cubicBezTo>
                    <a:pt x="210" y="254"/>
                    <a:pt x="288" y="178"/>
                    <a:pt x="253" y="87"/>
                  </a:cubicBezTo>
                  <a:cubicBezTo>
                    <a:pt x="253" y="49"/>
                    <a:pt x="210" y="30"/>
                    <a:pt x="191" y="11"/>
                  </a:cubicBezTo>
                  <a:cubicBezTo>
                    <a:pt x="175" y="3"/>
                    <a:pt x="158" y="0"/>
                    <a:pt x="1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2162;p60">
              <a:extLst>
                <a:ext uri="{FF2B5EF4-FFF2-40B4-BE49-F238E27FC236}">
                  <a16:creationId xmlns:a16="http://schemas.microsoft.com/office/drawing/2014/main" id="{495F9B49-B0A4-41E6-6835-9DA18307DB47}"/>
                </a:ext>
              </a:extLst>
            </p:cNvPr>
            <p:cNvSpPr/>
            <p:nvPr/>
          </p:nvSpPr>
          <p:spPr>
            <a:xfrm>
              <a:off x="6659759" y="1414347"/>
              <a:ext cx="37903" cy="32841"/>
            </a:xfrm>
            <a:custGeom>
              <a:avLst/>
              <a:gdLst/>
              <a:ahLst/>
              <a:cxnLst/>
              <a:rect l="l" t="t" r="r" b="b"/>
              <a:pathLst>
                <a:path w="292" h="253" extrusionOk="0">
                  <a:moveTo>
                    <a:pt x="132" y="1"/>
                  </a:moveTo>
                  <a:cubicBezTo>
                    <a:pt x="54" y="1"/>
                    <a:pt x="1" y="86"/>
                    <a:pt x="17" y="172"/>
                  </a:cubicBezTo>
                  <a:cubicBezTo>
                    <a:pt x="36" y="211"/>
                    <a:pt x="55" y="230"/>
                    <a:pt x="94" y="249"/>
                  </a:cubicBezTo>
                  <a:cubicBezTo>
                    <a:pt x="104" y="251"/>
                    <a:pt x="115" y="252"/>
                    <a:pt x="125" y="252"/>
                  </a:cubicBezTo>
                  <a:cubicBezTo>
                    <a:pt x="214" y="252"/>
                    <a:pt x="292" y="181"/>
                    <a:pt x="257" y="91"/>
                  </a:cubicBezTo>
                  <a:cubicBezTo>
                    <a:pt x="238" y="52"/>
                    <a:pt x="214" y="28"/>
                    <a:pt x="175" y="9"/>
                  </a:cubicBezTo>
                  <a:cubicBezTo>
                    <a:pt x="160" y="3"/>
                    <a:pt x="146" y="1"/>
                    <a:pt x="13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2163;p60">
              <a:extLst>
                <a:ext uri="{FF2B5EF4-FFF2-40B4-BE49-F238E27FC236}">
                  <a16:creationId xmlns:a16="http://schemas.microsoft.com/office/drawing/2014/main" id="{806D869A-0838-39EE-DFA3-7E9D1DFE1611}"/>
                </a:ext>
              </a:extLst>
            </p:cNvPr>
            <p:cNvSpPr/>
            <p:nvPr/>
          </p:nvSpPr>
          <p:spPr>
            <a:xfrm>
              <a:off x="6675335" y="1066334"/>
              <a:ext cx="37643" cy="31023"/>
            </a:xfrm>
            <a:custGeom>
              <a:avLst/>
              <a:gdLst/>
              <a:ahLst/>
              <a:cxnLst/>
              <a:rect l="l" t="t" r="r" b="b"/>
              <a:pathLst>
                <a:path w="290" h="239" extrusionOk="0">
                  <a:moveTo>
                    <a:pt x="131" y="1"/>
                  </a:moveTo>
                  <a:cubicBezTo>
                    <a:pt x="53" y="1"/>
                    <a:pt x="1" y="83"/>
                    <a:pt x="17" y="168"/>
                  </a:cubicBezTo>
                  <a:cubicBezTo>
                    <a:pt x="36" y="187"/>
                    <a:pt x="55" y="230"/>
                    <a:pt x="94" y="230"/>
                  </a:cubicBezTo>
                  <a:cubicBezTo>
                    <a:pt x="109" y="236"/>
                    <a:pt x="124" y="239"/>
                    <a:pt x="139" y="239"/>
                  </a:cubicBezTo>
                  <a:cubicBezTo>
                    <a:pt x="222" y="239"/>
                    <a:pt x="290" y="153"/>
                    <a:pt x="257" y="67"/>
                  </a:cubicBezTo>
                  <a:cubicBezTo>
                    <a:pt x="238" y="48"/>
                    <a:pt x="214" y="9"/>
                    <a:pt x="176" y="9"/>
                  </a:cubicBezTo>
                  <a:cubicBezTo>
                    <a:pt x="160" y="3"/>
                    <a:pt x="145" y="1"/>
                    <a:pt x="1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2164;p60">
              <a:extLst>
                <a:ext uri="{FF2B5EF4-FFF2-40B4-BE49-F238E27FC236}">
                  <a16:creationId xmlns:a16="http://schemas.microsoft.com/office/drawing/2014/main" id="{76BD482C-811E-00D3-959B-67960E17F3B3}"/>
                </a:ext>
              </a:extLst>
            </p:cNvPr>
            <p:cNvSpPr/>
            <p:nvPr/>
          </p:nvSpPr>
          <p:spPr>
            <a:xfrm>
              <a:off x="6675335" y="1170310"/>
              <a:ext cx="37643" cy="30894"/>
            </a:xfrm>
            <a:custGeom>
              <a:avLst/>
              <a:gdLst/>
              <a:ahLst/>
              <a:cxnLst/>
              <a:rect l="l" t="t" r="r" b="b"/>
              <a:pathLst>
                <a:path w="290" h="238" extrusionOk="0">
                  <a:moveTo>
                    <a:pt x="128" y="0"/>
                  </a:moveTo>
                  <a:cubicBezTo>
                    <a:pt x="52" y="0"/>
                    <a:pt x="1" y="85"/>
                    <a:pt x="17" y="169"/>
                  </a:cubicBezTo>
                  <a:cubicBezTo>
                    <a:pt x="36" y="188"/>
                    <a:pt x="55" y="208"/>
                    <a:pt x="94" y="227"/>
                  </a:cubicBezTo>
                  <a:cubicBezTo>
                    <a:pt x="110" y="234"/>
                    <a:pt x="127" y="237"/>
                    <a:pt x="143" y="237"/>
                  </a:cubicBezTo>
                  <a:cubicBezTo>
                    <a:pt x="224" y="237"/>
                    <a:pt x="289" y="153"/>
                    <a:pt x="257" y="68"/>
                  </a:cubicBezTo>
                  <a:cubicBezTo>
                    <a:pt x="238" y="49"/>
                    <a:pt x="214" y="11"/>
                    <a:pt x="176" y="11"/>
                  </a:cubicBezTo>
                  <a:cubicBezTo>
                    <a:pt x="159" y="4"/>
                    <a:pt x="143" y="0"/>
                    <a:pt x="1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2165;p60">
              <a:extLst>
                <a:ext uri="{FF2B5EF4-FFF2-40B4-BE49-F238E27FC236}">
                  <a16:creationId xmlns:a16="http://schemas.microsoft.com/office/drawing/2014/main" id="{D3914EB2-3039-D78F-DE3F-6DC0210667C4}"/>
                </a:ext>
              </a:extLst>
            </p:cNvPr>
            <p:cNvSpPr/>
            <p:nvPr/>
          </p:nvSpPr>
          <p:spPr>
            <a:xfrm>
              <a:off x="6781777" y="1429924"/>
              <a:ext cx="38163" cy="32841"/>
            </a:xfrm>
            <a:custGeom>
              <a:avLst/>
              <a:gdLst/>
              <a:ahLst/>
              <a:cxnLst/>
              <a:rect l="l" t="t" r="r" b="b"/>
              <a:pathLst>
                <a:path w="294" h="253" extrusionOk="0">
                  <a:moveTo>
                    <a:pt x="152" y="1"/>
                  </a:moveTo>
                  <a:cubicBezTo>
                    <a:pt x="69" y="1"/>
                    <a:pt x="1" y="87"/>
                    <a:pt x="38" y="172"/>
                  </a:cubicBezTo>
                  <a:cubicBezTo>
                    <a:pt x="38" y="211"/>
                    <a:pt x="76" y="230"/>
                    <a:pt x="95" y="249"/>
                  </a:cubicBezTo>
                  <a:cubicBezTo>
                    <a:pt x="106" y="251"/>
                    <a:pt x="116" y="252"/>
                    <a:pt x="127" y="252"/>
                  </a:cubicBezTo>
                  <a:cubicBezTo>
                    <a:pt x="216" y="252"/>
                    <a:pt x="293" y="181"/>
                    <a:pt x="259" y="91"/>
                  </a:cubicBezTo>
                  <a:cubicBezTo>
                    <a:pt x="259" y="52"/>
                    <a:pt x="215" y="28"/>
                    <a:pt x="196" y="9"/>
                  </a:cubicBezTo>
                  <a:cubicBezTo>
                    <a:pt x="181" y="3"/>
                    <a:pt x="166" y="1"/>
                    <a:pt x="1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2166;p60">
              <a:extLst>
                <a:ext uri="{FF2B5EF4-FFF2-40B4-BE49-F238E27FC236}">
                  <a16:creationId xmlns:a16="http://schemas.microsoft.com/office/drawing/2014/main" id="{BA6CCE2D-B3C8-FE39-55BD-F204083BA3BE}"/>
                </a:ext>
              </a:extLst>
            </p:cNvPr>
            <p:cNvSpPr/>
            <p:nvPr/>
          </p:nvSpPr>
          <p:spPr>
            <a:xfrm>
              <a:off x="6831364" y="1287915"/>
              <a:ext cx="37514" cy="32711"/>
            </a:xfrm>
            <a:custGeom>
              <a:avLst/>
              <a:gdLst/>
              <a:ahLst/>
              <a:cxnLst/>
              <a:rect l="l" t="t" r="r" b="b"/>
              <a:pathLst>
                <a:path w="289" h="252" extrusionOk="0">
                  <a:moveTo>
                    <a:pt x="145" y="0"/>
                  </a:moveTo>
                  <a:cubicBezTo>
                    <a:pt x="60" y="0"/>
                    <a:pt x="1" y="75"/>
                    <a:pt x="35" y="161"/>
                  </a:cubicBezTo>
                  <a:cubicBezTo>
                    <a:pt x="35" y="205"/>
                    <a:pt x="54" y="224"/>
                    <a:pt x="93" y="243"/>
                  </a:cubicBezTo>
                  <a:cubicBezTo>
                    <a:pt x="108" y="249"/>
                    <a:pt x="124" y="252"/>
                    <a:pt x="139" y="252"/>
                  </a:cubicBezTo>
                  <a:cubicBezTo>
                    <a:pt x="222" y="252"/>
                    <a:pt x="289" y="170"/>
                    <a:pt x="256" y="85"/>
                  </a:cubicBezTo>
                  <a:cubicBezTo>
                    <a:pt x="237" y="41"/>
                    <a:pt x="213" y="22"/>
                    <a:pt x="175" y="3"/>
                  </a:cubicBezTo>
                  <a:cubicBezTo>
                    <a:pt x="165" y="1"/>
                    <a:pt x="155" y="0"/>
                    <a:pt x="14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2167;p60">
              <a:extLst>
                <a:ext uri="{FF2B5EF4-FFF2-40B4-BE49-F238E27FC236}">
                  <a16:creationId xmlns:a16="http://schemas.microsoft.com/office/drawing/2014/main" id="{54D4B28C-48B4-FE92-54F5-9CF99F6328BC}"/>
                </a:ext>
              </a:extLst>
            </p:cNvPr>
            <p:cNvSpPr/>
            <p:nvPr/>
          </p:nvSpPr>
          <p:spPr>
            <a:xfrm>
              <a:off x="6812672" y="1321535"/>
              <a:ext cx="38163" cy="32970"/>
            </a:xfrm>
            <a:custGeom>
              <a:avLst/>
              <a:gdLst/>
              <a:ahLst/>
              <a:cxnLst/>
              <a:rect l="l" t="t" r="r" b="b"/>
              <a:pathLst>
                <a:path w="294" h="254" extrusionOk="0">
                  <a:moveTo>
                    <a:pt x="169" y="1"/>
                  </a:moveTo>
                  <a:cubicBezTo>
                    <a:pt x="79" y="1"/>
                    <a:pt x="1" y="76"/>
                    <a:pt x="40" y="167"/>
                  </a:cubicBezTo>
                  <a:cubicBezTo>
                    <a:pt x="40" y="205"/>
                    <a:pt x="78" y="224"/>
                    <a:pt x="98" y="244"/>
                  </a:cubicBezTo>
                  <a:cubicBezTo>
                    <a:pt x="114" y="251"/>
                    <a:pt x="131" y="254"/>
                    <a:pt x="146" y="254"/>
                  </a:cubicBezTo>
                  <a:cubicBezTo>
                    <a:pt x="228" y="254"/>
                    <a:pt x="293" y="169"/>
                    <a:pt x="261" y="85"/>
                  </a:cubicBezTo>
                  <a:cubicBezTo>
                    <a:pt x="261" y="47"/>
                    <a:pt x="218" y="23"/>
                    <a:pt x="198" y="3"/>
                  </a:cubicBezTo>
                  <a:cubicBezTo>
                    <a:pt x="188" y="1"/>
                    <a:pt x="178" y="1"/>
                    <a:pt x="1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2168;p60">
              <a:extLst>
                <a:ext uri="{FF2B5EF4-FFF2-40B4-BE49-F238E27FC236}">
                  <a16:creationId xmlns:a16="http://schemas.microsoft.com/office/drawing/2014/main" id="{49B3F9FE-5FD4-EBE6-C9E8-4190416DA737}"/>
                </a:ext>
              </a:extLst>
            </p:cNvPr>
            <p:cNvSpPr/>
            <p:nvPr/>
          </p:nvSpPr>
          <p:spPr>
            <a:xfrm>
              <a:off x="6878484" y="1066334"/>
              <a:ext cx="37254" cy="31023"/>
            </a:xfrm>
            <a:custGeom>
              <a:avLst/>
              <a:gdLst/>
              <a:ahLst/>
              <a:cxnLst/>
              <a:rect l="l" t="t" r="r" b="b"/>
              <a:pathLst>
                <a:path w="287" h="239" extrusionOk="0">
                  <a:moveTo>
                    <a:pt x="145" y="1"/>
                  </a:moveTo>
                  <a:cubicBezTo>
                    <a:pt x="64" y="1"/>
                    <a:pt x="0" y="83"/>
                    <a:pt x="33" y="168"/>
                  </a:cubicBezTo>
                  <a:cubicBezTo>
                    <a:pt x="33" y="187"/>
                    <a:pt x="71" y="230"/>
                    <a:pt x="90" y="230"/>
                  </a:cubicBezTo>
                  <a:cubicBezTo>
                    <a:pt x="105" y="236"/>
                    <a:pt x="120" y="239"/>
                    <a:pt x="135" y="239"/>
                  </a:cubicBezTo>
                  <a:cubicBezTo>
                    <a:pt x="218" y="239"/>
                    <a:pt x="286" y="153"/>
                    <a:pt x="254" y="67"/>
                  </a:cubicBezTo>
                  <a:cubicBezTo>
                    <a:pt x="254" y="48"/>
                    <a:pt x="210" y="9"/>
                    <a:pt x="191" y="9"/>
                  </a:cubicBezTo>
                  <a:cubicBezTo>
                    <a:pt x="176" y="3"/>
                    <a:pt x="160" y="1"/>
                    <a:pt x="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2169;p60">
              <a:extLst>
                <a:ext uri="{FF2B5EF4-FFF2-40B4-BE49-F238E27FC236}">
                  <a16:creationId xmlns:a16="http://schemas.microsoft.com/office/drawing/2014/main" id="{04C3C16F-50C6-E376-DAB6-92785EEDAB67}"/>
                </a:ext>
              </a:extLst>
            </p:cNvPr>
            <p:cNvSpPr/>
            <p:nvPr/>
          </p:nvSpPr>
          <p:spPr>
            <a:xfrm>
              <a:off x="6815268" y="900960"/>
              <a:ext cx="31283" cy="31283"/>
            </a:xfrm>
            <a:custGeom>
              <a:avLst/>
              <a:gdLst/>
              <a:ahLst/>
              <a:cxnLst/>
              <a:rect l="l" t="t" r="r" b="b"/>
              <a:pathLst>
                <a:path w="241" h="241" extrusionOk="0">
                  <a:moveTo>
                    <a:pt x="121" y="1"/>
                  </a:moveTo>
                  <a:cubicBezTo>
                    <a:pt x="39" y="1"/>
                    <a:pt x="1" y="63"/>
                    <a:pt x="1" y="121"/>
                  </a:cubicBezTo>
                  <a:cubicBezTo>
                    <a:pt x="1" y="183"/>
                    <a:pt x="39" y="241"/>
                    <a:pt x="121" y="241"/>
                  </a:cubicBezTo>
                  <a:cubicBezTo>
                    <a:pt x="178" y="241"/>
                    <a:pt x="241" y="183"/>
                    <a:pt x="241" y="121"/>
                  </a:cubicBezTo>
                  <a:cubicBezTo>
                    <a:pt x="241" y="63"/>
                    <a:pt x="178" y="1"/>
                    <a:pt x="1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2170;p60">
              <a:extLst>
                <a:ext uri="{FF2B5EF4-FFF2-40B4-BE49-F238E27FC236}">
                  <a16:creationId xmlns:a16="http://schemas.microsoft.com/office/drawing/2014/main" id="{B3EDFA8B-E4A6-CD7E-E340-CCEF59900024}"/>
                </a:ext>
              </a:extLst>
            </p:cNvPr>
            <p:cNvSpPr/>
            <p:nvPr/>
          </p:nvSpPr>
          <p:spPr>
            <a:xfrm>
              <a:off x="6779571" y="1170050"/>
              <a:ext cx="37384" cy="31153"/>
            </a:xfrm>
            <a:custGeom>
              <a:avLst/>
              <a:gdLst/>
              <a:ahLst/>
              <a:cxnLst/>
              <a:rect l="l" t="t" r="r" b="b"/>
              <a:pathLst>
                <a:path w="288" h="240" extrusionOk="0">
                  <a:moveTo>
                    <a:pt x="138" y="1"/>
                  </a:moveTo>
                  <a:cubicBezTo>
                    <a:pt x="60" y="1"/>
                    <a:pt x="0" y="70"/>
                    <a:pt x="36" y="152"/>
                  </a:cubicBezTo>
                  <a:cubicBezTo>
                    <a:pt x="36" y="190"/>
                    <a:pt x="74" y="210"/>
                    <a:pt x="93" y="229"/>
                  </a:cubicBezTo>
                  <a:cubicBezTo>
                    <a:pt x="110" y="236"/>
                    <a:pt x="126" y="239"/>
                    <a:pt x="142" y="239"/>
                  </a:cubicBezTo>
                  <a:cubicBezTo>
                    <a:pt x="223" y="239"/>
                    <a:pt x="288" y="155"/>
                    <a:pt x="252" y="70"/>
                  </a:cubicBezTo>
                  <a:cubicBezTo>
                    <a:pt x="252" y="32"/>
                    <a:pt x="213" y="13"/>
                    <a:pt x="194" y="13"/>
                  </a:cubicBezTo>
                  <a:cubicBezTo>
                    <a:pt x="175" y="4"/>
                    <a:pt x="156" y="1"/>
                    <a:pt x="13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2171;p60">
              <a:extLst>
                <a:ext uri="{FF2B5EF4-FFF2-40B4-BE49-F238E27FC236}">
                  <a16:creationId xmlns:a16="http://schemas.microsoft.com/office/drawing/2014/main" id="{374AF8C6-AC34-E62B-30DB-BA8C55CC0531}"/>
                </a:ext>
              </a:extLst>
            </p:cNvPr>
            <p:cNvSpPr/>
            <p:nvPr/>
          </p:nvSpPr>
          <p:spPr>
            <a:xfrm>
              <a:off x="6862518" y="1152526"/>
              <a:ext cx="37514" cy="32970"/>
            </a:xfrm>
            <a:custGeom>
              <a:avLst/>
              <a:gdLst/>
              <a:ahLst/>
              <a:cxnLst/>
              <a:rect l="l" t="t" r="r" b="b"/>
              <a:pathLst>
                <a:path w="289" h="254" extrusionOk="0">
                  <a:moveTo>
                    <a:pt x="164" y="1"/>
                  </a:moveTo>
                  <a:cubicBezTo>
                    <a:pt x="75" y="1"/>
                    <a:pt x="1" y="76"/>
                    <a:pt x="35" y="167"/>
                  </a:cubicBezTo>
                  <a:cubicBezTo>
                    <a:pt x="35" y="205"/>
                    <a:pt x="74" y="224"/>
                    <a:pt x="93" y="244"/>
                  </a:cubicBezTo>
                  <a:cubicBezTo>
                    <a:pt x="110" y="251"/>
                    <a:pt x="126" y="254"/>
                    <a:pt x="142" y="254"/>
                  </a:cubicBezTo>
                  <a:cubicBezTo>
                    <a:pt x="223" y="254"/>
                    <a:pt x="289" y="170"/>
                    <a:pt x="256" y="85"/>
                  </a:cubicBezTo>
                  <a:cubicBezTo>
                    <a:pt x="256" y="47"/>
                    <a:pt x="213" y="27"/>
                    <a:pt x="194" y="3"/>
                  </a:cubicBezTo>
                  <a:cubicBezTo>
                    <a:pt x="184" y="2"/>
                    <a:pt x="174" y="1"/>
                    <a:pt x="1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2172;p60">
              <a:extLst>
                <a:ext uri="{FF2B5EF4-FFF2-40B4-BE49-F238E27FC236}">
                  <a16:creationId xmlns:a16="http://schemas.microsoft.com/office/drawing/2014/main" id="{6EE10284-6486-6A77-AD15-B03FDA6354E5}"/>
                </a:ext>
              </a:extLst>
            </p:cNvPr>
            <p:cNvSpPr/>
            <p:nvPr/>
          </p:nvSpPr>
          <p:spPr>
            <a:xfrm>
              <a:off x="6641585" y="1320626"/>
              <a:ext cx="40240" cy="31153"/>
            </a:xfrm>
            <a:custGeom>
              <a:avLst/>
              <a:gdLst/>
              <a:ahLst/>
              <a:cxnLst/>
              <a:rect l="l" t="t" r="r" b="b"/>
              <a:pathLst>
                <a:path w="310" h="240" extrusionOk="0">
                  <a:moveTo>
                    <a:pt x="145" y="1"/>
                  </a:moveTo>
                  <a:cubicBezTo>
                    <a:pt x="64" y="1"/>
                    <a:pt x="1" y="74"/>
                    <a:pt x="37" y="174"/>
                  </a:cubicBezTo>
                  <a:cubicBezTo>
                    <a:pt x="56" y="193"/>
                    <a:pt x="75" y="212"/>
                    <a:pt x="114" y="231"/>
                  </a:cubicBezTo>
                  <a:cubicBezTo>
                    <a:pt x="129" y="237"/>
                    <a:pt x="145" y="240"/>
                    <a:pt x="160" y="240"/>
                  </a:cubicBezTo>
                  <a:cubicBezTo>
                    <a:pt x="242" y="240"/>
                    <a:pt x="310" y="158"/>
                    <a:pt x="277" y="73"/>
                  </a:cubicBezTo>
                  <a:cubicBezTo>
                    <a:pt x="258" y="30"/>
                    <a:pt x="234" y="10"/>
                    <a:pt x="195" y="10"/>
                  </a:cubicBezTo>
                  <a:cubicBezTo>
                    <a:pt x="178" y="4"/>
                    <a:pt x="161" y="1"/>
                    <a:pt x="14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2173;p60">
              <a:extLst>
                <a:ext uri="{FF2B5EF4-FFF2-40B4-BE49-F238E27FC236}">
                  <a16:creationId xmlns:a16="http://schemas.microsoft.com/office/drawing/2014/main" id="{89F1EEE6-59F9-CEA8-9FC7-94F00585D02F}"/>
                </a:ext>
              </a:extLst>
            </p:cNvPr>
            <p:cNvSpPr/>
            <p:nvPr/>
          </p:nvSpPr>
          <p:spPr>
            <a:xfrm>
              <a:off x="6763734" y="1510404"/>
              <a:ext cx="37903" cy="32970"/>
            </a:xfrm>
            <a:custGeom>
              <a:avLst/>
              <a:gdLst/>
              <a:ahLst/>
              <a:cxnLst/>
              <a:rect l="l" t="t" r="r" b="b"/>
              <a:pathLst>
                <a:path w="292" h="254" extrusionOk="0">
                  <a:moveTo>
                    <a:pt x="151" y="0"/>
                  </a:moveTo>
                  <a:cubicBezTo>
                    <a:pt x="68" y="0"/>
                    <a:pt x="1" y="86"/>
                    <a:pt x="37" y="172"/>
                  </a:cubicBezTo>
                  <a:cubicBezTo>
                    <a:pt x="37" y="211"/>
                    <a:pt x="76" y="230"/>
                    <a:pt x="95" y="249"/>
                  </a:cubicBezTo>
                  <a:cubicBezTo>
                    <a:pt x="107" y="252"/>
                    <a:pt x="119" y="253"/>
                    <a:pt x="131" y="253"/>
                  </a:cubicBezTo>
                  <a:cubicBezTo>
                    <a:pt x="218" y="253"/>
                    <a:pt x="292" y="179"/>
                    <a:pt x="254" y="90"/>
                  </a:cubicBezTo>
                  <a:cubicBezTo>
                    <a:pt x="254" y="52"/>
                    <a:pt x="215" y="33"/>
                    <a:pt x="196" y="9"/>
                  </a:cubicBezTo>
                  <a:cubicBezTo>
                    <a:pt x="181" y="3"/>
                    <a:pt x="166" y="0"/>
                    <a:pt x="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2174;p60">
              <a:extLst>
                <a:ext uri="{FF2B5EF4-FFF2-40B4-BE49-F238E27FC236}">
                  <a16:creationId xmlns:a16="http://schemas.microsoft.com/office/drawing/2014/main" id="{4B7197B4-C9E1-5751-399E-103EA001CF3A}"/>
                </a:ext>
              </a:extLst>
            </p:cNvPr>
            <p:cNvSpPr/>
            <p:nvPr/>
          </p:nvSpPr>
          <p:spPr>
            <a:xfrm>
              <a:off x="6675335" y="1591274"/>
              <a:ext cx="37903" cy="32970"/>
            </a:xfrm>
            <a:custGeom>
              <a:avLst/>
              <a:gdLst/>
              <a:ahLst/>
              <a:cxnLst/>
              <a:rect l="l" t="t" r="r" b="b"/>
              <a:pathLst>
                <a:path w="292" h="254" extrusionOk="0">
                  <a:moveTo>
                    <a:pt x="128" y="0"/>
                  </a:moveTo>
                  <a:cubicBezTo>
                    <a:pt x="52" y="0"/>
                    <a:pt x="1" y="84"/>
                    <a:pt x="17" y="169"/>
                  </a:cubicBezTo>
                  <a:cubicBezTo>
                    <a:pt x="36" y="207"/>
                    <a:pt x="55" y="226"/>
                    <a:pt x="94" y="251"/>
                  </a:cubicBezTo>
                  <a:cubicBezTo>
                    <a:pt x="104" y="252"/>
                    <a:pt x="114" y="253"/>
                    <a:pt x="124" y="253"/>
                  </a:cubicBezTo>
                  <a:cubicBezTo>
                    <a:pt x="213" y="253"/>
                    <a:pt x="292" y="178"/>
                    <a:pt x="257" y="87"/>
                  </a:cubicBezTo>
                  <a:cubicBezTo>
                    <a:pt x="238" y="49"/>
                    <a:pt x="214" y="30"/>
                    <a:pt x="176" y="10"/>
                  </a:cubicBezTo>
                  <a:cubicBezTo>
                    <a:pt x="159" y="3"/>
                    <a:pt x="143" y="0"/>
                    <a:pt x="1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2175;p60">
              <a:extLst>
                <a:ext uri="{FF2B5EF4-FFF2-40B4-BE49-F238E27FC236}">
                  <a16:creationId xmlns:a16="http://schemas.microsoft.com/office/drawing/2014/main" id="{51F34F3E-89B0-49A6-A71D-4708EE54BD13}"/>
                </a:ext>
              </a:extLst>
            </p:cNvPr>
            <p:cNvSpPr/>
            <p:nvPr/>
          </p:nvSpPr>
          <p:spPr>
            <a:xfrm>
              <a:off x="6207250" y="2101416"/>
              <a:ext cx="65032" cy="39461"/>
            </a:xfrm>
            <a:custGeom>
              <a:avLst/>
              <a:gdLst/>
              <a:ahLst/>
              <a:cxnLst/>
              <a:rect l="l" t="t" r="r" b="b"/>
              <a:pathLst>
                <a:path w="501" h="304" extrusionOk="0">
                  <a:moveTo>
                    <a:pt x="260" y="0"/>
                  </a:moveTo>
                  <a:lnTo>
                    <a:pt x="1" y="140"/>
                  </a:lnTo>
                  <a:lnTo>
                    <a:pt x="260" y="303"/>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2176;p60">
              <a:extLst>
                <a:ext uri="{FF2B5EF4-FFF2-40B4-BE49-F238E27FC236}">
                  <a16:creationId xmlns:a16="http://schemas.microsoft.com/office/drawing/2014/main" id="{EA110FA4-F997-6A6B-6042-DA3F5818CB70}"/>
                </a:ext>
              </a:extLst>
            </p:cNvPr>
            <p:cNvSpPr/>
            <p:nvPr/>
          </p:nvSpPr>
          <p:spPr>
            <a:xfrm>
              <a:off x="6207250" y="2119460"/>
              <a:ext cx="33879" cy="65681"/>
            </a:xfrm>
            <a:custGeom>
              <a:avLst/>
              <a:gdLst/>
              <a:ahLst/>
              <a:cxnLst/>
              <a:rect l="l" t="t" r="r" b="b"/>
              <a:pathLst>
                <a:path w="261" h="506" extrusionOk="0">
                  <a:moveTo>
                    <a:pt x="1" y="1"/>
                  </a:moveTo>
                  <a:lnTo>
                    <a:pt x="1" y="361"/>
                  </a:lnTo>
                  <a:lnTo>
                    <a:pt x="260" y="505"/>
                  </a:lnTo>
                  <a:lnTo>
                    <a:pt x="260" y="164"/>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2177;p60">
              <a:extLst>
                <a:ext uri="{FF2B5EF4-FFF2-40B4-BE49-F238E27FC236}">
                  <a16:creationId xmlns:a16="http://schemas.microsoft.com/office/drawing/2014/main" id="{D4C48AA4-3127-946C-1B6A-F90F2FDAE61F}"/>
                </a:ext>
              </a:extLst>
            </p:cNvPr>
            <p:cNvSpPr/>
            <p:nvPr/>
          </p:nvSpPr>
          <p:spPr>
            <a:xfrm>
              <a:off x="6241000" y="2119460"/>
              <a:ext cx="31283" cy="65681"/>
            </a:xfrm>
            <a:custGeom>
              <a:avLst/>
              <a:gdLst/>
              <a:ahLst/>
              <a:cxnLst/>
              <a:rect l="l" t="t" r="r" b="b"/>
              <a:pathLst>
                <a:path w="241" h="506" extrusionOk="0">
                  <a:moveTo>
                    <a:pt x="240" y="1"/>
                  </a:moveTo>
                  <a:lnTo>
                    <a:pt x="0" y="164"/>
                  </a:lnTo>
                  <a:lnTo>
                    <a:pt x="0" y="505"/>
                  </a:lnTo>
                  <a:lnTo>
                    <a:pt x="240" y="361"/>
                  </a:lnTo>
                  <a:lnTo>
                    <a:pt x="24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2178;p60">
              <a:extLst>
                <a:ext uri="{FF2B5EF4-FFF2-40B4-BE49-F238E27FC236}">
                  <a16:creationId xmlns:a16="http://schemas.microsoft.com/office/drawing/2014/main" id="{9CCBFFB3-D0BE-85C0-355C-52AEFC57259F}"/>
                </a:ext>
              </a:extLst>
            </p:cNvPr>
            <p:cNvSpPr/>
            <p:nvPr/>
          </p:nvSpPr>
          <p:spPr>
            <a:xfrm>
              <a:off x="6537220" y="2125041"/>
              <a:ext cx="64903" cy="36345"/>
            </a:xfrm>
            <a:custGeom>
              <a:avLst/>
              <a:gdLst/>
              <a:ahLst/>
              <a:cxnLst/>
              <a:rect l="l" t="t" r="r" b="b"/>
              <a:pathLst>
                <a:path w="500" h="280" extrusionOk="0">
                  <a:moveTo>
                    <a:pt x="260" y="1"/>
                  </a:moveTo>
                  <a:lnTo>
                    <a:pt x="0" y="140"/>
                  </a:lnTo>
                  <a:lnTo>
                    <a:pt x="260" y="280"/>
                  </a:lnTo>
                  <a:lnTo>
                    <a:pt x="500" y="140"/>
                  </a:lnTo>
                  <a:lnTo>
                    <a:pt x="26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2179;p60">
              <a:extLst>
                <a:ext uri="{FF2B5EF4-FFF2-40B4-BE49-F238E27FC236}">
                  <a16:creationId xmlns:a16="http://schemas.microsoft.com/office/drawing/2014/main" id="{9417A408-E752-530C-0F72-0656B9642763}"/>
                </a:ext>
              </a:extLst>
            </p:cNvPr>
            <p:cNvSpPr/>
            <p:nvPr/>
          </p:nvSpPr>
          <p:spPr>
            <a:xfrm>
              <a:off x="6537220" y="2143214"/>
              <a:ext cx="33749" cy="64903"/>
            </a:xfrm>
            <a:custGeom>
              <a:avLst/>
              <a:gdLst/>
              <a:ahLst/>
              <a:cxnLst/>
              <a:rect l="l" t="t" r="r" b="b"/>
              <a:pathLst>
                <a:path w="260" h="500" extrusionOk="0">
                  <a:moveTo>
                    <a:pt x="0" y="0"/>
                  </a:moveTo>
                  <a:lnTo>
                    <a:pt x="0" y="361"/>
                  </a:lnTo>
                  <a:lnTo>
                    <a:pt x="260" y="500"/>
                  </a:lnTo>
                  <a:lnTo>
                    <a:pt x="260" y="140"/>
                  </a:lnTo>
                  <a:lnTo>
                    <a:pt x="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2180;p60">
              <a:extLst>
                <a:ext uri="{FF2B5EF4-FFF2-40B4-BE49-F238E27FC236}">
                  <a16:creationId xmlns:a16="http://schemas.microsoft.com/office/drawing/2014/main" id="{4098F29C-2B8B-5E35-B5D3-3928C0816688}"/>
                </a:ext>
              </a:extLst>
            </p:cNvPr>
            <p:cNvSpPr/>
            <p:nvPr/>
          </p:nvSpPr>
          <p:spPr>
            <a:xfrm>
              <a:off x="6570840" y="2143214"/>
              <a:ext cx="31283" cy="64903"/>
            </a:xfrm>
            <a:custGeom>
              <a:avLst/>
              <a:gdLst/>
              <a:ahLst/>
              <a:cxnLst/>
              <a:rect l="l" t="t" r="r" b="b"/>
              <a:pathLst>
                <a:path w="241" h="500" extrusionOk="0">
                  <a:moveTo>
                    <a:pt x="241" y="0"/>
                  </a:moveTo>
                  <a:lnTo>
                    <a:pt x="1" y="140"/>
                  </a:lnTo>
                  <a:lnTo>
                    <a:pt x="1" y="500"/>
                  </a:lnTo>
                  <a:lnTo>
                    <a:pt x="241" y="361"/>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2181;p60">
              <a:extLst>
                <a:ext uri="{FF2B5EF4-FFF2-40B4-BE49-F238E27FC236}">
                  <a16:creationId xmlns:a16="http://schemas.microsoft.com/office/drawing/2014/main" id="{EDE086B8-A720-C3BD-5681-1A2C6639B6AB}"/>
                </a:ext>
              </a:extLst>
            </p:cNvPr>
            <p:cNvSpPr/>
            <p:nvPr/>
          </p:nvSpPr>
          <p:spPr>
            <a:xfrm>
              <a:off x="6370677" y="1576995"/>
              <a:ext cx="65032" cy="38812"/>
            </a:xfrm>
            <a:custGeom>
              <a:avLst/>
              <a:gdLst/>
              <a:ahLst/>
              <a:cxnLst/>
              <a:rect l="l" t="t" r="r" b="b"/>
              <a:pathLst>
                <a:path w="501" h="299" extrusionOk="0">
                  <a:moveTo>
                    <a:pt x="260" y="0"/>
                  </a:moveTo>
                  <a:lnTo>
                    <a:pt x="0" y="140"/>
                  </a:lnTo>
                  <a:lnTo>
                    <a:pt x="260" y="298"/>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2182;p60">
              <a:extLst>
                <a:ext uri="{FF2B5EF4-FFF2-40B4-BE49-F238E27FC236}">
                  <a16:creationId xmlns:a16="http://schemas.microsoft.com/office/drawing/2014/main" id="{D640CAE2-6613-EFC7-BB12-7F2D230ABD2F}"/>
                </a:ext>
              </a:extLst>
            </p:cNvPr>
            <p:cNvSpPr/>
            <p:nvPr/>
          </p:nvSpPr>
          <p:spPr>
            <a:xfrm>
              <a:off x="6370677" y="1595039"/>
              <a:ext cx="33749" cy="67499"/>
            </a:xfrm>
            <a:custGeom>
              <a:avLst/>
              <a:gdLst/>
              <a:ahLst/>
              <a:cxnLst/>
              <a:rect l="l" t="t" r="r" b="b"/>
              <a:pathLst>
                <a:path w="260" h="520" extrusionOk="0">
                  <a:moveTo>
                    <a:pt x="0" y="1"/>
                  </a:moveTo>
                  <a:lnTo>
                    <a:pt x="0" y="361"/>
                  </a:lnTo>
                  <a:lnTo>
                    <a:pt x="260" y="519"/>
                  </a:lnTo>
                  <a:lnTo>
                    <a:pt x="260" y="159"/>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2183;p60">
              <a:extLst>
                <a:ext uri="{FF2B5EF4-FFF2-40B4-BE49-F238E27FC236}">
                  <a16:creationId xmlns:a16="http://schemas.microsoft.com/office/drawing/2014/main" id="{801D69D4-CA60-1266-661E-F5D1F9F3CF93}"/>
                </a:ext>
              </a:extLst>
            </p:cNvPr>
            <p:cNvSpPr/>
            <p:nvPr/>
          </p:nvSpPr>
          <p:spPr>
            <a:xfrm>
              <a:off x="6404298" y="1595039"/>
              <a:ext cx="31413" cy="67499"/>
            </a:xfrm>
            <a:custGeom>
              <a:avLst/>
              <a:gdLst/>
              <a:ahLst/>
              <a:cxnLst/>
              <a:rect l="l" t="t" r="r" b="b"/>
              <a:pathLst>
                <a:path w="242" h="520" extrusionOk="0">
                  <a:moveTo>
                    <a:pt x="241" y="1"/>
                  </a:moveTo>
                  <a:lnTo>
                    <a:pt x="1" y="159"/>
                  </a:lnTo>
                  <a:lnTo>
                    <a:pt x="1" y="519"/>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2184;p60">
              <a:extLst>
                <a:ext uri="{FF2B5EF4-FFF2-40B4-BE49-F238E27FC236}">
                  <a16:creationId xmlns:a16="http://schemas.microsoft.com/office/drawing/2014/main" id="{F44FB743-1FAE-53E9-FCC9-7C236C5E95B6}"/>
                </a:ext>
              </a:extLst>
            </p:cNvPr>
            <p:cNvSpPr/>
            <p:nvPr/>
          </p:nvSpPr>
          <p:spPr>
            <a:xfrm>
              <a:off x="5944779" y="2007826"/>
              <a:ext cx="62436" cy="36994"/>
            </a:xfrm>
            <a:custGeom>
              <a:avLst/>
              <a:gdLst/>
              <a:ahLst/>
              <a:cxnLst/>
              <a:rect l="l" t="t" r="r" b="b"/>
              <a:pathLst>
                <a:path w="481" h="285" extrusionOk="0">
                  <a:moveTo>
                    <a:pt x="240" y="1"/>
                  </a:moveTo>
                  <a:lnTo>
                    <a:pt x="0" y="140"/>
                  </a:lnTo>
                  <a:lnTo>
                    <a:pt x="240" y="284"/>
                  </a:lnTo>
                  <a:lnTo>
                    <a:pt x="481" y="140"/>
                  </a:lnTo>
                  <a:lnTo>
                    <a:pt x="24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2185;p60">
              <a:extLst>
                <a:ext uri="{FF2B5EF4-FFF2-40B4-BE49-F238E27FC236}">
                  <a16:creationId xmlns:a16="http://schemas.microsoft.com/office/drawing/2014/main" id="{6A96FBA4-AAE2-A54E-A6DA-CBF9832E2EAD}"/>
                </a:ext>
              </a:extLst>
            </p:cNvPr>
            <p:cNvSpPr/>
            <p:nvPr/>
          </p:nvSpPr>
          <p:spPr>
            <a:xfrm>
              <a:off x="5944779" y="2025999"/>
              <a:ext cx="31283" cy="65552"/>
            </a:xfrm>
            <a:custGeom>
              <a:avLst/>
              <a:gdLst/>
              <a:ahLst/>
              <a:cxnLst/>
              <a:rect l="l" t="t" r="r" b="b"/>
              <a:pathLst>
                <a:path w="241" h="505" extrusionOk="0">
                  <a:moveTo>
                    <a:pt x="0" y="0"/>
                  </a:moveTo>
                  <a:lnTo>
                    <a:pt x="0" y="360"/>
                  </a:lnTo>
                  <a:lnTo>
                    <a:pt x="240" y="505"/>
                  </a:lnTo>
                  <a:lnTo>
                    <a:pt x="240" y="144"/>
                  </a:lnTo>
                  <a:lnTo>
                    <a:pt x="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2186;p60">
              <a:extLst>
                <a:ext uri="{FF2B5EF4-FFF2-40B4-BE49-F238E27FC236}">
                  <a16:creationId xmlns:a16="http://schemas.microsoft.com/office/drawing/2014/main" id="{1B61393F-82E7-1997-529E-E8FA079C0811}"/>
                </a:ext>
              </a:extLst>
            </p:cNvPr>
            <p:cNvSpPr/>
            <p:nvPr/>
          </p:nvSpPr>
          <p:spPr>
            <a:xfrm>
              <a:off x="5975933" y="2025999"/>
              <a:ext cx="31283" cy="65552"/>
            </a:xfrm>
            <a:custGeom>
              <a:avLst/>
              <a:gdLst/>
              <a:ahLst/>
              <a:cxnLst/>
              <a:rect l="l" t="t" r="r" b="b"/>
              <a:pathLst>
                <a:path w="241" h="505" extrusionOk="0">
                  <a:moveTo>
                    <a:pt x="241" y="0"/>
                  </a:moveTo>
                  <a:lnTo>
                    <a:pt x="0" y="144"/>
                  </a:lnTo>
                  <a:lnTo>
                    <a:pt x="0" y="505"/>
                  </a:lnTo>
                  <a:lnTo>
                    <a:pt x="241" y="36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2187;p60">
              <a:extLst>
                <a:ext uri="{FF2B5EF4-FFF2-40B4-BE49-F238E27FC236}">
                  <a16:creationId xmlns:a16="http://schemas.microsoft.com/office/drawing/2014/main" id="{5A494A28-68D8-BB3B-6F0C-BD2EC5FF8BD5}"/>
                </a:ext>
              </a:extLst>
            </p:cNvPr>
            <p:cNvSpPr/>
            <p:nvPr/>
          </p:nvSpPr>
          <p:spPr>
            <a:xfrm>
              <a:off x="7168214" y="2174368"/>
              <a:ext cx="65032" cy="36345"/>
            </a:xfrm>
            <a:custGeom>
              <a:avLst/>
              <a:gdLst/>
              <a:ahLst/>
              <a:cxnLst/>
              <a:rect l="l" t="t" r="r" b="b"/>
              <a:pathLst>
                <a:path w="501" h="280" extrusionOk="0">
                  <a:moveTo>
                    <a:pt x="260" y="0"/>
                  </a:moveTo>
                  <a:lnTo>
                    <a:pt x="1" y="140"/>
                  </a:lnTo>
                  <a:lnTo>
                    <a:pt x="260" y="279"/>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2188;p60">
              <a:extLst>
                <a:ext uri="{FF2B5EF4-FFF2-40B4-BE49-F238E27FC236}">
                  <a16:creationId xmlns:a16="http://schemas.microsoft.com/office/drawing/2014/main" id="{99BFE1DC-3D8C-E5EA-9BB8-CE1D16FB4EC3}"/>
                </a:ext>
              </a:extLst>
            </p:cNvPr>
            <p:cNvSpPr/>
            <p:nvPr/>
          </p:nvSpPr>
          <p:spPr>
            <a:xfrm>
              <a:off x="7168214" y="2192411"/>
              <a:ext cx="33879" cy="65032"/>
            </a:xfrm>
            <a:custGeom>
              <a:avLst/>
              <a:gdLst/>
              <a:ahLst/>
              <a:cxnLst/>
              <a:rect l="l" t="t" r="r" b="b"/>
              <a:pathLst>
                <a:path w="261" h="501" extrusionOk="0">
                  <a:moveTo>
                    <a:pt x="1" y="1"/>
                  </a:moveTo>
                  <a:lnTo>
                    <a:pt x="1" y="361"/>
                  </a:lnTo>
                  <a:lnTo>
                    <a:pt x="260" y="500"/>
                  </a:lnTo>
                  <a:lnTo>
                    <a:pt x="260" y="140"/>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2189;p60">
              <a:extLst>
                <a:ext uri="{FF2B5EF4-FFF2-40B4-BE49-F238E27FC236}">
                  <a16:creationId xmlns:a16="http://schemas.microsoft.com/office/drawing/2014/main" id="{D2CFED1B-D189-C4BD-FF7E-FDFEA032152F}"/>
                </a:ext>
              </a:extLst>
            </p:cNvPr>
            <p:cNvSpPr/>
            <p:nvPr/>
          </p:nvSpPr>
          <p:spPr>
            <a:xfrm>
              <a:off x="7201964" y="2192411"/>
              <a:ext cx="31283" cy="65032"/>
            </a:xfrm>
            <a:custGeom>
              <a:avLst/>
              <a:gdLst/>
              <a:ahLst/>
              <a:cxnLst/>
              <a:rect l="l" t="t" r="r" b="b"/>
              <a:pathLst>
                <a:path w="241" h="501" extrusionOk="0">
                  <a:moveTo>
                    <a:pt x="240" y="1"/>
                  </a:moveTo>
                  <a:lnTo>
                    <a:pt x="0" y="140"/>
                  </a:lnTo>
                  <a:lnTo>
                    <a:pt x="0" y="500"/>
                  </a:lnTo>
                  <a:lnTo>
                    <a:pt x="240" y="361"/>
                  </a:lnTo>
                  <a:lnTo>
                    <a:pt x="24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2190;p60">
              <a:extLst>
                <a:ext uri="{FF2B5EF4-FFF2-40B4-BE49-F238E27FC236}">
                  <a16:creationId xmlns:a16="http://schemas.microsoft.com/office/drawing/2014/main" id="{FC38CC1F-2F39-130E-F317-DC05FF0E4CAB}"/>
                </a:ext>
              </a:extLst>
            </p:cNvPr>
            <p:cNvSpPr/>
            <p:nvPr/>
          </p:nvSpPr>
          <p:spPr>
            <a:xfrm>
              <a:off x="7407709" y="2085840"/>
              <a:ext cx="65032" cy="39331"/>
            </a:xfrm>
            <a:custGeom>
              <a:avLst/>
              <a:gdLst/>
              <a:ahLst/>
              <a:cxnLst/>
              <a:rect l="l" t="t" r="r" b="b"/>
              <a:pathLst>
                <a:path w="501" h="303" extrusionOk="0">
                  <a:moveTo>
                    <a:pt x="241" y="0"/>
                  </a:moveTo>
                  <a:lnTo>
                    <a:pt x="1" y="140"/>
                  </a:lnTo>
                  <a:lnTo>
                    <a:pt x="241" y="303"/>
                  </a:lnTo>
                  <a:lnTo>
                    <a:pt x="500" y="14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2191;p60">
              <a:extLst>
                <a:ext uri="{FF2B5EF4-FFF2-40B4-BE49-F238E27FC236}">
                  <a16:creationId xmlns:a16="http://schemas.microsoft.com/office/drawing/2014/main" id="{E7B4F643-226D-660F-DA6A-27F9D9AC9D14}"/>
                </a:ext>
              </a:extLst>
            </p:cNvPr>
            <p:cNvSpPr/>
            <p:nvPr/>
          </p:nvSpPr>
          <p:spPr>
            <a:xfrm>
              <a:off x="7407709" y="2103883"/>
              <a:ext cx="31283" cy="65681"/>
            </a:xfrm>
            <a:custGeom>
              <a:avLst/>
              <a:gdLst/>
              <a:ahLst/>
              <a:cxnLst/>
              <a:rect l="l" t="t" r="r" b="b"/>
              <a:pathLst>
                <a:path w="241" h="506" extrusionOk="0">
                  <a:moveTo>
                    <a:pt x="1" y="1"/>
                  </a:moveTo>
                  <a:lnTo>
                    <a:pt x="1" y="361"/>
                  </a:lnTo>
                  <a:lnTo>
                    <a:pt x="241" y="505"/>
                  </a:lnTo>
                  <a:lnTo>
                    <a:pt x="241" y="164"/>
                  </a:lnTo>
                  <a:lnTo>
                    <a:pt x="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2192;p60">
              <a:extLst>
                <a:ext uri="{FF2B5EF4-FFF2-40B4-BE49-F238E27FC236}">
                  <a16:creationId xmlns:a16="http://schemas.microsoft.com/office/drawing/2014/main" id="{9522AECF-53B7-C9CC-2DEF-E2479FD40E25}"/>
                </a:ext>
              </a:extLst>
            </p:cNvPr>
            <p:cNvSpPr/>
            <p:nvPr/>
          </p:nvSpPr>
          <p:spPr>
            <a:xfrm>
              <a:off x="7438863" y="2103883"/>
              <a:ext cx="33879" cy="65681"/>
            </a:xfrm>
            <a:custGeom>
              <a:avLst/>
              <a:gdLst/>
              <a:ahLst/>
              <a:cxnLst/>
              <a:rect l="l" t="t" r="r" b="b"/>
              <a:pathLst>
                <a:path w="261" h="506" extrusionOk="0">
                  <a:moveTo>
                    <a:pt x="260" y="1"/>
                  </a:moveTo>
                  <a:lnTo>
                    <a:pt x="1" y="164"/>
                  </a:lnTo>
                  <a:lnTo>
                    <a:pt x="1" y="505"/>
                  </a:lnTo>
                  <a:lnTo>
                    <a:pt x="260" y="361"/>
                  </a:lnTo>
                  <a:lnTo>
                    <a:pt x="26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2193;p60">
              <a:extLst>
                <a:ext uri="{FF2B5EF4-FFF2-40B4-BE49-F238E27FC236}">
                  <a16:creationId xmlns:a16="http://schemas.microsoft.com/office/drawing/2014/main" id="{68961E7E-16E3-1D9E-772D-0E89F2D65C2B}"/>
                </a:ext>
              </a:extLst>
            </p:cNvPr>
            <p:cNvSpPr/>
            <p:nvPr/>
          </p:nvSpPr>
          <p:spPr>
            <a:xfrm>
              <a:off x="7306070" y="1924879"/>
              <a:ext cx="62436" cy="36345"/>
            </a:xfrm>
            <a:custGeom>
              <a:avLst/>
              <a:gdLst/>
              <a:ahLst/>
              <a:cxnLst/>
              <a:rect l="l" t="t" r="r" b="b"/>
              <a:pathLst>
                <a:path w="481" h="280" extrusionOk="0">
                  <a:moveTo>
                    <a:pt x="241" y="1"/>
                  </a:moveTo>
                  <a:lnTo>
                    <a:pt x="1" y="140"/>
                  </a:lnTo>
                  <a:lnTo>
                    <a:pt x="241" y="279"/>
                  </a:lnTo>
                  <a:lnTo>
                    <a:pt x="481" y="140"/>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2194;p60">
              <a:extLst>
                <a:ext uri="{FF2B5EF4-FFF2-40B4-BE49-F238E27FC236}">
                  <a16:creationId xmlns:a16="http://schemas.microsoft.com/office/drawing/2014/main" id="{8C5F5153-1DE6-BB75-74BE-0DE276655BF8}"/>
                </a:ext>
              </a:extLst>
            </p:cNvPr>
            <p:cNvSpPr/>
            <p:nvPr/>
          </p:nvSpPr>
          <p:spPr>
            <a:xfrm>
              <a:off x="7306070" y="1943052"/>
              <a:ext cx="31283" cy="64903"/>
            </a:xfrm>
            <a:custGeom>
              <a:avLst/>
              <a:gdLst/>
              <a:ahLst/>
              <a:cxnLst/>
              <a:rect l="l" t="t" r="r" b="b"/>
              <a:pathLst>
                <a:path w="241" h="500" extrusionOk="0">
                  <a:moveTo>
                    <a:pt x="1" y="0"/>
                  </a:moveTo>
                  <a:lnTo>
                    <a:pt x="1" y="360"/>
                  </a:lnTo>
                  <a:lnTo>
                    <a:pt x="241" y="500"/>
                  </a:lnTo>
                  <a:lnTo>
                    <a:pt x="241" y="139"/>
                  </a:lnTo>
                  <a:lnTo>
                    <a:pt x="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2195;p60">
              <a:extLst>
                <a:ext uri="{FF2B5EF4-FFF2-40B4-BE49-F238E27FC236}">
                  <a16:creationId xmlns:a16="http://schemas.microsoft.com/office/drawing/2014/main" id="{C9415C88-C74A-947F-8CD0-081A8A44E984}"/>
                </a:ext>
              </a:extLst>
            </p:cNvPr>
            <p:cNvSpPr/>
            <p:nvPr/>
          </p:nvSpPr>
          <p:spPr>
            <a:xfrm>
              <a:off x="7337223" y="1943052"/>
              <a:ext cx="31283" cy="64903"/>
            </a:xfrm>
            <a:custGeom>
              <a:avLst/>
              <a:gdLst/>
              <a:ahLst/>
              <a:cxnLst/>
              <a:rect l="l" t="t" r="r" b="b"/>
              <a:pathLst>
                <a:path w="241" h="500" extrusionOk="0">
                  <a:moveTo>
                    <a:pt x="241" y="0"/>
                  </a:moveTo>
                  <a:lnTo>
                    <a:pt x="1" y="139"/>
                  </a:lnTo>
                  <a:lnTo>
                    <a:pt x="1" y="500"/>
                  </a:lnTo>
                  <a:lnTo>
                    <a:pt x="241" y="36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2196;p60">
              <a:extLst>
                <a:ext uri="{FF2B5EF4-FFF2-40B4-BE49-F238E27FC236}">
                  <a16:creationId xmlns:a16="http://schemas.microsoft.com/office/drawing/2014/main" id="{7240F0C4-9614-4DF7-4CB8-13674852C09D}"/>
                </a:ext>
              </a:extLst>
            </p:cNvPr>
            <p:cNvSpPr/>
            <p:nvPr/>
          </p:nvSpPr>
          <p:spPr>
            <a:xfrm>
              <a:off x="7186387" y="1265199"/>
              <a:ext cx="65552" cy="38812"/>
            </a:xfrm>
            <a:custGeom>
              <a:avLst/>
              <a:gdLst/>
              <a:ahLst/>
              <a:cxnLst/>
              <a:rect l="l" t="t" r="r" b="b"/>
              <a:pathLst>
                <a:path w="505" h="299" extrusionOk="0">
                  <a:moveTo>
                    <a:pt x="264" y="0"/>
                  </a:moveTo>
                  <a:lnTo>
                    <a:pt x="0" y="159"/>
                  </a:lnTo>
                  <a:lnTo>
                    <a:pt x="264" y="298"/>
                  </a:lnTo>
                  <a:lnTo>
                    <a:pt x="505" y="159"/>
                  </a:lnTo>
                  <a:lnTo>
                    <a:pt x="264"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2197;p60">
              <a:extLst>
                <a:ext uri="{FF2B5EF4-FFF2-40B4-BE49-F238E27FC236}">
                  <a16:creationId xmlns:a16="http://schemas.microsoft.com/office/drawing/2014/main" id="{F6736F4A-F14E-D486-7B16-057034F2D365}"/>
                </a:ext>
              </a:extLst>
            </p:cNvPr>
            <p:cNvSpPr/>
            <p:nvPr/>
          </p:nvSpPr>
          <p:spPr>
            <a:xfrm>
              <a:off x="7186387" y="1285708"/>
              <a:ext cx="34398" cy="65032"/>
            </a:xfrm>
            <a:custGeom>
              <a:avLst/>
              <a:gdLst/>
              <a:ahLst/>
              <a:cxnLst/>
              <a:rect l="l" t="t" r="r" b="b"/>
              <a:pathLst>
                <a:path w="265" h="501" extrusionOk="0">
                  <a:moveTo>
                    <a:pt x="0" y="1"/>
                  </a:moveTo>
                  <a:lnTo>
                    <a:pt x="0" y="361"/>
                  </a:lnTo>
                  <a:lnTo>
                    <a:pt x="264" y="500"/>
                  </a:lnTo>
                  <a:lnTo>
                    <a:pt x="264" y="140"/>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2198;p60">
              <a:extLst>
                <a:ext uri="{FF2B5EF4-FFF2-40B4-BE49-F238E27FC236}">
                  <a16:creationId xmlns:a16="http://schemas.microsoft.com/office/drawing/2014/main" id="{C38265CF-1188-37A2-96A3-51A8084CDD27}"/>
                </a:ext>
              </a:extLst>
            </p:cNvPr>
            <p:cNvSpPr/>
            <p:nvPr/>
          </p:nvSpPr>
          <p:spPr>
            <a:xfrm>
              <a:off x="7220656" y="1285708"/>
              <a:ext cx="31283" cy="65032"/>
            </a:xfrm>
            <a:custGeom>
              <a:avLst/>
              <a:gdLst/>
              <a:ahLst/>
              <a:cxnLst/>
              <a:rect l="l" t="t" r="r" b="b"/>
              <a:pathLst>
                <a:path w="241" h="501" extrusionOk="0">
                  <a:moveTo>
                    <a:pt x="241" y="1"/>
                  </a:moveTo>
                  <a:lnTo>
                    <a:pt x="0" y="140"/>
                  </a:lnTo>
                  <a:lnTo>
                    <a:pt x="0" y="500"/>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2199;p60">
              <a:extLst>
                <a:ext uri="{FF2B5EF4-FFF2-40B4-BE49-F238E27FC236}">
                  <a16:creationId xmlns:a16="http://schemas.microsoft.com/office/drawing/2014/main" id="{9D737FA3-25A4-5ED1-540B-F10E60C0C6D8}"/>
                </a:ext>
              </a:extLst>
            </p:cNvPr>
            <p:cNvSpPr/>
            <p:nvPr/>
          </p:nvSpPr>
          <p:spPr>
            <a:xfrm>
              <a:off x="6581485" y="3015422"/>
              <a:ext cx="64902" cy="36865"/>
            </a:xfrm>
            <a:custGeom>
              <a:avLst/>
              <a:gdLst/>
              <a:ahLst/>
              <a:cxnLst/>
              <a:rect l="l" t="t" r="r" b="b"/>
              <a:pathLst>
                <a:path w="500" h="284" extrusionOk="0">
                  <a:moveTo>
                    <a:pt x="260" y="0"/>
                  </a:moveTo>
                  <a:lnTo>
                    <a:pt x="0" y="139"/>
                  </a:lnTo>
                  <a:lnTo>
                    <a:pt x="260" y="284"/>
                  </a:lnTo>
                  <a:lnTo>
                    <a:pt x="500" y="139"/>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2200;p60">
              <a:extLst>
                <a:ext uri="{FF2B5EF4-FFF2-40B4-BE49-F238E27FC236}">
                  <a16:creationId xmlns:a16="http://schemas.microsoft.com/office/drawing/2014/main" id="{EB88563D-20EB-B161-F054-C31883AA1381}"/>
                </a:ext>
              </a:extLst>
            </p:cNvPr>
            <p:cNvSpPr/>
            <p:nvPr/>
          </p:nvSpPr>
          <p:spPr>
            <a:xfrm>
              <a:off x="6581485" y="3033466"/>
              <a:ext cx="33749" cy="65552"/>
            </a:xfrm>
            <a:custGeom>
              <a:avLst/>
              <a:gdLst/>
              <a:ahLst/>
              <a:cxnLst/>
              <a:rect l="l" t="t" r="r" b="b"/>
              <a:pathLst>
                <a:path w="260" h="505" extrusionOk="0">
                  <a:moveTo>
                    <a:pt x="0" y="0"/>
                  </a:moveTo>
                  <a:lnTo>
                    <a:pt x="0" y="361"/>
                  </a:lnTo>
                  <a:lnTo>
                    <a:pt x="260" y="505"/>
                  </a:lnTo>
                  <a:lnTo>
                    <a:pt x="260" y="145"/>
                  </a:lnTo>
                  <a:lnTo>
                    <a:pt x="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2201;p60">
              <a:extLst>
                <a:ext uri="{FF2B5EF4-FFF2-40B4-BE49-F238E27FC236}">
                  <a16:creationId xmlns:a16="http://schemas.microsoft.com/office/drawing/2014/main" id="{ADA122FE-F8FE-4727-BBC7-504AFA0AFE68}"/>
                </a:ext>
              </a:extLst>
            </p:cNvPr>
            <p:cNvSpPr/>
            <p:nvPr/>
          </p:nvSpPr>
          <p:spPr>
            <a:xfrm>
              <a:off x="6615105" y="3033466"/>
              <a:ext cx="31283" cy="65552"/>
            </a:xfrm>
            <a:custGeom>
              <a:avLst/>
              <a:gdLst/>
              <a:ahLst/>
              <a:cxnLst/>
              <a:rect l="l" t="t" r="r" b="b"/>
              <a:pathLst>
                <a:path w="241" h="505" extrusionOk="0">
                  <a:moveTo>
                    <a:pt x="241" y="0"/>
                  </a:moveTo>
                  <a:lnTo>
                    <a:pt x="1" y="145"/>
                  </a:lnTo>
                  <a:lnTo>
                    <a:pt x="1" y="505"/>
                  </a:lnTo>
                  <a:lnTo>
                    <a:pt x="241" y="361"/>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2202;p60">
              <a:extLst>
                <a:ext uri="{FF2B5EF4-FFF2-40B4-BE49-F238E27FC236}">
                  <a16:creationId xmlns:a16="http://schemas.microsoft.com/office/drawing/2014/main" id="{A5DC6778-1928-6646-4D38-DB0B279E495C}"/>
                </a:ext>
              </a:extLst>
            </p:cNvPr>
            <p:cNvSpPr/>
            <p:nvPr/>
          </p:nvSpPr>
          <p:spPr>
            <a:xfrm>
              <a:off x="6880171" y="3046576"/>
              <a:ext cx="64902" cy="36865"/>
            </a:xfrm>
            <a:custGeom>
              <a:avLst/>
              <a:gdLst/>
              <a:ahLst/>
              <a:cxnLst/>
              <a:rect l="l" t="t" r="r" b="b"/>
              <a:pathLst>
                <a:path w="500" h="284" extrusionOk="0">
                  <a:moveTo>
                    <a:pt x="260" y="0"/>
                  </a:moveTo>
                  <a:lnTo>
                    <a:pt x="0" y="140"/>
                  </a:lnTo>
                  <a:lnTo>
                    <a:pt x="260" y="284"/>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2203;p60">
              <a:extLst>
                <a:ext uri="{FF2B5EF4-FFF2-40B4-BE49-F238E27FC236}">
                  <a16:creationId xmlns:a16="http://schemas.microsoft.com/office/drawing/2014/main" id="{32035C0F-6FC1-3483-806B-BD4AAF2B8A2D}"/>
                </a:ext>
              </a:extLst>
            </p:cNvPr>
            <p:cNvSpPr/>
            <p:nvPr/>
          </p:nvSpPr>
          <p:spPr>
            <a:xfrm>
              <a:off x="6880171" y="3064619"/>
              <a:ext cx="33749" cy="65681"/>
            </a:xfrm>
            <a:custGeom>
              <a:avLst/>
              <a:gdLst/>
              <a:ahLst/>
              <a:cxnLst/>
              <a:rect l="l" t="t" r="r" b="b"/>
              <a:pathLst>
                <a:path w="260" h="506" extrusionOk="0">
                  <a:moveTo>
                    <a:pt x="0" y="1"/>
                  </a:moveTo>
                  <a:lnTo>
                    <a:pt x="0" y="361"/>
                  </a:lnTo>
                  <a:lnTo>
                    <a:pt x="260" y="505"/>
                  </a:lnTo>
                  <a:lnTo>
                    <a:pt x="260" y="145"/>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2204;p60">
              <a:extLst>
                <a:ext uri="{FF2B5EF4-FFF2-40B4-BE49-F238E27FC236}">
                  <a16:creationId xmlns:a16="http://schemas.microsoft.com/office/drawing/2014/main" id="{C4C1E39F-251F-3A15-2519-239804118751}"/>
                </a:ext>
              </a:extLst>
            </p:cNvPr>
            <p:cNvSpPr/>
            <p:nvPr/>
          </p:nvSpPr>
          <p:spPr>
            <a:xfrm>
              <a:off x="6913792" y="3064619"/>
              <a:ext cx="31283" cy="65681"/>
            </a:xfrm>
            <a:custGeom>
              <a:avLst/>
              <a:gdLst/>
              <a:ahLst/>
              <a:cxnLst/>
              <a:rect l="l" t="t" r="r" b="b"/>
              <a:pathLst>
                <a:path w="241" h="506" extrusionOk="0">
                  <a:moveTo>
                    <a:pt x="241" y="1"/>
                  </a:moveTo>
                  <a:lnTo>
                    <a:pt x="1" y="145"/>
                  </a:lnTo>
                  <a:lnTo>
                    <a:pt x="1" y="505"/>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2205;p60">
              <a:extLst>
                <a:ext uri="{FF2B5EF4-FFF2-40B4-BE49-F238E27FC236}">
                  <a16:creationId xmlns:a16="http://schemas.microsoft.com/office/drawing/2014/main" id="{7FDD1E54-92B1-2447-188F-DD4A22E0F185}"/>
                </a:ext>
              </a:extLst>
            </p:cNvPr>
            <p:cNvSpPr/>
            <p:nvPr/>
          </p:nvSpPr>
          <p:spPr>
            <a:xfrm>
              <a:off x="6357567" y="2771515"/>
              <a:ext cx="62436" cy="36345"/>
            </a:xfrm>
            <a:custGeom>
              <a:avLst/>
              <a:gdLst/>
              <a:ahLst/>
              <a:cxnLst/>
              <a:rect l="l" t="t" r="r" b="b"/>
              <a:pathLst>
                <a:path w="481" h="280" extrusionOk="0">
                  <a:moveTo>
                    <a:pt x="241" y="1"/>
                  </a:moveTo>
                  <a:lnTo>
                    <a:pt x="1" y="140"/>
                  </a:lnTo>
                  <a:lnTo>
                    <a:pt x="241" y="279"/>
                  </a:lnTo>
                  <a:lnTo>
                    <a:pt x="481" y="140"/>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2206;p60">
              <a:extLst>
                <a:ext uri="{FF2B5EF4-FFF2-40B4-BE49-F238E27FC236}">
                  <a16:creationId xmlns:a16="http://schemas.microsoft.com/office/drawing/2014/main" id="{5EA6D10D-B6B0-9FBA-A3CF-C20A34738828}"/>
                </a:ext>
              </a:extLst>
            </p:cNvPr>
            <p:cNvSpPr/>
            <p:nvPr/>
          </p:nvSpPr>
          <p:spPr>
            <a:xfrm>
              <a:off x="6357567" y="2789688"/>
              <a:ext cx="31283" cy="64903"/>
            </a:xfrm>
            <a:custGeom>
              <a:avLst/>
              <a:gdLst/>
              <a:ahLst/>
              <a:cxnLst/>
              <a:rect l="l" t="t" r="r" b="b"/>
              <a:pathLst>
                <a:path w="241" h="500" extrusionOk="0">
                  <a:moveTo>
                    <a:pt x="1" y="0"/>
                  </a:moveTo>
                  <a:lnTo>
                    <a:pt x="1" y="360"/>
                  </a:lnTo>
                  <a:lnTo>
                    <a:pt x="241" y="500"/>
                  </a:lnTo>
                  <a:lnTo>
                    <a:pt x="241" y="139"/>
                  </a:lnTo>
                  <a:lnTo>
                    <a:pt x="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2207;p60">
              <a:extLst>
                <a:ext uri="{FF2B5EF4-FFF2-40B4-BE49-F238E27FC236}">
                  <a16:creationId xmlns:a16="http://schemas.microsoft.com/office/drawing/2014/main" id="{17B2C9CF-973C-684F-2D0A-718ACD9CCBED}"/>
                </a:ext>
              </a:extLst>
            </p:cNvPr>
            <p:cNvSpPr/>
            <p:nvPr/>
          </p:nvSpPr>
          <p:spPr>
            <a:xfrm>
              <a:off x="6388721" y="2789688"/>
              <a:ext cx="31283" cy="64903"/>
            </a:xfrm>
            <a:custGeom>
              <a:avLst/>
              <a:gdLst/>
              <a:ahLst/>
              <a:cxnLst/>
              <a:rect l="l" t="t" r="r" b="b"/>
              <a:pathLst>
                <a:path w="241" h="500" extrusionOk="0">
                  <a:moveTo>
                    <a:pt x="241" y="0"/>
                  </a:moveTo>
                  <a:lnTo>
                    <a:pt x="1" y="139"/>
                  </a:lnTo>
                  <a:lnTo>
                    <a:pt x="1" y="500"/>
                  </a:lnTo>
                  <a:lnTo>
                    <a:pt x="241" y="360"/>
                  </a:lnTo>
                  <a:lnTo>
                    <a:pt x="241"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2208;p60">
              <a:extLst>
                <a:ext uri="{FF2B5EF4-FFF2-40B4-BE49-F238E27FC236}">
                  <a16:creationId xmlns:a16="http://schemas.microsoft.com/office/drawing/2014/main" id="{8475E7E8-B1DD-5FC2-7883-836C1782EB14}"/>
                </a:ext>
              </a:extLst>
            </p:cNvPr>
            <p:cNvSpPr/>
            <p:nvPr/>
          </p:nvSpPr>
          <p:spPr>
            <a:xfrm>
              <a:off x="7020493" y="2807731"/>
              <a:ext cx="64902" cy="36345"/>
            </a:xfrm>
            <a:custGeom>
              <a:avLst/>
              <a:gdLst/>
              <a:ahLst/>
              <a:cxnLst/>
              <a:rect l="l" t="t" r="r" b="b"/>
              <a:pathLst>
                <a:path w="500" h="280" extrusionOk="0">
                  <a:moveTo>
                    <a:pt x="260" y="0"/>
                  </a:moveTo>
                  <a:lnTo>
                    <a:pt x="0" y="140"/>
                  </a:lnTo>
                  <a:lnTo>
                    <a:pt x="260" y="279"/>
                  </a:lnTo>
                  <a:lnTo>
                    <a:pt x="500" y="140"/>
                  </a:lnTo>
                  <a:lnTo>
                    <a:pt x="260" y="0"/>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2209;p60">
              <a:extLst>
                <a:ext uri="{FF2B5EF4-FFF2-40B4-BE49-F238E27FC236}">
                  <a16:creationId xmlns:a16="http://schemas.microsoft.com/office/drawing/2014/main" id="{B215CE12-B925-94B0-1554-40C03BC65D7A}"/>
                </a:ext>
              </a:extLst>
            </p:cNvPr>
            <p:cNvSpPr/>
            <p:nvPr/>
          </p:nvSpPr>
          <p:spPr>
            <a:xfrm>
              <a:off x="7020493" y="2825774"/>
              <a:ext cx="33749" cy="65032"/>
            </a:xfrm>
            <a:custGeom>
              <a:avLst/>
              <a:gdLst/>
              <a:ahLst/>
              <a:cxnLst/>
              <a:rect l="l" t="t" r="r" b="b"/>
              <a:pathLst>
                <a:path w="260" h="501" extrusionOk="0">
                  <a:moveTo>
                    <a:pt x="0" y="1"/>
                  </a:moveTo>
                  <a:lnTo>
                    <a:pt x="0" y="361"/>
                  </a:lnTo>
                  <a:lnTo>
                    <a:pt x="260" y="500"/>
                  </a:lnTo>
                  <a:lnTo>
                    <a:pt x="260" y="140"/>
                  </a:lnTo>
                  <a:lnTo>
                    <a:pt x="0"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2210;p60">
              <a:extLst>
                <a:ext uri="{FF2B5EF4-FFF2-40B4-BE49-F238E27FC236}">
                  <a16:creationId xmlns:a16="http://schemas.microsoft.com/office/drawing/2014/main" id="{1F5CE357-CAEE-D352-D436-983D8C12C0A4}"/>
                </a:ext>
              </a:extLst>
            </p:cNvPr>
            <p:cNvSpPr/>
            <p:nvPr/>
          </p:nvSpPr>
          <p:spPr>
            <a:xfrm>
              <a:off x="7054113" y="2825774"/>
              <a:ext cx="31283" cy="65032"/>
            </a:xfrm>
            <a:custGeom>
              <a:avLst/>
              <a:gdLst/>
              <a:ahLst/>
              <a:cxnLst/>
              <a:rect l="l" t="t" r="r" b="b"/>
              <a:pathLst>
                <a:path w="241" h="501" extrusionOk="0">
                  <a:moveTo>
                    <a:pt x="241" y="1"/>
                  </a:moveTo>
                  <a:lnTo>
                    <a:pt x="1" y="140"/>
                  </a:lnTo>
                  <a:lnTo>
                    <a:pt x="1" y="500"/>
                  </a:lnTo>
                  <a:lnTo>
                    <a:pt x="241" y="361"/>
                  </a:lnTo>
                  <a:lnTo>
                    <a:pt x="241" y="1"/>
                  </a:lnTo>
                  <a:close/>
                </a:path>
              </a:pathLst>
            </a:custGeom>
            <a:gradFill>
              <a:gsLst>
                <a:gs pos="0">
                  <a:srgbClr val="00B5E8"/>
                </a:gs>
                <a:gs pos="100000">
                  <a:srgbClr val="951B8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2211;p60">
              <a:extLst>
                <a:ext uri="{FF2B5EF4-FFF2-40B4-BE49-F238E27FC236}">
                  <a16:creationId xmlns:a16="http://schemas.microsoft.com/office/drawing/2014/main" id="{2B25A74F-E51B-3EF4-1F3F-1DBAD9FCE4DE}"/>
                </a:ext>
              </a:extLst>
            </p:cNvPr>
            <p:cNvSpPr/>
            <p:nvPr/>
          </p:nvSpPr>
          <p:spPr>
            <a:xfrm>
              <a:off x="6687407" y="3470007"/>
              <a:ext cx="215996" cy="91123"/>
            </a:xfrm>
            <a:custGeom>
              <a:avLst/>
              <a:gdLst/>
              <a:ahLst/>
              <a:cxnLst/>
              <a:rect l="l" t="t" r="r" b="b"/>
              <a:pathLst>
                <a:path w="1664" h="702" extrusionOk="0">
                  <a:moveTo>
                    <a:pt x="1" y="0"/>
                  </a:moveTo>
                  <a:lnTo>
                    <a:pt x="1" y="144"/>
                  </a:lnTo>
                  <a:cubicBezTo>
                    <a:pt x="1" y="442"/>
                    <a:pt x="385" y="682"/>
                    <a:pt x="842" y="702"/>
                  </a:cubicBezTo>
                  <a:cubicBezTo>
                    <a:pt x="1303" y="702"/>
                    <a:pt x="1663" y="461"/>
                    <a:pt x="1663" y="183"/>
                  </a:cubicBezTo>
                  <a:lnTo>
                    <a:pt x="1663" y="44"/>
                  </a:lnTo>
                  <a:lnTo>
                    <a:pt x="1"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2212;p60">
              <a:extLst>
                <a:ext uri="{FF2B5EF4-FFF2-40B4-BE49-F238E27FC236}">
                  <a16:creationId xmlns:a16="http://schemas.microsoft.com/office/drawing/2014/main" id="{78464220-89BA-7AA2-5C0B-474693777555}"/>
                </a:ext>
              </a:extLst>
            </p:cNvPr>
            <p:cNvSpPr/>
            <p:nvPr/>
          </p:nvSpPr>
          <p:spPr>
            <a:xfrm>
              <a:off x="6687407" y="3404974"/>
              <a:ext cx="215996" cy="138113"/>
            </a:xfrm>
            <a:custGeom>
              <a:avLst/>
              <a:gdLst/>
              <a:ahLst/>
              <a:cxnLst/>
              <a:rect l="l" t="t" r="r" b="b"/>
              <a:pathLst>
                <a:path w="1664" h="1064" extrusionOk="0">
                  <a:moveTo>
                    <a:pt x="790" y="1"/>
                  </a:moveTo>
                  <a:cubicBezTo>
                    <a:pt x="357" y="1"/>
                    <a:pt x="1" y="234"/>
                    <a:pt x="1" y="525"/>
                  </a:cubicBezTo>
                  <a:cubicBezTo>
                    <a:pt x="1" y="804"/>
                    <a:pt x="361" y="1044"/>
                    <a:pt x="822" y="1063"/>
                  </a:cubicBezTo>
                  <a:cubicBezTo>
                    <a:pt x="1284" y="1063"/>
                    <a:pt x="1663" y="823"/>
                    <a:pt x="1663" y="545"/>
                  </a:cubicBezTo>
                  <a:cubicBezTo>
                    <a:pt x="1663" y="242"/>
                    <a:pt x="1303" y="2"/>
                    <a:pt x="842" y="2"/>
                  </a:cubicBezTo>
                  <a:cubicBezTo>
                    <a:pt x="824" y="1"/>
                    <a:pt x="807" y="1"/>
                    <a:pt x="790" y="1"/>
                  </a:cubicBezTo>
                  <a:close/>
                </a:path>
              </a:pathLst>
            </a:custGeom>
            <a:gradFill>
              <a:gsLst>
                <a:gs pos="0">
                  <a:srgbClr val="1501A9"/>
                </a:gs>
                <a:gs pos="100000">
                  <a:srgbClr val="17163E"/>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2213;p60">
              <a:extLst>
                <a:ext uri="{FF2B5EF4-FFF2-40B4-BE49-F238E27FC236}">
                  <a16:creationId xmlns:a16="http://schemas.microsoft.com/office/drawing/2014/main" id="{FBF1C1FF-6FE8-8FCF-6297-57F29FFC1184}"/>
                </a:ext>
              </a:extLst>
            </p:cNvPr>
            <p:cNvSpPr/>
            <p:nvPr/>
          </p:nvSpPr>
          <p:spPr>
            <a:xfrm>
              <a:off x="6694675" y="2880683"/>
              <a:ext cx="205352" cy="654866"/>
            </a:xfrm>
            <a:custGeom>
              <a:avLst/>
              <a:gdLst/>
              <a:ahLst/>
              <a:cxnLst/>
              <a:rect l="l" t="t" r="r" b="b"/>
              <a:pathLst>
                <a:path w="1582" h="5045" extrusionOk="0">
                  <a:moveTo>
                    <a:pt x="1" y="0"/>
                  </a:moveTo>
                  <a:lnTo>
                    <a:pt x="1" y="4521"/>
                  </a:lnTo>
                  <a:cubicBezTo>
                    <a:pt x="1" y="4805"/>
                    <a:pt x="361" y="5021"/>
                    <a:pt x="798" y="5045"/>
                  </a:cubicBezTo>
                  <a:cubicBezTo>
                    <a:pt x="1221" y="5045"/>
                    <a:pt x="1581" y="4824"/>
                    <a:pt x="1581" y="4540"/>
                  </a:cubicBezTo>
                  <a:lnTo>
                    <a:pt x="1581" y="39"/>
                  </a:lnTo>
                  <a:lnTo>
                    <a:pt x="1" y="0"/>
                  </a:lnTo>
                  <a:close/>
                </a:path>
              </a:pathLst>
            </a:custGeom>
            <a:gradFill>
              <a:gsLst>
                <a:gs pos="0">
                  <a:srgbClr val="FFFFFF">
                    <a:alpha val="75294"/>
                  </a:srgbClr>
                </a:gs>
                <a:gs pos="50000">
                  <a:srgbClr val="FFFFFF">
                    <a:alpha val="29019"/>
                  </a:srgbClr>
                </a:gs>
                <a:gs pos="100000">
                  <a:srgbClr val="FFFFFF">
                    <a:alpha val="0"/>
                  </a:srgbClr>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2214;p60">
              <a:extLst>
                <a:ext uri="{FF2B5EF4-FFF2-40B4-BE49-F238E27FC236}">
                  <a16:creationId xmlns:a16="http://schemas.microsoft.com/office/drawing/2014/main" id="{868492F8-41A2-5FE5-91FB-CE14CBAD829A}"/>
                </a:ext>
              </a:extLst>
            </p:cNvPr>
            <p:cNvSpPr/>
            <p:nvPr/>
          </p:nvSpPr>
          <p:spPr>
            <a:xfrm>
              <a:off x="6796576" y="3286070"/>
              <a:ext cx="15706" cy="15706"/>
            </a:xfrm>
            <a:custGeom>
              <a:avLst/>
              <a:gdLst/>
              <a:ahLst/>
              <a:cxnLst/>
              <a:rect l="l" t="t" r="r" b="b"/>
              <a:pathLst>
                <a:path w="121" h="121" extrusionOk="0">
                  <a:moveTo>
                    <a:pt x="63" y="0"/>
                  </a:moveTo>
                  <a:cubicBezTo>
                    <a:pt x="44" y="0"/>
                    <a:pt x="1" y="19"/>
                    <a:pt x="1" y="58"/>
                  </a:cubicBezTo>
                  <a:cubicBezTo>
                    <a:pt x="1" y="77"/>
                    <a:pt x="44" y="120"/>
                    <a:pt x="63" y="120"/>
                  </a:cubicBezTo>
                  <a:cubicBezTo>
                    <a:pt x="101" y="120"/>
                    <a:pt x="121" y="77"/>
                    <a:pt x="121" y="58"/>
                  </a:cubicBezTo>
                  <a:cubicBezTo>
                    <a:pt x="121" y="1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2215;p60">
              <a:extLst>
                <a:ext uri="{FF2B5EF4-FFF2-40B4-BE49-F238E27FC236}">
                  <a16:creationId xmlns:a16="http://schemas.microsoft.com/office/drawing/2014/main" id="{34E2E7C9-622B-DF54-67CA-AB59A33863E8}"/>
                </a:ext>
              </a:extLst>
            </p:cNvPr>
            <p:cNvSpPr/>
            <p:nvPr/>
          </p:nvSpPr>
          <p:spPr>
            <a:xfrm>
              <a:off x="6820330" y="3335267"/>
              <a:ext cx="15706" cy="13240"/>
            </a:xfrm>
            <a:custGeom>
              <a:avLst/>
              <a:gdLst/>
              <a:ahLst/>
              <a:cxnLst/>
              <a:rect l="l" t="t" r="r" b="b"/>
              <a:pathLst>
                <a:path w="121" h="102" extrusionOk="0">
                  <a:moveTo>
                    <a:pt x="58" y="1"/>
                  </a:moveTo>
                  <a:cubicBezTo>
                    <a:pt x="39" y="1"/>
                    <a:pt x="0" y="20"/>
                    <a:pt x="0" y="58"/>
                  </a:cubicBezTo>
                  <a:cubicBezTo>
                    <a:pt x="0" y="77"/>
                    <a:pt x="39" y="102"/>
                    <a:pt x="58" y="102"/>
                  </a:cubicBezTo>
                  <a:cubicBezTo>
                    <a:pt x="101" y="102"/>
                    <a:pt x="120" y="77"/>
                    <a:pt x="120" y="58"/>
                  </a:cubicBezTo>
                  <a:cubicBezTo>
                    <a:pt x="120" y="20"/>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2216;p60">
              <a:extLst>
                <a:ext uri="{FF2B5EF4-FFF2-40B4-BE49-F238E27FC236}">
                  <a16:creationId xmlns:a16="http://schemas.microsoft.com/office/drawing/2014/main" id="{746FF51D-AA80-ABE0-359B-8B4E24D8579A}"/>
                </a:ext>
              </a:extLst>
            </p:cNvPr>
            <p:cNvSpPr/>
            <p:nvPr/>
          </p:nvSpPr>
          <p:spPr>
            <a:xfrm>
              <a:off x="6760359" y="3311642"/>
              <a:ext cx="15836" cy="15706"/>
            </a:xfrm>
            <a:custGeom>
              <a:avLst/>
              <a:gdLst/>
              <a:ahLst/>
              <a:cxnLst/>
              <a:rect l="l" t="t" r="r" b="b"/>
              <a:pathLst>
                <a:path w="122" h="121" extrusionOk="0">
                  <a:moveTo>
                    <a:pt x="63" y="0"/>
                  </a:moveTo>
                  <a:cubicBezTo>
                    <a:pt x="39" y="0"/>
                    <a:pt x="1" y="19"/>
                    <a:pt x="1" y="63"/>
                  </a:cubicBezTo>
                  <a:cubicBezTo>
                    <a:pt x="1" y="82"/>
                    <a:pt x="39" y="120"/>
                    <a:pt x="63" y="120"/>
                  </a:cubicBezTo>
                  <a:cubicBezTo>
                    <a:pt x="102" y="120"/>
                    <a:pt x="121" y="82"/>
                    <a:pt x="121" y="63"/>
                  </a:cubicBezTo>
                  <a:cubicBezTo>
                    <a:pt x="121" y="1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2217;p60">
              <a:extLst>
                <a:ext uri="{FF2B5EF4-FFF2-40B4-BE49-F238E27FC236}">
                  <a16:creationId xmlns:a16="http://schemas.microsoft.com/office/drawing/2014/main" id="{4F50240F-6A78-2582-110E-F7B35C7E7C66}"/>
                </a:ext>
              </a:extLst>
            </p:cNvPr>
            <p:cNvSpPr/>
            <p:nvPr/>
          </p:nvSpPr>
          <p:spPr>
            <a:xfrm>
              <a:off x="6789047" y="3353311"/>
              <a:ext cx="15836" cy="13240"/>
            </a:xfrm>
            <a:custGeom>
              <a:avLst/>
              <a:gdLst/>
              <a:ahLst/>
              <a:cxnLst/>
              <a:rect l="l" t="t" r="r" b="b"/>
              <a:pathLst>
                <a:path w="122" h="102" extrusionOk="0">
                  <a:moveTo>
                    <a:pt x="59" y="1"/>
                  </a:moveTo>
                  <a:cubicBezTo>
                    <a:pt x="20" y="1"/>
                    <a:pt x="1" y="20"/>
                    <a:pt x="1" y="39"/>
                  </a:cubicBezTo>
                  <a:cubicBezTo>
                    <a:pt x="1" y="83"/>
                    <a:pt x="20" y="102"/>
                    <a:pt x="59" y="102"/>
                  </a:cubicBezTo>
                  <a:cubicBezTo>
                    <a:pt x="102" y="102"/>
                    <a:pt x="121" y="83"/>
                    <a:pt x="121" y="39"/>
                  </a:cubicBezTo>
                  <a:cubicBezTo>
                    <a:pt x="121" y="20"/>
                    <a:pt x="102" y="1"/>
                    <a:pt x="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2218;p60">
              <a:extLst>
                <a:ext uri="{FF2B5EF4-FFF2-40B4-BE49-F238E27FC236}">
                  <a16:creationId xmlns:a16="http://schemas.microsoft.com/office/drawing/2014/main" id="{C2F2F731-E9B5-D8D0-F024-C7C08CA5B5DD}"/>
                </a:ext>
              </a:extLst>
            </p:cNvPr>
            <p:cNvSpPr/>
            <p:nvPr/>
          </p:nvSpPr>
          <p:spPr>
            <a:xfrm>
              <a:off x="6796576" y="3387060"/>
              <a:ext cx="15706" cy="15706"/>
            </a:xfrm>
            <a:custGeom>
              <a:avLst/>
              <a:gdLst/>
              <a:ahLst/>
              <a:cxnLst/>
              <a:rect l="l" t="t" r="r" b="b"/>
              <a:pathLst>
                <a:path w="121" h="121" extrusionOk="0">
                  <a:moveTo>
                    <a:pt x="63" y="0"/>
                  </a:moveTo>
                  <a:cubicBezTo>
                    <a:pt x="44" y="0"/>
                    <a:pt x="1" y="20"/>
                    <a:pt x="1" y="63"/>
                  </a:cubicBezTo>
                  <a:cubicBezTo>
                    <a:pt x="1" y="101"/>
                    <a:pt x="44" y="120"/>
                    <a:pt x="63" y="120"/>
                  </a:cubicBezTo>
                  <a:cubicBezTo>
                    <a:pt x="101" y="120"/>
                    <a:pt x="121" y="101"/>
                    <a:pt x="121" y="63"/>
                  </a:cubicBezTo>
                  <a:cubicBezTo>
                    <a:pt x="121" y="20"/>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2219;p60">
              <a:extLst>
                <a:ext uri="{FF2B5EF4-FFF2-40B4-BE49-F238E27FC236}">
                  <a16:creationId xmlns:a16="http://schemas.microsoft.com/office/drawing/2014/main" id="{D58BDE9D-7C4C-84C4-2357-9466FF95F3DC}"/>
                </a:ext>
              </a:extLst>
            </p:cNvPr>
            <p:cNvSpPr/>
            <p:nvPr/>
          </p:nvSpPr>
          <p:spPr>
            <a:xfrm>
              <a:off x="6796576" y="3407570"/>
              <a:ext cx="15706" cy="15706"/>
            </a:xfrm>
            <a:custGeom>
              <a:avLst/>
              <a:gdLst/>
              <a:ahLst/>
              <a:cxnLst/>
              <a:rect l="l" t="t" r="r" b="b"/>
              <a:pathLst>
                <a:path w="121" h="121" extrusionOk="0">
                  <a:moveTo>
                    <a:pt x="63" y="1"/>
                  </a:moveTo>
                  <a:cubicBezTo>
                    <a:pt x="44" y="1"/>
                    <a:pt x="1" y="25"/>
                    <a:pt x="1" y="63"/>
                  </a:cubicBezTo>
                  <a:cubicBezTo>
                    <a:pt x="1" y="83"/>
                    <a:pt x="44" y="121"/>
                    <a:pt x="63" y="121"/>
                  </a:cubicBezTo>
                  <a:cubicBezTo>
                    <a:pt x="101" y="121"/>
                    <a:pt x="121" y="83"/>
                    <a:pt x="121" y="63"/>
                  </a:cubicBezTo>
                  <a:cubicBezTo>
                    <a:pt x="121" y="25"/>
                    <a:pt x="101"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2220;p60">
              <a:extLst>
                <a:ext uri="{FF2B5EF4-FFF2-40B4-BE49-F238E27FC236}">
                  <a16:creationId xmlns:a16="http://schemas.microsoft.com/office/drawing/2014/main" id="{FCED8AF3-2623-B667-7E5D-53A2D4885FFC}"/>
                </a:ext>
              </a:extLst>
            </p:cNvPr>
            <p:cNvSpPr/>
            <p:nvPr/>
          </p:nvSpPr>
          <p:spPr>
            <a:xfrm>
              <a:off x="6768537" y="3395109"/>
              <a:ext cx="15706" cy="15706"/>
            </a:xfrm>
            <a:custGeom>
              <a:avLst/>
              <a:gdLst/>
              <a:ahLst/>
              <a:cxnLst/>
              <a:rect l="l" t="t" r="r" b="b"/>
              <a:pathLst>
                <a:path w="121" h="121" extrusionOk="0">
                  <a:moveTo>
                    <a:pt x="58" y="1"/>
                  </a:moveTo>
                  <a:cubicBezTo>
                    <a:pt x="39" y="1"/>
                    <a:pt x="0" y="20"/>
                    <a:pt x="0" y="58"/>
                  </a:cubicBezTo>
                  <a:cubicBezTo>
                    <a:pt x="0" y="97"/>
                    <a:pt x="39" y="121"/>
                    <a:pt x="58" y="121"/>
                  </a:cubicBezTo>
                  <a:cubicBezTo>
                    <a:pt x="96" y="121"/>
                    <a:pt x="121" y="97"/>
                    <a:pt x="121" y="58"/>
                  </a:cubicBezTo>
                  <a:cubicBezTo>
                    <a:pt x="121" y="20"/>
                    <a:pt x="96"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2221;p60">
              <a:extLst>
                <a:ext uri="{FF2B5EF4-FFF2-40B4-BE49-F238E27FC236}">
                  <a16:creationId xmlns:a16="http://schemas.microsoft.com/office/drawing/2014/main" id="{31617E50-D71D-DFAD-E005-A4F95D99CF25}"/>
                </a:ext>
              </a:extLst>
            </p:cNvPr>
            <p:cNvSpPr/>
            <p:nvPr/>
          </p:nvSpPr>
          <p:spPr>
            <a:xfrm>
              <a:off x="6820330" y="3379532"/>
              <a:ext cx="15706" cy="15706"/>
            </a:xfrm>
            <a:custGeom>
              <a:avLst/>
              <a:gdLst/>
              <a:ahLst/>
              <a:cxnLst/>
              <a:rect l="l" t="t" r="r" b="b"/>
              <a:pathLst>
                <a:path w="121" h="121" extrusionOk="0">
                  <a:moveTo>
                    <a:pt x="58" y="1"/>
                  </a:moveTo>
                  <a:cubicBezTo>
                    <a:pt x="39" y="1"/>
                    <a:pt x="0" y="20"/>
                    <a:pt x="0" y="58"/>
                  </a:cubicBezTo>
                  <a:cubicBezTo>
                    <a:pt x="0" y="97"/>
                    <a:pt x="39" y="121"/>
                    <a:pt x="58" y="121"/>
                  </a:cubicBezTo>
                  <a:cubicBezTo>
                    <a:pt x="101" y="121"/>
                    <a:pt x="120" y="97"/>
                    <a:pt x="120" y="58"/>
                  </a:cubicBezTo>
                  <a:cubicBezTo>
                    <a:pt x="120" y="20"/>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2222;p60">
              <a:extLst>
                <a:ext uri="{FF2B5EF4-FFF2-40B4-BE49-F238E27FC236}">
                  <a16:creationId xmlns:a16="http://schemas.microsoft.com/office/drawing/2014/main" id="{B9BF48D2-B7D1-AF7A-154D-21DEA7E2ABF8}"/>
                </a:ext>
              </a:extLst>
            </p:cNvPr>
            <p:cNvSpPr/>
            <p:nvPr/>
          </p:nvSpPr>
          <p:spPr>
            <a:xfrm>
              <a:off x="6812152" y="3431325"/>
              <a:ext cx="15706" cy="15706"/>
            </a:xfrm>
            <a:custGeom>
              <a:avLst/>
              <a:gdLst/>
              <a:ahLst/>
              <a:cxnLst/>
              <a:rect l="l" t="t" r="r" b="b"/>
              <a:pathLst>
                <a:path w="121" h="121" extrusionOk="0">
                  <a:moveTo>
                    <a:pt x="63" y="0"/>
                  </a:moveTo>
                  <a:cubicBezTo>
                    <a:pt x="44" y="0"/>
                    <a:pt x="1" y="39"/>
                    <a:pt x="1" y="58"/>
                  </a:cubicBezTo>
                  <a:cubicBezTo>
                    <a:pt x="1" y="101"/>
                    <a:pt x="44" y="121"/>
                    <a:pt x="63" y="121"/>
                  </a:cubicBezTo>
                  <a:cubicBezTo>
                    <a:pt x="102" y="121"/>
                    <a:pt x="121" y="101"/>
                    <a:pt x="121" y="58"/>
                  </a:cubicBezTo>
                  <a:cubicBezTo>
                    <a:pt x="121" y="3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2223;p60">
              <a:extLst>
                <a:ext uri="{FF2B5EF4-FFF2-40B4-BE49-F238E27FC236}">
                  <a16:creationId xmlns:a16="http://schemas.microsoft.com/office/drawing/2014/main" id="{A89CAC7E-6648-5FF1-E2CD-F186946CD3F5}"/>
                </a:ext>
              </a:extLst>
            </p:cNvPr>
            <p:cNvSpPr/>
            <p:nvPr/>
          </p:nvSpPr>
          <p:spPr>
            <a:xfrm>
              <a:off x="6835907" y="3407570"/>
              <a:ext cx="15706" cy="15706"/>
            </a:xfrm>
            <a:custGeom>
              <a:avLst/>
              <a:gdLst/>
              <a:ahLst/>
              <a:cxnLst/>
              <a:rect l="l" t="t" r="r" b="b"/>
              <a:pathLst>
                <a:path w="121" h="121" extrusionOk="0">
                  <a:moveTo>
                    <a:pt x="58" y="1"/>
                  </a:moveTo>
                  <a:cubicBezTo>
                    <a:pt x="39" y="1"/>
                    <a:pt x="0" y="25"/>
                    <a:pt x="0" y="63"/>
                  </a:cubicBezTo>
                  <a:cubicBezTo>
                    <a:pt x="0" y="83"/>
                    <a:pt x="39" y="121"/>
                    <a:pt x="58" y="121"/>
                  </a:cubicBezTo>
                  <a:cubicBezTo>
                    <a:pt x="101" y="121"/>
                    <a:pt x="120" y="83"/>
                    <a:pt x="120" y="63"/>
                  </a:cubicBezTo>
                  <a:cubicBezTo>
                    <a:pt x="120" y="25"/>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2224;p60">
              <a:extLst>
                <a:ext uri="{FF2B5EF4-FFF2-40B4-BE49-F238E27FC236}">
                  <a16:creationId xmlns:a16="http://schemas.microsoft.com/office/drawing/2014/main" id="{55AC0E39-17A1-4546-7769-27904DE03040}"/>
                </a:ext>
              </a:extLst>
            </p:cNvPr>
            <p:cNvSpPr/>
            <p:nvPr/>
          </p:nvSpPr>
          <p:spPr>
            <a:xfrm>
              <a:off x="6835907" y="3446902"/>
              <a:ext cx="15706" cy="15706"/>
            </a:xfrm>
            <a:custGeom>
              <a:avLst/>
              <a:gdLst/>
              <a:ahLst/>
              <a:cxnLst/>
              <a:rect l="l" t="t" r="r" b="b"/>
              <a:pathLst>
                <a:path w="121" h="121" extrusionOk="0">
                  <a:moveTo>
                    <a:pt x="58" y="1"/>
                  </a:moveTo>
                  <a:cubicBezTo>
                    <a:pt x="39" y="1"/>
                    <a:pt x="0" y="39"/>
                    <a:pt x="0" y="58"/>
                  </a:cubicBezTo>
                  <a:cubicBezTo>
                    <a:pt x="0" y="101"/>
                    <a:pt x="39" y="121"/>
                    <a:pt x="58" y="121"/>
                  </a:cubicBezTo>
                  <a:cubicBezTo>
                    <a:pt x="101" y="121"/>
                    <a:pt x="120" y="101"/>
                    <a:pt x="120" y="58"/>
                  </a:cubicBezTo>
                  <a:cubicBezTo>
                    <a:pt x="120" y="39"/>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2225;p60">
              <a:extLst>
                <a:ext uri="{FF2B5EF4-FFF2-40B4-BE49-F238E27FC236}">
                  <a16:creationId xmlns:a16="http://schemas.microsoft.com/office/drawing/2014/main" id="{23502014-7B06-F1A2-D065-FAB47A43E1B3}"/>
                </a:ext>
              </a:extLst>
            </p:cNvPr>
            <p:cNvSpPr/>
            <p:nvPr/>
          </p:nvSpPr>
          <p:spPr>
            <a:xfrm>
              <a:off x="6796576" y="3075264"/>
              <a:ext cx="15706" cy="15706"/>
            </a:xfrm>
            <a:custGeom>
              <a:avLst/>
              <a:gdLst/>
              <a:ahLst/>
              <a:cxnLst/>
              <a:rect l="l" t="t" r="r" b="b"/>
              <a:pathLst>
                <a:path w="121" h="121" extrusionOk="0">
                  <a:moveTo>
                    <a:pt x="63" y="0"/>
                  </a:moveTo>
                  <a:cubicBezTo>
                    <a:pt x="44" y="0"/>
                    <a:pt x="1" y="39"/>
                    <a:pt x="1" y="63"/>
                  </a:cubicBezTo>
                  <a:cubicBezTo>
                    <a:pt x="1" y="101"/>
                    <a:pt x="44" y="120"/>
                    <a:pt x="63" y="120"/>
                  </a:cubicBezTo>
                  <a:cubicBezTo>
                    <a:pt x="101" y="120"/>
                    <a:pt x="121" y="101"/>
                    <a:pt x="121" y="63"/>
                  </a:cubicBezTo>
                  <a:cubicBezTo>
                    <a:pt x="121" y="3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2226;p60">
              <a:extLst>
                <a:ext uri="{FF2B5EF4-FFF2-40B4-BE49-F238E27FC236}">
                  <a16:creationId xmlns:a16="http://schemas.microsoft.com/office/drawing/2014/main" id="{A7BF6F50-94C3-9660-6965-F1A82EC1E7EB}"/>
                </a:ext>
              </a:extLst>
            </p:cNvPr>
            <p:cNvSpPr/>
            <p:nvPr/>
          </p:nvSpPr>
          <p:spPr>
            <a:xfrm>
              <a:off x="6843306" y="3379532"/>
              <a:ext cx="15706" cy="15706"/>
            </a:xfrm>
            <a:custGeom>
              <a:avLst/>
              <a:gdLst/>
              <a:ahLst/>
              <a:cxnLst/>
              <a:rect l="l" t="t" r="r" b="b"/>
              <a:pathLst>
                <a:path w="121" h="121" extrusionOk="0">
                  <a:moveTo>
                    <a:pt x="63" y="1"/>
                  </a:moveTo>
                  <a:cubicBezTo>
                    <a:pt x="25" y="1"/>
                    <a:pt x="1" y="20"/>
                    <a:pt x="1" y="58"/>
                  </a:cubicBezTo>
                  <a:cubicBezTo>
                    <a:pt x="1" y="97"/>
                    <a:pt x="25" y="121"/>
                    <a:pt x="63" y="121"/>
                  </a:cubicBezTo>
                  <a:cubicBezTo>
                    <a:pt x="102" y="121"/>
                    <a:pt x="121" y="97"/>
                    <a:pt x="121" y="58"/>
                  </a:cubicBezTo>
                  <a:cubicBezTo>
                    <a:pt x="121" y="20"/>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2227;p60">
              <a:extLst>
                <a:ext uri="{FF2B5EF4-FFF2-40B4-BE49-F238E27FC236}">
                  <a16:creationId xmlns:a16="http://schemas.microsoft.com/office/drawing/2014/main" id="{2A6F03D1-92EA-6A03-22AF-9DC6A79E8229}"/>
                </a:ext>
              </a:extLst>
            </p:cNvPr>
            <p:cNvSpPr/>
            <p:nvPr/>
          </p:nvSpPr>
          <p:spPr>
            <a:xfrm>
              <a:off x="6843306" y="3355907"/>
              <a:ext cx="15706" cy="15706"/>
            </a:xfrm>
            <a:custGeom>
              <a:avLst/>
              <a:gdLst/>
              <a:ahLst/>
              <a:cxnLst/>
              <a:rect l="l" t="t" r="r" b="b"/>
              <a:pathLst>
                <a:path w="121" h="121" extrusionOk="0">
                  <a:moveTo>
                    <a:pt x="63" y="0"/>
                  </a:moveTo>
                  <a:cubicBezTo>
                    <a:pt x="25" y="0"/>
                    <a:pt x="1" y="19"/>
                    <a:pt x="1" y="63"/>
                  </a:cubicBezTo>
                  <a:cubicBezTo>
                    <a:pt x="1" y="101"/>
                    <a:pt x="25" y="120"/>
                    <a:pt x="63" y="120"/>
                  </a:cubicBezTo>
                  <a:cubicBezTo>
                    <a:pt x="102" y="120"/>
                    <a:pt x="121" y="101"/>
                    <a:pt x="121" y="63"/>
                  </a:cubicBezTo>
                  <a:cubicBezTo>
                    <a:pt x="121" y="1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2228;p60">
              <a:extLst>
                <a:ext uri="{FF2B5EF4-FFF2-40B4-BE49-F238E27FC236}">
                  <a16:creationId xmlns:a16="http://schemas.microsoft.com/office/drawing/2014/main" id="{4DFCEF0A-9874-86B3-8E43-7706DE5A730F}"/>
                </a:ext>
              </a:extLst>
            </p:cNvPr>
            <p:cNvSpPr/>
            <p:nvPr/>
          </p:nvSpPr>
          <p:spPr>
            <a:xfrm>
              <a:off x="6765422" y="3342796"/>
              <a:ext cx="15706" cy="13240"/>
            </a:xfrm>
            <a:custGeom>
              <a:avLst/>
              <a:gdLst/>
              <a:ahLst/>
              <a:cxnLst/>
              <a:rect l="l" t="t" r="r" b="b"/>
              <a:pathLst>
                <a:path w="121" h="102" extrusionOk="0">
                  <a:moveTo>
                    <a:pt x="63" y="0"/>
                  </a:moveTo>
                  <a:cubicBezTo>
                    <a:pt x="44" y="0"/>
                    <a:pt x="0" y="19"/>
                    <a:pt x="0" y="44"/>
                  </a:cubicBezTo>
                  <a:cubicBezTo>
                    <a:pt x="0" y="82"/>
                    <a:pt x="44" y="101"/>
                    <a:pt x="63" y="101"/>
                  </a:cubicBezTo>
                  <a:cubicBezTo>
                    <a:pt x="101" y="101"/>
                    <a:pt x="120" y="82"/>
                    <a:pt x="120" y="44"/>
                  </a:cubicBezTo>
                  <a:cubicBezTo>
                    <a:pt x="120" y="1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2229;p60">
              <a:extLst>
                <a:ext uri="{FF2B5EF4-FFF2-40B4-BE49-F238E27FC236}">
                  <a16:creationId xmlns:a16="http://schemas.microsoft.com/office/drawing/2014/main" id="{1F1E7066-AB16-84F4-3B4F-2549A0221195}"/>
                </a:ext>
              </a:extLst>
            </p:cNvPr>
            <p:cNvSpPr/>
            <p:nvPr/>
          </p:nvSpPr>
          <p:spPr>
            <a:xfrm>
              <a:off x="6755427" y="3277893"/>
              <a:ext cx="13240" cy="15706"/>
            </a:xfrm>
            <a:custGeom>
              <a:avLst/>
              <a:gdLst/>
              <a:ahLst/>
              <a:cxnLst/>
              <a:rect l="l" t="t" r="r" b="b"/>
              <a:pathLst>
                <a:path w="102" h="121" extrusionOk="0">
                  <a:moveTo>
                    <a:pt x="39" y="1"/>
                  </a:moveTo>
                  <a:cubicBezTo>
                    <a:pt x="20" y="1"/>
                    <a:pt x="1" y="20"/>
                    <a:pt x="1" y="63"/>
                  </a:cubicBezTo>
                  <a:cubicBezTo>
                    <a:pt x="1" y="82"/>
                    <a:pt x="20" y="121"/>
                    <a:pt x="39" y="121"/>
                  </a:cubicBezTo>
                  <a:cubicBezTo>
                    <a:pt x="77" y="121"/>
                    <a:pt x="101" y="82"/>
                    <a:pt x="101" y="63"/>
                  </a:cubicBezTo>
                  <a:cubicBezTo>
                    <a:pt x="101" y="20"/>
                    <a:pt x="77" y="1"/>
                    <a:pt x="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2230;p60">
              <a:extLst>
                <a:ext uri="{FF2B5EF4-FFF2-40B4-BE49-F238E27FC236}">
                  <a16:creationId xmlns:a16="http://schemas.microsoft.com/office/drawing/2014/main" id="{22C90CB2-D79E-5ADA-731D-84D1EEE893DA}"/>
                </a:ext>
              </a:extLst>
            </p:cNvPr>
            <p:cNvSpPr/>
            <p:nvPr/>
          </p:nvSpPr>
          <p:spPr>
            <a:xfrm>
              <a:off x="6796576" y="3233628"/>
              <a:ext cx="15706" cy="15706"/>
            </a:xfrm>
            <a:custGeom>
              <a:avLst/>
              <a:gdLst/>
              <a:ahLst/>
              <a:cxnLst/>
              <a:rect l="l" t="t" r="r" b="b"/>
              <a:pathLst>
                <a:path w="121" h="121" extrusionOk="0">
                  <a:moveTo>
                    <a:pt x="63" y="1"/>
                  </a:moveTo>
                  <a:cubicBezTo>
                    <a:pt x="44" y="1"/>
                    <a:pt x="1" y="44"/>
                    <a:pt x="1" y="63"/>
                  </a:cubicBezTo>
                  <a:cubicBezTo>
                    <a:pt x="1" y="101"/>
                    <a:pt x="44" y="121"/>
                    <a:pt x="63" y="121"/>
                  </a:cubicBezTo>
                  <a:cubicBezTo>
                    <a:pt x="101" y="121"/>
                    <a:pt x="121" y="101"/>
                    <a:pt x="121" y="63"/>
                  </a:cubicBezTo>
                  <a:cubicBezTo>
                    <a:pt x="121" y="44"/>
                    <a:pt x="101"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2231;p60">
              <a:extLst>
                <a:ext uri="{FF2B5EF4-FFF2-40B4-BE49-F238E27FC236}">
                  <a16:creationId xmlns:a16="http://schemas.microsoft.com/office/drawing/2014/main" id="{480847D5-0E5F-7503-59F5-4800F374BCB2}"/>
                </a:ext>
              </a:extLst>
            </p:cNvPr>
            <p:cNvSpPr/>
            <p:nvPr/>
          </p:nvSpPr>
          <p:spPr>
            <a:xfrm>
              <a:off x="6835907" y="3226100"/>
              <a:ext cx="15706" cy="15836"/>
            </a:xfrm>
            <a:custGeom>
              <a:avLst/>
              <a:gdLst/>
              <a:ahLst/>
              <a:cxnLst/>
              <a:rect l="l" t="t" r="r" b="b"/>
              <a:pathLst>
                <a:path w="121" h="122" extrusionOk="0">
                  <a:moveTo>
                    <a:pt x="58" y="1"/>
                  </a:moveTo>
                  <a:cubicBezTo>
                    <a:pt x="39" y="1"/>
                    <a:pt x="0" y="39"/>
                    <a:pt x="0" y="59"/>
                  </a:cubicBezTo>
                  <a:cubicBezTo>
                    <a:pt x="0" y="102"/>
                    <a:pt x="39" y="121"/>
                    <a:pt x="58" y="121"/>
                  </a:cubicBezTo>
                  <a:cubicBezTo>
                    <a:pt x="101" y="121"/>
                    <a:pt x="120" y="102"/>
                    <a:pt x="120" y="59"/>
                  </a:cubicBezTo>
                  <a:cubicBezTo>
                    <a:pt x="120" y="39"/>
                    <a:pt x="101"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2232;p60">
              <a:extLst>
                <a:ext uri="{FF2B5EF4-FFF2-40B4-BE49-F238E27FC236}">
                  <a16:creationId xmlns:a16="http://schemas.microsoft.com/office/drawing/2014/main" id="{350FABDE-260E-4BEE-611C-0416851F910D}"/>
                </a:ext>
              </a:extLst>
            </p:cNvPr>
            <p:cNvSpPr/>
            <p:nvPr/>
          </p:nvSpPr>
          <p:spPr>
            <a:xfrm>
              <a:off x="6843306" y="3173787"/>
              <a:ext cx="15706" cy="15706"/>
            </a:xfrm>
            <a:custGeom>
              <a:avLst/>
              <a:gdLst/>
              <a:ahLst/>
              <a:cxnLst/>
              <a:rect l="l" t="t" r="r" b="b"/>
              <a:pathLst>
                <a:path w="121" h="121" extrusionOk="0">
                  <a:moveTo>
                    <a:pt x="63" y="0"/>
                  </a:moveTo>
                  <a:cubicBezTo>
                    <a:pt x="25" y="0"/>
                    <a:pt x="1" y="24"/>
                    <a:pt x="1" y="63"/>
                  </a:cubicBezTo>
                  <a:cubicBezTo>
                    <a:pt x="1" y="101"/>
                    <a:pt x="25" y="120"/>
                    <a:pt x="63" y="120"/>
                  </a:cubicBezTo>
                  <a:cubicBezTo>
                    <a:pt x="102" y="120"/>
                    <a:pt x="121" y="101"/>
                    <a:pt x="121" y="63"/>
                  </a:cubicBezTo>
                  <a:cubicBezTo>
                    <a:pt x="121" y="24"/>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2233;p60">
              <a:extLst>
                <a:ext uri="{FF2B5EF4-FFF2-40B4-BE49-F238E27FC236}">
                  <a16:creationId xmlns:a16="http://schemas.microsoft.com/office/drawing/2014/main" id="{F729139A-04ED-106C-15C2-3B0875BC2A62}"/>
                </a:ext>
              </a:extLst>
            </p:cNvPr>
            <p:cNvSpPr/>
            <p:nvPr/>
          </p:nvSpPr>
          <p:spPr>
            <a:xfrm>
              <a:off x="6773470" y="3166258"/>
              <a:ext cx="15706" cy="15706"/>
            </a:xfrm>
            <a:custGeom>
              <a:avLst/>
              <a:gdLst/>
              <a:ahLst/>
              <a:cxnLst/>
              <a:rect l="l" t="t" r="r" b="b"/>
              <a:pathLst>
                <a:path w="121" h="121" extrusionOk="0">
                  <a:moveTo>
                    <a:pt x="58" y="1"/>
                  </a:moveTo>
                  <a:cubicBezTo>
                    <a:pt x="20" y="1"/>
                    <a:pt x="1" y="20"/>
                    <a:pt x="1" y="58"/>
                  </a:cubicBezTo>
                  <a:cubicBezTo>
                    <a:pt x="1" y="102"/>
                    <a:pt x="20" y="121"/>
                    <a:pt x="58" y="121"/>
                  </a:cubicBezTo>
                  <a:cubicBezTo>
                    <a:pt x="102" y="121"/>
                    <a:pt x="121" y="102"/>
                    <a:pt x="121" y="58"/>
                  </a:cubicBezTo>
                  <a:cubicBezTo>
                    <a:pt x="121" y="20"/>
                    <a:pt x="102"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2234;p60">
              <a:extLst>
                <a:ext uri="{FF2B5EF4-FFF2-40B4-BE49-F238E27FC236}">
                  <a16:creationId xmlns:a16="http://schemas.microsoft.com/office/drawing/2014/main" id="{F740CB7A-E8C8-CE96-0C58-9BF5D591D5BE}"/>
                </a:ext>
              </a:extLst>
            </p:cNvPr>
            <p:cNvSpPr/>
            <p:nvPr/>
          </p:nvSpPr>
          <p:spPr>
            <a:xfrm>
              <a:off x="6755427" y="2942990"/>
              <a:ext cx="13240" cy="15706"/>
            </a:xfrm>
            <a:custGeom>
              <a:avLst/>
              <a:gdLst/>
              <a:ahLst/>
              <a:cxnLst/>
              <a:rect l="l" t="t" r="r" b="b"/>
              <a:pathLst>
                <a:path w="102" h="121" extrusionOk="0">
                  <a:moveTo>
                    <a:pt x="39" y="1"/>
                  </a:moveTo>
                  <a:cubicBezTo>
                    <a:pt x="20" y="1"/>
                    <a:pt x="1" y="20"/>
                    <a:pt x="1" y="59"/>
                  </a:cubicBezTo>
                  <a:cubicBezTo>
                    <a:pt x="1" y="78"/>
                    <a:pt x="20" y="121"/>
                    <a:pt x="39" y="121"/>
                  </a:cubicBezTo>
                  <a:cubicBezTo>
                    <a:pt x="77" y="121"/>
                    <a:pt x="101" y="78"/>
                    <a:pt x="101" y="59"/>
                  </a:cubicBezTo>
                  <a:cubicBezTo>
                    <a:pt x="101" y="20"/>
                    <a:pt x="77" y="1"/>
                    <a:pt x="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2235;p60">
              <a:extLst>
                <a:ext uri="{FF2B5EF4-FFF2-40B4-BE49-F238E27FC236}">
                  <a16:creationId xmlns:a16="http://schemas.microsoft.com/office/drawing/2014/main" id="{D3290C3E-A578-8D7A-F91D-279CD2BA516A}"/>
                </a:ext>
              </a:extLst>
            </p:cNvPr>
            <p:cNvSpPr/>
            <p:nvPr/>
          </p:nvSpPr>
          <p:spPr>
            <a:xfrm>
              <a:off x="6849407" y="3285162"/>
              <a:ext cx="19730" cy="15317"/>
            </a:xfrm>
            <a:custGeom>
              <a:avLst/>
              <a:gdLst/>
              <a:ahLst/>
              <a:cxnLst/>
              <a:rect l="l" t="t" r="r" b="b"/>
              <a:pathLst>
                <a:path w="152" h="118" extrusionOk="0">
                  <a:moveTo>
                    <a:pt x="72" y="0"/>
                  </a:moveTo>
                  <a:cubicBezTo>
                    <a:pt x="35" y="0"/>
                    <a:pt x="1" y="37"/>
                    <a:pt x="16" y="84"/>
                  </a:cubicBezTo>
                  <a:cubicBezTo>
                    <a:pt x="36" y="103"/>
                    <a:pt x="36" y="103"/>
                    <a:pt x="55" y="103"/>
                  </a:cubicBezTo>
                  <a:cubicBezTo>
                    <a:pt x="65" y="113"/>
                    <a:pt x="76" y="118"/>
                    <a:pt x="86" y="118"/>
                  </a:cubicBezTo>
                  <a:cubicBezTo>
                    <a:pt x="121" y="118"/>
                    <a:pt x="151" y="71"/>
                    <a:pt x="136" y="26"/>
                  </a:cubicBezTo>
                  <a:cubicBezTo>
                    <a:pt x="117" y="26"/>
                    <a:pt x="117" y="7"/>
                    <a:pt x="98" y="7"/>
                  </a:cubicBezTo>
                  <a:cubicBezTo>
                    <a:pt x="90" y="2"/>
                    <a:pt x="81" y="0"/>
                    <a:pt x="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2236;p60">
              <a:extLst>
                <a:ext uri="{FF2B5EF4-FFF2-40B4-BE49-F238E27FC236}">
                  <a16:creationId xmlns:a16="http://schemas.microsoft.com/office/drawing/2014/main" id="{EECB7484-2A69-601E-5460-3A84A52C6296}"/>
                </a:ext>
              </a:extLst>
            </p:cNvPr>
            <p:cNvSpPr/>
            <p:nvPr/>
          </p:nvSpPr>
          <p:spPr>
            <a:xfrm>
              <a:off x="6843306" y="3342796"/>
              <a:ext cx="15706" cy="13240"/>
            </a:xfrm>
            <a:custGeom>
              <a:avLst/>
              <a:gdLst/>
              <a:ahLst/>
              <a:cxnLst/>
              <a:rect l="l" t="t" r="r" b="b"/>
              <a:pathLst>
                <a:path w="121" h="102" extrusionOk="0">
                  <a:moveTo>
                    <a:pt x="63" y="0"/>
                  </a:moveTo>
                  <a:cubicBezTo>
                    <a:pt x="25" y="0"/>
                    <a:pt x="1" y="19"/>
                    <a:pt x="1" y="44"/>
                  </a:cubicBezTo>
                  <a:cubicBezTo>
                    <a:pt x="1" y="82"/>
                    <a:pt x="25" y="101"/>
                    <a:pt x="63" y="101"/>
                  </a:cubicBezTo>
                  <a:cubicBezTo>
                    <a:pt x="102" y="101"/>
                    <a:pt x="121" y="82"/>
                    <a:pt x="121" y="44"/>
                  </a:cubicBezTo>
                  <a:cubicBezTo>
                    <a:pt x="121" y="19"/>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2237;p60">
              <a:extLst>
                <a:ext uri="{FF2B5EF4-FFF2-40B4-BE49-F238E27FC236}">
                  <a16:creationId xmlns:a16="http://schemas.microsoft.com/office/drawing/2014/main" id="{BE9EB8A2-0931-7E59-0973-D0054FAD86A4}"/>
                </a:ext>
              </a:extLst>
            </p:cNvPr>
            <p:cNvSpPr/>
            <p:nvPr/>
          </p:nvSpPr>
          <p:spPr>
            <a:xfrm>
              <a:off x="6812152" y="3363955"/>
              <a:ext cx="15706" cy="15706"/>
            </a:xfrm>
            <a:custGeom>
              <a:avLst/>
              <a:gdLst/>
              <a:ahLst/>
              <a:cxnLst/>
              <a:rect l="l" t="t" r="r" b="b"/>
              <a:pathLst>
                <a:path w="121" h="121" extrusionOk="0">
                  <a:moveTo>
                    <a:pt x="63" y="1"/>
                  </a:moveTo>
                  <a:cubicBezTo>
                    <a:pt x="44" y="1"/>
                    <a:pt x="1" y="39"/>
                    <a:pt x="1" y="58"/>
                  </a:cubicBezTo>
                  <a:cubicBezTo>
                    <a:pt x="1" y="97"/>
                    <a:pt x="44" y="121"/>
                    <a:pt x="63" y="121"/>
                  </a:cubicBezTo>
                  <a:cubicBezTo>
                    <a:pt x="102" y="121"/>
                    <a:pt x="121" y="97"/>
                    <a:pt x="121" y="58"/>
                  </a:cubicBezTo>
                  <a:cubicBezTo>
                    <a:pt x="121" y="39"/>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2238;p60">
              <a:extLst>
                <a:ext uri="{FF2B5EF4-FFF2-40B4-BE49-F238E27FC236}">
                  <a16:creationId xmlns:a16="http://schemas.microsoft.com/office/drawing/2014/main" id="{E4E6F137-F7E6-381A-735E-097B80236D04}"/>
                </a:ext>
              </a:extLst>
            </p:cNvPr>
            <p:cNvSpPr/>
            <p:nvPr/>
          </p:nvSpPr>
          <p:spPr>
            <a:xfrm>
              <a:off x="6778922" y="3425483"/>
              <a:ext cx="20250" cy="14279"/>
            </a:xfrm>
            <a:custGeom>
              <a:avLst/>
              <a:gdLst/>
              <a:ahLst/>
              <a:cxnLst/>
              <a:rect l="l" t="t" r="r" b="b"/>
              <a:pathLst>
                <a:path w="156" h="110" extrusionOk="0">
                  <a:moveTo>
                    <a:pt x="74" y="0"/>
                  </a:moveTo>
                  <a:cubicBezTo>
                    <a:pt x="39" y="0"/>
                    <a:pt x="1" y="37"/>
                    <a:pt x="16" y="84"/>
                  </a:cubicBezTo>
                  <a:cubicBezTo>
                    <a:pt x="41" y="84"/>
                    <a:pt x="41" y="103"/>
                    <a:pt x="60" y="103"/>
                  </a:cubicBezTo>
                  <a:cubicBezTo>
                    <a:pt x="67" y="108"/>
                    <a:pt x="75" y="110"/>
                    <a:pt x="84" y="110"/>
                  </a:cubicBezTo>
                  <a:cubicBezTo>
                    <a:pt x="119" y="110"/>
                    <a:pt x="156" y="73"/>
                    <a:pt x="137" y="26"/>
                  </a:cubicBezTo>
                  <a:cubicBezTo>
                    <a:pt x="117" y="7"/>
                    <a:pt x="117" y="7"/>
                    <a:pt x="98" y="7"/>
                  </a:cubicBezTo>
                  <a:cubicBezTo>
                    <a:pt x="91" y="2"/>
                    <a:pt x="82" y="0"/>
                    <a:pt x="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2239;p60">
              <a:extLst>
                <a:ext uri="{FF2B5EF4-FFF2-40B4-BE49-F238E27FC236}">
                  <a16:creationId xmlns:a16="http://schemas.microsoft.com/office/drawing/2014/main" id="{7AF92BF6-E0B9-55E3-9F56-B01F3706C870}"/>
                </a:ext>
              </a:extLst>
            </p:cNvPr>
            <p:cNvSpPr/>
            <p:nvPr/>
          </p:nvSpPr>
          <p:spPr>
            <a:xfrm>
              <a:off x="6768537" y="3478055"/>
              <a:ext cx="15706" cy="15706"/>
            </a:xfrm>
            <a:custGeom>
              <a:avLst/>
              <a:gdLst/>
              <a:ahLst/>
              <a:cxnLst/>
              <a:rect l="l" t="t" r="r" b="b"/>
              <a:pathLst>
                <a:path w="121" h="121" extrusionOk="0">
                  <a:moveTo>
                    <a:pt x="58" y="1"/>
                  </a:moveTo>
                  <a:cubicBezTo>
                    <a:pt x="39" y="1"/>
                    <a:pt x="0" y="20"/>
                    <a:pt x="0" y="58"/>
                  </a:cubicBezTo>
                  <a:cubicBezTo>
                    <a:pt x="0" y="82"/>
                    <a:pt x="39" y="121"/>
                    <a:pt x="58" y="121"/>
                  </a:cubicBezTo>
                  <a:cubicBezTo>
                    <a:pt x="96" y="121"/>
                    <a:pt x="121" y="82"/>
                    <a:pt x="121" y="58"/>
                  </a:cubicBezTo>
                  <a:cubicBezTo>
                    <a:pt x="121" y="20"/>
                    <a:pt x="96"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2240;p60">
              <a:extLst>
                <a:ext uri="{FF2B5EF4-FFF2-40B4-BE49-F238E27FC236}">
                  <a16:creationId xmlns:a16="http://schemas.microsoft.com/office/drawing/2014/main" id="{550F43D9-CB7A-9935-AFAE-71D35ECC0102}"/>
                </a:ext>
              </a:extLst>
            </p:cNvPr>
            <p:cNvSpPr/>
            <p:nvPr/>
          </p:nvSpPr>
          <p:spPr>
            <a:xfrm>
              <a:off x="6747378" y="3418214"/>
              <a:ext cx="13110" cy="15706"/>
            </a:xfrm>
            <a:custGeom>
              <a:avLst/>
              <a:gdLst/>
              <a:ahLst/>
              <a:cxnLst/>
              <a:rect l="l" t="t" r="r" b="b"/>
              <a:pathLst>
                <a:path w="101" h="121" extrusionOk="0">
                  <a:moveTo>
                    <a:pt x="63" y="1"/>
                  </a:moveTo>
                  <a:cubicBezTo>
                    <a:pt x="19" y="1"/>
                    <a:pt x="0" y="20"/>
                    <a:pt x="0" y="63"/>
                  </a:cubicBezTo>
                  <a:cubicBezTo>
                    <a:pt x="0" y="82"/>
                    <a:pt x="19" y="121"/>
                    <a:pt x="63" y="121"/>
                  </a:cubicBezTo>
                  <a:cubicBezTo>
                    <a:pt x="82" y="121"/>
                    <a:pt x="101" y="82"/>
                    <a:pt x="101" y="63"/>
                  </a:cubicBezTo>
                  <a:cubicBezTo>
                    <a:pt x="101" y="20"/>
                    <a:pt x="8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2241;p60">
              <a:extLst>
                <a:ext uri="{FF2B5EF4-FFF2-40B4-BE49-F238E27FC236}">
                  <a16:creationId xmlns:a16="http://schemas.microsoft.com/office/drawing/2014/main" id="{58F3F65A-F419-7CE9-80B6-06D49BEC350B}"/>
                </a:ext>
              </a:extLst>
            </p:cNvPr>
            <p:cNvSpPr/>
            <p:nvPr/>
          </p:nvSpPr>
          <p:spPr>
            <a:xfrm>
              <a:off x="6731672" y="3348378"/>
              <a:ext cx="15836" cy="15706"/>
            </a:xfrm>
            <a:custGeom>
              <a:avLst/>
              <a:gdLst/>
              <a:ahLst/>
              <a:cxnLst/>
              <a:rect l="l" t="t" r="r" b="b"/>
              <a:pathLst>
                <a:path w="122" h="121" extrusionOk="0">
                  <a:moveTo>
                    <a:pt x="63" y="1"/>
                  </a:moveTo>
                  <a:cubicBezTo>
                    <a:pt x="20" y="1"/>
                    <a:pt x="1" y="39"/>
                    <a:pt x="1" y="58"/>
                  </a:cubicBezTo>
                  <a:cubicBezTo>
                    <a:pt x="1" y="97"/>
                    <a:pt x="20" y="121"/>
                    <a:pt x="63" y="121"/>
                  </a:cubicBezTo>
                  <a:cubicBezTo>
                    <a:pt x="83" y="121"/>
                    <a:pt x="121" y="97"/>
                    <a:pt x="121" y="58"/>
                  </a:cubicBezTo>
                  <a:cubicBezTo>
                    <a:pt x="121" y="39"/>
                    <a:pt x="83"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2242;p60">
              <a:extLst>
                <a:ext uri="{FF2B5EF4-FFF2-40B4-BE49-F238E27FC236}">
                  <a16:creationId xmlns:a16="http://schemas.microsoft.com/office/drawing/2014/main" id="{9FA31509-721F-132B-4AAE-059B92F1439B}"/>
                </a:ext>
              </a:extLst>
            </p:cNvPr>
            <p:cNvSpPr/>
            <p:nvPr/>
          </p:nvSpPr>
          <p:spPr>
            <a:xfrm>
              <a:off x="6756076" y="3370964"/>
              <a:ext cx="19730" cy="16745"/>
            </a:xfrm>
            <a:custGeom>
              <a:avLst/>
              <a:gdLst/>
              <a:ahLst/>
              <a:cxnLst/>
              <a:rect l="l" t="t" r="r" b="b"/>
              <a:pathLst>
                <a:path w="152" h="129" extrusionOk="0">
                  <a:moveTo>
                    <a:pt x="91" y="0"/>
                  </a:moveTo>
                  <a:cubicBezTo>
                    <a:pt x="39" y="0"/>
                    <a:pt x="1" y="49"/>
                    <a:pt x="34" y="86"/>
                  </a:cubicBezTo>
                  <a:cubicBezTo>
                    <a:pt x="34" y="105"/>
                    <a:pt x="34" y="105"/>
                    <a:pt x="53" y="124"/>
                  </a:cubicBezTo>
                  <a:cubicBezTo>
                    <a:pt x="62" y="127"/>
                    <a:pt x="70" y="128"/>
                    <a:pt x="77" y="128"/>
                  </a:cubicBezTo>
                  <a:cubicBezTo>
                    <a:pt x="125" y="128"/>
                    <a:pt x="151" y="80"/>
                    <a:pt x="135" y="43"/>
                  </a:cubicBezTo>
                  <a:cubicBezTo>
                    <a:pt x="135" y="23"/>
                    <a:pt x="116" y="23"/>
                    <a:pt x="116" y="4"/>
                  </a:cubicBezTo>
                  <a:cubicBezTo>
                    <a:pt x="107" y="2"/>
                    <a:pt x="99" y="0"/>
                    <a:pt x="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2243;p60">
              <a:extLst>
                <a:ext uri="{FF2B5EF4-FFF2-40B4-BE49-F238E27FC236}">
                  <a16:creationId xmlns:a16="http://schemas.microsoft.com/office/drawing/2014/main" id="{9126A19E-BD54-E5A3-498E-2C1FB4C84016}"/>
                </a:ext>
              </a:extLst>
            </p:cNvPr>
            <p:cNvSpPr/>
            <p:nvPr/>
          </p:nvSpPr>
          <p:spPr>
            <a:xfrm>
              <a:off x="6827729" y="3259849"/>
              <a:ext cx="15706" cy="13240"/>
            </a:xfrm>
            <a:custGeom>
              <a:avLst/>
              <a:gdLst/>
              <a:ahLst/>
              <a:cxnLst/>
              <a:rect l="l" t="t" r="r" b="b"/>
              <a:pathLst>
                <a:path w="121" h="102" extrusionOk="0">
                  <a:moveTo>
                    <a:pt x="63" y="0"/>
                  </a:moveTo>
                  <a:cubicBezTo>
                    <a:pt x="44" y="0"/>
                    <a:pt x="1" y="20"/>
                    <a:pt x="1" y="58"/>
                  </a:cubicBezTo>
                  <a:cubicBezTo>
                    <a:pt x="1" y="82"/>
                    <a:pt x="44" y="101"/>
                    <a:pt x="63" y="101"/>
                  </a:cubicBezTo>
                  <a:cubicBezTo>
                    <a:pt x="102" y="101"/>
                    <a:pt x="121" y="82"/>
                    <a:pt x="121" y="58"/>
                  </a:cubicBezTo>
                  <a:cubicBezTo>
                    <a:pt x="121" y="20"/>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2244;p60">
              <a:extLst>
                <a:ext uri="{FF2B5EF4-FFF2-40B4-BE49-F238E27FC236}">
                  <a16:creationId xmlns:a16="http://schemas.microsoft.com/office/drawing/2014/main" id="{0EA466D2-7A40-6169-6A27-9100826A0BAF}"/>
                </a:ext>
              </a:extLst>
            </p:cNvPr>
            <p:cNvSpPr/>
            <p:nvPr/>
          </p:nvSpPr>
          <p:spPr>
            <a:xfrm>
              <a:off x="6731672" y="3158210"/>
              <a:ext cx="15836" cy="15706"/>
            </a:xfrm>
            <a:custGeom>
              <a:avLst/>
              <a:gdLst/>
              <a:ahLst/>
              <a:cxnLst/>
              <a:rect l="l" t="t" r="r" b="b"/>
              <a:pathLst>
                <a:path w="122" h="121" extrusionOk="0">
                  <a:moveTo>
                    <a:pt x="63" y="0"/>
                  </a:moveTo>
                  <a:cubicBezTo>
                    <a:pt x="20" y="0"/>
                    <a:pt x="1" y="24"/>
                    <a:pt x="1" y="63"/>
                  </a:cubicBezTo>
                  <a:cubicBezTo>
                    <a:pt x="1" y="101"/>
                    <a:pt x="20" y="120"/>
                    <a:pt x="63" y="120"/>
                  </a:cubicBezTo>
                  <a:cubicBezTo>
                    <a:pt x="83" y="120"/>
                    <a:pt x="121" y="101"/>
                    <a:pt x="121" y="63"/>
                  </a:cubicBezTo>
                  <a:cubicBezTo>
                    <a:pt x="121" y="24"/>
                    <a:pt x="83"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2245;p60">
              <a:extLst>
                <a:ext uri="{FF2B5EF4-FFF2-40B4-BE49-F238E27FC236}">
                  <a16:creationId xmlns:a16="http://schemas.microsoft.com/office/drawing/2014/main" id="{A3A3D8A8-B6C1-A850-083F-60BB090F73EA}"/>
                </a:ext>
              </a:extLst>
            </p:cNvPr>
            <p:cNvSpPr/>
            <p:nvPr/>
          </p:nvSpPr>
          <p:spPr>
            <a:xfrm>
              <a:off x="6747378" y="2992317"/>
              <a:ext cx="13110" cy="15706"/>
            </a:xfrm>
            <a:custGeom>
              <a:avLst/>
              <a:gdLst/>
              <a:ahLst/>
              <a:cxnLst/>
              <a:rect l="l" t="t" r="r" b="b"/>
              <a:pathLst>
                <a:path w="101" h="121" extrusionOk="0">
                  <a:moveTo>
                    <a:pt x="63" y="0"/>
                  </a:moveTo>
                  <a:cubicBezTo>
                    <a:pt x="19" y="0"/>
                    <a:pt x="0" y="20"/>
                    <a:pt x="0" y="58"/>
                  </a:cubicBezTo>
                  <a:cubicBezTo>
                    <a:pt x="0" y="77"/>
                    <a:pt x="19" y="120"/>
                    <a:pt x="63" y="120"/>
                  </a:cubicBezTo>
                  <a:cubicBezTo>
                    <a:pt x="82" y="120"/>
                    <a:pt x="101" y="77"/>
                    <a:pt x="101" y="58"/>
                  </a:cubicBezTo>
                  <a:cubicBezTo>
                    <a:pt x="101" y="20"/>
                    <a:pt x="8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2246;p60">
              <a:extLst>
                <a:ext uri="{FF2B5EF4-FFF2-40B4-BE49-F238E27FC236}">
                  <a16:creationId xmlns:a16="http://schemas.microsoft.com/office/drawing/2014/main" id="{CC8C2BA3-E2E5-F7BC-80CB-BA9D2AEDCCBD}"/>
                </a:ext>
              </a:extLst>
            </p:cNvPr>
            <p:cNvSpPr/>
            <p:nvPr/>
          </p:nvSpPr>
          <p:spPr>
            <a:xfrm>
              <a:off x="6739850" y="3041514"/>
              <a:ext cx="15706" cy="15836"/>
            </a:xfrm>
            <a:custGeom>
              <a:avLst/>
              <a:gdLst/>
              <a:ahLst/>
              <a:cxnLst/>
              <a:rect l="l" t="t" r="r" b="b"/>
              <a:pathLst>
                <a:path w="121" h="122" extrusionOk="0">
                  <a:moveTo>
                    <a:pt x="58" y="1"/>
                  </a:moveTo>
                  <a:cubicBezTo>
                    <a:pt x="20" y="1"/>
                    <a:pt x="0" y="20"/>
                    <a:pt x="0" y="59"/>
                  </a:cubicBezTo>
                  <a:cubicBezTo>
                    <a:pt x="0" y="83"/>
                    <a:pt x="20" y="121"/>
                    <a:pt x="58" y="121"/>
                  </a:cubicBezTo>
                  <a:cubicBezTo>
                    <a:pt x="77" y="121"/>
                    <a:pt x="121" y="83"/>
                    <a:pt x="121" y="59"/>
                  </a:cubicBezTo>
                  <a:cubicBezTo>
                    <a:pt x="121" y="20"/>
                    <a:pt x="77"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2247;p60">
              <a:extLst>
                <a:ext uri="{FF2B5EF4-FFF2-40B4-BE49-F238E27FC236}">
                  <a16:creationId xmlns:a16="http://schemas.microsoft.com/office/drawing/2014/main" id="{81CA2844-D8EC-55DB-16AE-E0EF0967FFCE}"/>
                </a:ext>
              </a:extLst>
            </p:cNvPr>
            <p:cNvSpPr/>
            <p:nvPr/>
          </p:nvSpPr>
          <p:spPr>
            <a:xfrm>
              <a:off x="6789047" y="3166258"/>
              <a:ext cx="15836" cy="15706"/>
            </a:xfrm>
            <a:custGeom>
              <a:avLst/>
              <a:gdLst/>
              <a:ahLst/>
              <a:cxnLst/>
              <a:rect l="l" t="t" r="r" b="b"/>
              <a:pathLst>
                <a:path w="122" h="121" extrusionOk="0">
                  <a:moveTo>
                    <a:pt x="59" y="1"/>
                  </a:moveTo>
                  <a:cubicBezTo>
                    <a:pt x="39" y="1"/>
                    <a:pt x="1" y="20"/>
                    <a:pt x="1" y="58"/>
                  </a:cubicBezTo>
                  <a:cubicBezTo>
                    <a:pt x="1" y="102"/>
                    <a:pt x="39" y="121"/>
                    <a:pt x="59" y="121"/>
                  </a:cubicBezTo>
                  <a:cubicBezTo>
                    <a:pt x="102" y="121"/>
                    <a:pt x="121" y="102"/>
                    <a:pt x="121" y="58"/>
                  </a:cubicBezTo>
                  <a:cubicBezTo>
                    <a:pt x="121" y="20"/>
                    <a:pt x="102" y="1"/>
                    <a:pt x="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2248;p60">
              <a:extLst>
                <a:ext uri="{FF2B5EF4-FFF2-40B4-BE49-F238E27FC236}">
                  <a16:creationId xmlns:a16="http://schemas.microsoft.com/office/drawing/2014/main" id="{6106ABFF-EA27-842E-872E-805BFE8BC95B}"/>
                </a:ext>
              </a:extLst>
            </p:cNvPr>
            <p:cNvSpPr/>
            <p:nvPr/>
          </p:nvSpPr>
          <p:spPr>
            <a:xfrm>
              <a:off x="6812152" y="3098888"/>
              <a:ext cx="15706" cy="15706"/>
            </a:xfrm>
            <a:custGeom>
              <a:avLst/>
              <a:gdLst/>
              <a:ahLst/>
              <a:cxnLst/>
              <a:rect l="l" t="t" r="r" b="b"/>
              <a:pathLst>
                <a:path w="121" h="121" extrusionOk="0">
                  <a:moveTo>
                    <a:pt x="63" y="1"/>
                  </a:moveTo>
                  <a:cubicBezTo>
                    <a:pt x="44" y="1"/>
                    <a:pt x="1" y="20"/>
                    <a:pt x="1" y="59"/>
                  </a:cubicBezTo>
                  <a:cubicBezTo>
                    <a:pt x="1" y="78"/>
                    <a:pt x="44" y="121"/>
                    <a:pt x="63" y="121"/>
                  </a:cubicBezTo>
                  <a:cubicBezTo>
                    <a:pt x="102" y="121"/>
                    <a:pt x="121" y="78"/>
                    <a:pt x="121" y="59"/>
                  </a:cubicBezTo>
                  <a:cubicBezTo>
                    <a:pt x="121" y="20"/>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2249;p60">
              <a:extLst>
                <a:ext uri="{FF2B5EF4-FFF2-40B4-BE49-F238E27FC236}">
                  <a16:creationId xmlns:a16="http://schemas.microsoft.com/office/drawing/2014/main" id="{BFCD0F56-9061-EE91-5E07-F461D280A36C}"/>
                </a:ext>
              </a:extLst>
            </p:cNvPr>
            <p:cNvSpPr/>
            <p:nvPr/>
          </p:nvSpPr>
          <p:spPr>
            <a:xfrm>
              <a:off x="6802936" y="3113816"/>
              <a:ext cx="19601" cy="16875"/>
            </a:xfrm>
            <a:custGeom>
              <a:avLst/>
              <a:gdLst/>
              <a:ahLst/>
              <a:cxnLst/>
              <a:rect l="l" t="t" r="r" b="b"/>
              <a:pathLst>
                <a:path w="151" h="130" extrusionOk="0">
                  <a:moveTo>
                    <a:pt x="87" y="1"/>
                  </a:moveTo>
                  <a:cubicBezTo>
                    <a:pt x="37" y="1"/>
                    <a:pt x="1" y="50"/>
                    <a:pt x="33" y="83"/>
                  </a:cubicBezTo>
                  <a:cubicBezTo>
                    <a:pt x="33" y="102"/>
                    <a:pt x="33" y="102"/>
                    <a:pt x="52" y="126"/>
                  </a:cubicBezTo>
                  <a:cubicBezTo>
                    <a:pt x="58" y="129"/>
                    <a:pt x="64" y="130"/>
                    <a:pt x="70" y="130"/>
                  </a:cubicBezTo>
                  <a:cubicBezTo>
                    <a:pt x="109" y="130"/>
                    <a:pt x="151" y="78"/>
                    <a:pt x="134" y="44"/>
                  </a:cubicBezTo>
                  <a:cubicBezTo>
                    <a:pt x="134" y="25"/>
                    <a:pt x="115" y="25"/>
                    <a:pt x="115" y="6"/>
                  </a:cubicBezTo>
                  <a:cubicBezTo>
                    <a:pt x="105" y="2"/>
                    <a:pt x="96" y="1"/>
                    <a:pt x="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2250;p60">
              <a:extLst>
                <a:ext uri="{FF2B5EF4-FFF2-40B4-BE49-F238E27FC236}">
                  <a16:creationId xmlns:a16="http://schemas.microsoft.com/office/drawing/2014/main" id="{4E375B79-1EA0-157C-468E-0616840DB8B5}"/>
                </a:ext>
              </a:extLst>
            </p:cNvPr>
            <p:cNvSpPr/>
            <p:nvPr/>
          </p:nvSpPr>
          <p:spPr>
            <a:xfrm>
              <a:off x="6835907" y="2992317"/>
              <a:ext cx="15706" cy="15706"/>
            </a:xfrm>
            <a:custGeom>
              <a:avLst/>
              <a:gdLst/>
              <a:ahLst/>
              <a:cxnLst/>
              <a:rect l="l" t="t" r="r" b="b"/>
              <a:pathLst>
                <a:path w="121" h="121" extrusionOk="0">
                  <a:moveTo>
                    <a:pt x="58" y="0"/>
                  </a:moveTo>
                  <a:cubicBezTo>
                    <a:pt x="39" y="0"/>
                    <a:pt x="0" y="20"/>
                    <a:pt x="0" y="58"/>
                  </a:cubicBezTo>
                  <a:cubicBezTo>
                    <a:pt x="0" y="77"/>
                    <a:pt x="39" y="120"/>
                    <a:pt x="58" y="120"/>
                  </a:cubicBezTo>
                  <a:cubicBezTo>
                    <a:pt x="101" y="120"/>
                    <a:pt x="120" y="77"/>
                    <a:pt x="120" y="58"/>
                  </a:cubicBezTo>
                  <a:cubicBezTo>
                    <a:pt x="120" y="20"/>
                    <a:pt x="101"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2251;p60">
              <a:extLst>
                <a:ext uri="{FF2B5EF4-FFF2-40B4-BE49-F238E27FC236}">
                  <a16:creationId xmlns:a16="http://schemas.microsoft.com/office/drawing/2014/main" id="{DBB383BF-E189-2613-7EAC-596A80A989DD}"/>
                </a:ext>
              </a:extLst>
            </p:cNvPr>
            <p:cNvSpPr/>
            <p:nvPr/>
          </p:nvSpPr>
          <p:spPr>
            <a:xfrm>
              <a:off x="6827729" y="2870038"/>
              <a:ext cx="15706" cy="15706"/>
            </a:xfrm>
            <a:custGeom>
              <a:avLst/>
              <a:gdLst/>
              <a:ahLst/>
              <a:cxnLst/>
              <a:rect l="l" t="t" r="r" b="b"/>
              <a:pathLst>
                <a:path w="121" h="121" extrusionOk="0">
                  <a:moveTo>
                    <a:pt x="63" y="1"/>
                  </a:moveTo>
                  <a:cubicBezTo>
                    <a:pt x="44" y="1"/>
                    <a:pt x="1" y="20"/>
                    <a:pt x="1" y="58"/>
                  </a:cubicBezTo>
                  <a:cubicBezTo>
                    <a:pt x="1" y="102"/>
                    <a:pt x="44" y="121"/>
                    <a:pt x="63" y="121"/>
                  </a:cubicBezTo>
                  <a:cubicBezTo>
                    <a:pt x="102" y="121"/>
                    <a:pt x="121" y="102"/>
                    <a:pt x="121" y="58"/>
                  </a:cubicBezTo>
                  <a:cubicBezTo>
                    <a:pt x="121" y="20"/>
                    <a:pt x="102"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2252;p60">
              <a:extLst>
                <a:ext uri="{FF2B5EF4-FFF2-40B4-BE49-F238E27FC236}">
                  <a16:creationId xmlns:a16="http://schemas.microsoft.com/office/drawing/2014/main" id="{0072089A-B001-F603-85CB-E43CE9E2AD64}"/>
                </a:ext>
              </a:extLst>
            </p:cNvPr>
            <p:cNvSpPr/>
            <p:nvPr/>
          </p:nvSpPr>
          <p:spPr>
            <a:xfrm>
              <a:off x="6780999" y="2818375"/>
              <a:ext cx="15706" cy="15706"/>
            </a:xfrm>
            <a:custGeom>
              <a:avLst/>
              <a:gdLst/>
              <a:ahLst/>
              <a:cxnLst/>
              <a:rect l="l" t="t" r="r" b="b"/>
              <a:pathLst>
                <a:path w="121" h="121" extrusionOk="0">
                  <a:moveTo>
                    <a:pt x="63" y="0"/>
                  </a:moveTo>
                  <a:cubicBezTo>
                    <a:pt x="44" y="0"/>
                    <a:pt x="0" y="19"/>
                    <a:pt x="0" y="58"/>
                  </a:cubicBezTo>
                  <a:cubicBezTo>
                    <a:pt x="0" y="96"/>
                    <a:pt x="44" y="120"/>
                    <a:pt x="63" y="120"/>
                  </a:cubicBezTo>
                  <a:cubicBezTo>
                    <a:pt x="101" y="120"/>
                    <a:pt x="121" y="96"/>
                    <a:pt x="121" y="58"/>
                  </a:cubicBezTo>
                  <a:cubicBezTo>
                    <a:pt x="121" y="19"/>
                    <a:pt x="101"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2253;p60">
              <a:extLst>
                <a:ext uri="{FF2B5EF4-FFF2-40B4-BE49-F238E27FC236}">
                  <a16:creationId xmlns:a16="http://schemas.microsoft.com/office/drawing/2014/main" id="{BA38C33F-E268-26EA-292C-760811A1508F}"/>
                </a:ext>
              </a:extLst>
            </p:cNvPr>
            <p:cNvSpPr/>
            <p:nvPr/>
          </p:nvSpPr>
          <p:spPr>
            <a:xfrm>
              <a:off x="6804753" y="2932476"/>
              <a:ext cx="15706" cy="13240"/>
            </a:xfrm>
            <a:custGeom>
              <a:avLst/>
              <a:gdLst/>
              <a:ahLst/>
              <a:cxnLst/>
              <a:rect l="l" t="t" r="r" b="b"/>
              <a:pathLst>
                <a:path w="121" h="102" extrusionOk="0">
                  <a:moveTo>
                    <a:pt x="58" y="0"/>
                  </a:moveTo>
                  <a:cubicBezTo>
                    <a:pt x="38" y="0"/>
                    <a:pt x="0" y="19"/>
                    <a:pt x="0" y="39"/>
                  </a:cubicBezTo>
                  <a:cubicBezTo>
                    <a:pt x="0" y="82"/>
                    <a:pt x="38" y="101"/>
                    <a:pt x="58" y="101"/>
                  </a:cubicBezTo>
                  <a:cubicBezTo>
                    <a:pt x="101" y="101"/>
                    <a:pt x="120" y="82"/>
                    <a:pt x="120" y="39"/>
                  </a:cubicBezTo>
                  <a:cubicBezTo>
                    <a:pt x="120" y="19"/>
                    <a:pt x="101"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2254;p60">
              <a:extLst>
                <a:ext uri="{FF2B5EF4-FFF2-40B4-BE49-F238E27FC236}">
                  <a16:creationId xmlns:a16="http://schemas.microsoft.com/office/drawing/2014/main" id="{F70783E3-C3E7-DF04-9EF3-C7AD1F60B02B}"/>
                </a:ext>
              </a:extLst>
            </p:cNvPr>
            <p:cNvSpPr/>
            <p:nvPr/>
          </p:nvSpPr>
          <p:spPr>
            <a:xfrm>
              <a:off x="6789047" y="3041514"/>
              <a:ext cx="15836" cy="15836"/>
            </a:xfrm>
            <a:custGeom>
              <a:avLst/>
              <a:gdLst/>
              <a:ahLst/>
              <a:cxnLst/>
              <a:rect l="l" t="t" r="r" b="b"/>
              <a:pathLst>
                <a:path w="122" h="122" extrusionOk="0">
                  <a:moveTo>
                    <a:pt x="59" y="1"/>
                  </a:moveTo>
                  <a:cubicBezTo>
                    <a:pt x="20" y="1"/>
                    <a:pt x="1" y="20"/>
                    <a:pt x="1" y="59"/>
                  </a:cubicBezTo>
                  <a:cubicBezTo>
                    <a:pt x="1" y="83"/>
                    <a:pt x="20" y="121"/>
                    <a:pt x="59" y="121"/>
                  </a:cubicBezTo>
                  <a:cubicBezTo>
                    <a:pt x="102" y="121"/>
                    <a:pt x="121" y="83"/>
                    <a:pt x="121" y="59"/>
                  </a:cubicBezTo>
                  <a:cubicBezTo>
                    <a:pt x="121" y="20"/>
                    <a:pt x="102" y="1"/>
                    <a:pt x="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2255;p60">
              <a:extLst>
                <a:ext uri="{FF2B5EF4-FFF2-40B4-BE49-F238E27FC236}">
                  <a16:creationId xmlns:a16="http://schemas.microsoft.com/office/drawing/2014/main" id="{8217E91A-738E-7731-7A96-F3BA513F16C3}"/>
                </a:ext>
              </a:extLst>
            </p:cNvPr>
            <p:cNvSpPr/>
            <p:nvPr/>
          </p:nvSpPr>
          <p:spPr>
            <a:xfrm>
              <a:off x="6827729" y="3033466"/>
              <a:ext cx="15706" cy="15706"/>
            </a:xfrm>
            <a:custGeom>
              <a:avLst/>
              <a:gdLst/>
              <a:ahLst/>
              <a:cxnLst/>
              <a:rect l="l" t="t" r="r" b="b"/>
              <a:pathLst>
                <a:path w="121" h="121" extrusionOk="0">
                  <a:moveTo>
                    <a:pt x="63" y="0"/>
                  </a:moveTo>
                  <a:cubicBezTo>
                    <a:pt x="44" y="0"/>
                    <a:pt x="1" y="24"/>
                    <a:pt x="1" y="63"/>
                  </a:cubicBezTo>
                  <a:cubicBezTo>
                    <a:pt x="1" y="101"/>
                    <a:pt x="44" y="121"/>
                    <a:pt x="63" y="121"/>
                  </a:cubicBezTo>
                  <a:cubicBezTo>
                    <a:pt x="102" y="121"/>
                    <a:pt x="121" y="101"/>
                    <a:pt x="121" y="63"/>
                  </a:cubicBezTo>
                  <a:cubicBezTo>
                    <a:pt x="121" y="24"/>
                    <a:pt x="102" y="0"/>
                    <a:pt x="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2256;p60">
              <a:extLst>
                <a:ext uri="{FF2B5EF4-FFF2-40B4-BE49-F238E27FC236}">
                  <a16:creationId xmlns:a16="http://schemas.microsoft.com/office/drawing/2014/main" id="{F1448323-5AA4-F776-735F-9EF16341E57F}"/>
                </a:ext>
              </a:extLst>
            </p:cNvPr>
            <p:cNvSpPr/>
            <p:nvPr/>
          </p:nvSpPr>
          <p:spPr>
            <a:xfrm>
              <a:off x="6724273" y="3114465"/>
              <a:ext cx="15706" cy="15836"/>
            </a:xfrm>
            <a:custGeom>
              <a:avLst/>
              <a:gdLst/>
              <a:ahLst/>
              <a:cxnLst/>
              <a:rect l="l" t="t" r="r" b="b"/>
              <a:pathLst>
                <a:path w="121" h="122" extrusionOk="0">
                  <a:moveTo>
                    <a:pt x="58" y="1"/>
                  </a:moveTo>
                  <a:cubicBezTo>
                    <a:pt x="20" y="1"/>
                    <a:pt x="0" y="20"/>
                    <a:pt x="0" y="59"/>
                  </a:cubicBezTo>
                  <a:cubicBezTo>
                    <a:pt x="0" y="78"/>
                    <a:pt x="20" y="121"/>
                    <a:pt x="58" y="121"/>
                  </a:cubicBezTo>
                  <a:cubicBezTo>
                    <a:pt x="77" y="121"/>
                    <a:pt x="120" y="78"/>
                    <a:pt x="120" y="59"/>
                  </a:cubicBezTo>
                  <a:cubicBezTo>
                    <a:pt x="120" y="20"/>
                    <a:pt x="77" y="1"/>
                    <a:pt x="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2257;p60">
              <a:extLst>
                <a:ext uri="{FF2B5EF4-FFF2-40B4-BE49-F238E27FC236}">
                  <a16:creationId xmlns:a16="http://schemas.microsoft.com/office/drawing/2014/main" id="{3F50F016-4067-93BD-4835-3DE246AB0DF3}"/>
                </a:ext>
              </a:extLst>
            </p:cNvPr>
            <p:cNvSpPr/>
            <p:nvPr/>
          </p:nvSpPr>
          <p:spPr>
            <a:xfrm>
              <a:off x="6780999" y="3204941"/>
              <a:ext cx="15706" cy="15706"/>
            </a:xfrm>
            <a:custGeom>
              <a:avLst/>
              <a:gdLst/>
              <a:ahLst/>
              <a:cxnLst/>
              <a:rect l="l" t="t" r="r" b="b"/>
              <a:pathLst>
                <a:path w="121" h="121" extrusionOk="0">
                  <a:moveTo>
                    <a:pt x="63" y="1"/>
                  </a:moveTo>
                  <a:cubicBezTo>
                    <a:pt x="25" y="1"/>
                    <a:pt x="0" y="25"/>
                    <a:pt x="0" y="63"/>
                  </a:cubicBezTo>
                  <a:cubicBezTo>
                    <a:pt x="0" y="82"/>
                    <a:pt x="25" y="121"/>
                    <a:pt x="63" y="121"/>
                  </a:cubicBezTo>
                  <a:cubicBezTo>
                    <a:pt x="101" y="121"/>
                    <a:pt x="121" y="82"/>
                    <a:pt x="121" y="63"/>
                  </a:cubicBezTo>
                  <a:cubicBezTo>
                    <a:pt x="121" y="25"/>
                    <a:pt x="101" y="1"/>
                    <a:pt x="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2258;p60">
              <a:extLst>
                <a:ext uri="{FF2B5EF4-FFF2-40B4-BE49-F238E27FC236}">
                  <a16:creationId xmlns:a16="http://schemas.microsoft.com/office/drawing/2014/main" id="{5F04BA25-0A3D-19A5-E408-41C62349E65E}"/>
                </a:ext>
              </a:extLst>
            </p:cNvPr>
            <p:cNvSpPr/>
            <p:nvPr/>
          </p:nvSpPr>
          <p:spPr>
            <a:xfrm>
              <a:off x="6739850" y="3244273"/>
              <a:ext cx="15706" cy="15706"/>
            </a:xfrm>
            <a:custGeom>
              <a:avLst/>
              <a:gdLst/>
              <a:ahLst/>
              <a:cxnLst/>
              <a:rect l="l" t="t" r="r" b="b"/>
              <a:pathLst>
                <a:path w="121" h="121" extrusionOk="0">
                  <a:moveTo>
                    <a:pt x="58" y="0"/>
                  </a:moveTo>
                  <a:cubicBezTo>
                    <a:pt x="20" y="0"/>
                    <a:pt x="0" y="19"/>
                    <a:pt x="0" y="58"/>
                  </a:cubicBezTo>
                  <a:cubicBezTo>
                    <a:pt x="0" y="82"/>
                    <a:pt x="20" y="120"/>
                    <a:pt x="58" y="120"/>
                  </a:cubicBezTo>
                  <a:cubicBezTo>
                    <a:pt x="77" y="120"/>
                    <a:pt x="121" y="82"/>
                    <a:pt x="121" y="58"/>
                  </a:cubicBezTo>
                  <a:cubicBezTo>
                    <a:pt x="121" y="19"/>
                    <a:pt x="77" y="0"/>
                    <a:pt x="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2259;p60">
              <a:extLst>
                <a:ext uri="{FF2B5EF4-FFF2-40B4-BE49-F238E27FC236}">
                  <a16:creationId xmlns:a16="http://schemas.microsoft.com/office/drawing/2014/main" id="{648A6F9E-859A-8F11-DD12-795C9727918A}"/>
                </a:ext>
              </a:extLst>
            </p:cNvPr>
            <p:cNvSpPr/>
            <p:nvPr/>
          </p:nvSpPr>
          <p:spPr>
            <a:xfrm>
              <a:off x="5738149" y="3116969"/>
              <a:ext cx="320552" cy="185964"/>
            </a:xfrm>
            <a:custGeom>
              <a:avLst/>
              <a:gdLst/>
              <a:ahLst/>
              <a:cxnLst/>
              <a:rect l="l" t="t" r="r" b="b"/>
              <a:pathLst>
                <a:path w="2346" h="1361" extrusionOk="0">
                  <a:moveTo>
                    <a:pt x="1163" y="1"/>
                  </a:moveTo>
                  <a:lnTo>
                    <a:pt x="1" y="678"/>
                  </a:lnTo>
                  <a:lnTo>
                    <a:pt x="1163" y="1360"/>
                  </a:lnTo>
                  <a:lnTo>
                    <a:pt x="2345" y="678"/>
                  </a:lnTo>
                  <a:lnTo>
                    <a:pt x="1163"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2260;p60">
              <a:extLst>
                <a:ext uri="{FF2B5EF4-FFF2-40B4-BE49-F238E27FC236}">
                  <a16:creationId xmlns:a16="http://schemas.microsoft.com/office/drawing/2014/main" id="{680773E4-60B5-453F-F20B-6D019D947252}"/>
                </a:ext>
              </a:extLst>
            </p:cNvPr>
            <p:cNvSpPr/>
            <p:nvPr/>
          </p:nvSpPr>
          <p:spPr>
            <a:xfrm>
              <a:off x="5738149" y="3209608"/>
              <a:ext cx="159046" cy="402397"/>
            </a:xfrm>
            <a:custGeom>
              <a:avLst/>
              <a:gdLst/>
              <a:ahLst/>
              <a:cxnLst/>
              <a:rect l="l" t="t" r="r" b="b"/>
              <a:pathLst>
                <a:path w="1164" h="2945" extrusionOk="0">
                  <a:moveTo>
                    <a:pt x="1" y="0"/>
                  </a:moveTo>
                  <a:lnTo>
                    <a:pt x="1" y="2263"/>
                  </a:lnTo>
                  <a:lnTo>
                    <a:pt x="1163" y="2945"/>
                  </a:lnTo>
                  <a:lnTo>
                    <a:pt x="1163" y="682"/>
                  </a:lnTo>
                  <a:lnTo>
                    <a:pt x="1"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2261;p60">
              <a:extLst>
                <a:ext uri="{FF2B5EF4-FFF2-40B4-BE49-F238E27FC236}">
                  <a16:creationId xmlns:a16="http://schemas.microsoft.com/office/drawing/2014/main" id="{DE74FF08-E50A-C4AE-C846-5FF65F1F3572}"/>
                </a:ext>
              </a:extLst>
            </p:cNvPr>
            <p:cNvSpPr/>
            <p:nvPr/>
          </p:nvSpPr>
          <p:spPr>
            <a:xfrm>
              <a:off x="5897062" y="3209608"/>
              <a:ext cx="161642" cy="402397"/>
            </a:xfrm>
            <a:custGeom>
              <a:avLst/>
              <a:gdLst/>
              <a:ahLst/>
              <a:cxnLst/>
              <a:rect l="l" t="t" r="r" b="b"/>
              <a:pathLst>
                <a:path w="1183" h="2945" extrusionOk="0">
                  <a:moveTo>
                    <a:pt x="1182" y="0"/>
                  </a:moveTo>
                  <a:lnTo>
                    <a:pt x="0" y="682"/>
                  </a:lnTo>
                  <a:lnTo>
                    <a:pt x="0" y="2945"/>
                  </a:lnTo>
                  <a:lnTo>
                    <a:pt x="1182" y="2263"/>
                  </a:lnTo>
                  <a:lnTo>
                    <a:pt x="1182"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2262;p60">
              <a:extLst>
                <a:ext uri="{FF2B5EF4-FFF2-40B4-BE49-F238E27FC236}">
                  <a16:creationId xmlns:a16="http://schemas.microsoft.com/office/drawing/2014/main" id="{7E706458-39F5-7DFC-B7D5-D8DF44467C91}"/>
                </a:ext>
              </a:extLst>
            </p:cNvPr>
            <p:cNvSpPr/>
            <p:nvPr/>
          </p:nvSpPr>
          <p:spPr>
            <a:xfrm>
              <a:off x="5650836" y="3034988"/>
              <a:ext cx="492442" cy="284343"/>
            </a:xfrm>
            <a:custGeom>
              <a:avLst/>
              <a:gdLst/>
              <a:ahLst/>
              <a:cxnLst/>
              <a:rect l="l" t="t" r="r" b="b"/>
              <a:pathLst>
                <a:path w="3604" h="2081" extrusionOk="0">
                  <a:moveTo>
                    <a:pt x="1802" y="0"/>
                  </a:moveTo>
                  <a:lnTo>
                    <a:pt x="1" y="1038"/>
                  </a:lnTo>
                  <a:lnTo>
                    <a:pt x="1802" y="2080"/>
                  </a:lnTo>
                  <a:lnTo>
                    <a:pt x="3604" y="1038"/>
                  </a:lnTo>
                  <a:lnTo>
                    <a:pt x="180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2263;p60">
              <a:extLst>
                <a:ext uri="{FF2B5EF4-FFF2-40B4-BE49-F238E27FC236}">
                  <a16:creationId xmlns:a16="http://schemas.microsoft.com/office/drawing/2014/main" id="{3F9BA309-2AC7-CDC0-BC44-8C3934A5F515}"/>
                </a:ext>
              </a:extLst>
            </p:cNvPr>
            <p:cNvSpPr/>
            <p:nvPr/>
          </p:nvSpPr>
          <p:spPr>
            <a:xfrm>
              <a:off x="5650836" y="3176679"/>
              <a:ext cx="246357" cy="175443"/>
            </a:xfrm>
            <a:custGeom>
              <a:avLst/>
              <a:gdLst/>
              <a:ahLst/>
              <a:cxnLst/>
              <a:rect l="l" t="t" r="r" b="b"/>
              <a:pathLst>
                <a:path w="1803" h="1284" extrusionOk="0">
                  <a:moveTo>
                    <a:pt x="1" y="1"/>
                  </a:moveTo>
                  <a:lnTo>
                    <a:pt x="1" y="241"/>
                  </a:lnTo>
                  <a:lnTo>
                    <a:pt x="1802" y="1283"/>
                  </a:lnTo>
                  <a:lnTo>
                    <a:pt x="1802" y="1043"/>
                  </a:lnTo>
                  <a:lnTo>
                    <a:pt x="1"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2264;p60">
              <a:extLst>
                <a:ext uri="{FF2B5EF4-FFF2-40B4-BE49-F238E27FC236}">
                  <a16:creationId xmlns:a16="http://schemas.microsoft.com/office/drawing/2014/main" id="{BDF69152-64B1-B991-4AFF-0350F9CFAD26}"/>
                </a:ext>
              </a:extLst>
            </p:cNvPr>
            <p:cNvSpPr/>
            <p:nvPr/>
          </p:nvSpPr>
          <p:spPr>
            <a:xfrm>
              <a:off x="5897062" y="3176679"/>
              <a:ext cx="246221" cy="175443"/>
            </a:xfrm>
            <a:custGeom>
              <a:avLst/>
              <a:gdLst/>
              <a:ahLst/>
              <a:cxnLst/>
              <a:rect l="l" t="t" r="r" b="b"/>
              <a:pathLst>
                <a:path w="1802" h="1284" extrusionOk="0">
                  <a:moveTo>
                    <a:pt x="1802" y="1"/>
                  </a:moveTo>
                  <a:lnTo>
                    <a:pt x="0" y="1043"/>
                  </a:lnTo>
                  <a:lnTo>
                    <a:pt x="0" y="1283"/>
                  </a:lnTo>
                  <a:lnTo>
                    <a:pt x="1802" y="241"/>
                  </a:lnTo>
                  <a:lnTo>
                    <a:pt x="180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2265;p60">
              <a:extLst>
                <a:ext uri="{FF2B5EF4-FFF2-40B4-BE49-F238E27FC236}">
                  <a16:creationId xmlns:a16="http://schemas.microsoft.com/office/drawing/2014/main" id="{EC17CAEF-972F-AEBA-BB52-38AA974E336B}"/>
                </a:ext>
              </a:extLst>
            </p:cNvPr>
            <p:cNvSpPr/>
            <p:nvPr/>
          </p:nvSpPr>
          <p:spPr>
            <a:xfrm>
              <a:off x="7532923" y="3116969"/>
              <a:ext cx="317136" cy="185964"/>
            </a:xfrm>
            <a:custGeom>
              <a:avLst/>
              <a:gdLst/>
              <a:ahLst/>
              <a:cxnLst/>
              <a:rect l="l" t="t" r="r" b="b"/>
              <a:pathLst>
                <a:path w="2321" h="1361" extrusionOk="0">
                  <a:moveTo>
                    <a:pt x="1158" y="1"/>
                  </a:moveTo>
                  <a:lnTo>
                    <a:pt x="0" y="678"/>
                  </a:lnTo>
                  <a:lnTo>
                    <a:pt x="1158" y="1360"/>
                  </a:lnTo>
                  <a:lnTo>
                    <a:pt x="2320" y="678"/>
                  </a:lnTo>
                  <a:lnTo>
                    <a:pt x="1158"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2266;p60">
              <a:extLst>
                <a:ext uri="{FF2B5EF4-FFF2-40B4-BE49-F238E27FC236}">
                  <a16:creationId xmlns:a16="http://schemas.microsoft.com/office/drawing/2014/main" id="{5B893D72-E127-F4EC-0AEF-88A8DFD3477B}"/>
                </a:ext>
              </a:extLst>
            </p:cNvPr>
            <p:cNvSpPr/>
            <p:nvPr/>
          </p:nvSpPr>
          <p:spPr>
            <a:xfrm>
              <a:off x="7532923" y="3209608"/>
              <a:ext cx="158226" cy="402397"/>
            </a:xfrm>
            <a:custGeom>
              <a:avLst/>
              <a:gdLst/>
              <a:ahLst/>
              <a:cxnLst/>
              <a:rect l="l" t="t" r="r" b="b"/>
              <a:pathLst>
                <a:path w="1158" h="2945" extrusionOk="0">
                  <a:moveTo>
                    <a:pt x="0" y="0"/>
                  </a:moveTo>
                  <a:lnTo>
                    <a:pt x="0" y="2263"/>
                  </a:lnTo>
                  <a:lnTo>
                    <a:pt x="1158" y="2945"/>
                  </a:lnTo>
                  <a:lnTo>
                    <a:pt x="1158" y="682"/>
                  </a:lnTo>
                  <a:lnTo>
                    <a:pt x="0" y="0"/>
                  </a:lnTo>
                  <a:close/>
                </a:path>
              </a:pathLst>
            </a:custGeom>
            <a:gradFill>
              <a:gsLst>
                <a:gs pos="0">
                  <a:schemeClr val="accent5"/>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2267;p60">
              <a:extLst>
                <a:ext uri="{FF2B5EF4-FFF2-40B4-BE49-F238E27FC236}">
                  <a16:creationId xmlns:a16="http://schemas.microsoft.com/office/drawing/2014/main" id="{3439C4AC-13B0-EA4C-A182-009ADB69BD53}"/>
                </a:ext>
              </a:extLst>
            </p:cNvPr>
            <p:cNvSpPr/>
            <p:nvPr/>
          </p:nvSpPr>
          <p:spPr>
            <a:xfrm>
              <a:off x="7691016" y="3209608"/>
              <a:ext cx="159046" cy="402397"/>
            </a:xfrm>
            <a:custGeom>
              <a:avLst/>
              <a:gdLst/>
              <a:ahLst/>
              <a:cxnLst/>
              <a:rect l="l" t="t" r="r" b="b"/>
              <a:pathLst>
                <a:path w="1164" h="2945" extrusionOk="0">
                  <a:moveTo>
                    <a:pt x="1163" y="0"/>
                  </a:moveTo>
                  <a:lnTo>
                    <a:pt x="1" y="682"/>
                  </a:lnTo>
                  <a:lnTo>
                    <a:pt x="1" y="2945"/>
                  </a:lnTo>
                  <a:lnTo>
                    <a:pt x="1163" y="2263"/>
                  </a:lnTo>
                  <a:lnTo>
                    <a:pt x="1163" y="0"/>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2268;p60">
              <a:extLst>
                <a:ext uri="{FF2B5EF4-FFF2-40B4-BE49-F238E27FC236}">
                  <a16:creationId xmlns:a16="http://schemas.microsoft.com/office/drawing/2014/main" id="{4AE86721-3523-04D3-520E-3F96A6C7E08D}"/>
                </a:ext>
              </a:extLst>
            </p:cNvPr>
            <p:cNvSpPr/>
            <p:nvPr/>
          </p:nvSpPr>
          <p:spPr>
            <a:xfrm>
              <a:off x="7444926" y="3034988"/>
              <a:ext cx="492442" cy="284343"/>
            </a:xfrm>
            <a:custGeom>
              <a:avLst/>
              <a:gdLst/>
              <a:ahLst/>
              <a:cxnLst/>
              <a:rect l="l" t="t" r="r" b="b"/>
              <a:pathLst>
                <a:path w="3604" h="2081" extrusionOk="0">
                  <a:moveTo>
                    <a:pt x="1802" y="0"/>
                  </a:moveTo>
                  <a:lnTo>
                    <a:pt x="0" y="1038"/>
                  </a:lnTo>
                  <a:lnTo>
                    <a:pt x="1802" y="2080"/>
                  </a:lnTo>
                  <a:lnTo>
                    <a:pt x="3603" y="1038"/>
                  </a:lnTo>
                  <a:lnTo>
                    <a:pt x="1802" y="0"/>
                  </a:lnTo>
                  <a:close/>
                </a:path>
              </a:pathLst>
            </a:custGeom>
            <a:gradFill>
              <a:gsLst>
                <a:gs pos="0">
                  <a:schemeClr val="accent5"/>
                </a:gs>
                <a:gs pos="100000">
                  <a:schemeClr val="lt2"/>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2269;p60">
              <a:extLst>
                <a:ext uri="{FF2B5EF4-FFF2-40B4-BE49-F238E27FC236}">
                  <a16:creationId xmlns:a16="http://schemas.microsoft.com/office/drawing/2014/main" id="{C3A8E0BB-0D80-6082-055C-F23B6E99E3F7}"/>
                </a:ext>
              </a:extLst>
            </p:cNvPr>
            <p:cNvSpPr/>
            <p:nvPr/>
          </p:nvSpPr>
          <p:spPr>
            <a:xfrm>
              <a:off x="7444926" y="3176679"/>
              <a:ext cx="246221" cy="175443"/>
            </a:xfrm>
            <a:custGeom>
              <a:avLst/>
              <a:gdLst/>
              <a:ahLst/>
              <a:cxnLst/>
              <a:rect l="l" t="t" r="r" b="b"/>
              <a:pathLst>
                <a:path w="1802" h="1284" extrusionOk="0">
                  <a:moveTo>
                    <a:pt x="0" y="1"/>
                  </a:moveTo>
                  <a:lnTo>
                    <a:pt x="0" y="241"/>
                  </a:lnTo>
                  <a:lnTo>
                    <a:pt x="1802" y="1283"/>
                  </a:lnTo>
                  <a:lnTo>
                    <a:pt x="1802" y="1043"/>
                  </a:lnTo>
                  <a:lnTo>
                    <a:pt x="0"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2270;p60">
              <a:extLst>
                <a:ext uri="{FF2B5EF4-FFF2-40B4-BE49-F238E27FC236}">
                  <a16:creationId xmlns:a16="http://schemas.microsoft.com/office/drawing/2014/main" id="{4877570F-103E-B20A-D88B-4759669D2D03}"/>
                </a:ext>
              </a:extLst>
            </p:cNvPr>
            <p:cNvSpPr/>
            <p:nvPr/>
          </p:nvSpPr>
          <p:spPr>
            <a:xfrm>
              <a:off x="7691016" y="3176679"/>
              <a:ext cx="246357" cy="175443"/>
            </a:xfrm>
            <a:custGeom>
              <a:avLst/>
              <a:gdLst/>
              <a:ahLst/>
              <a:cxnLst/>
              <a:rect l="l" t="t" r="r" b="b"/>
              <a:pathLst>
                <a:path w="1803" h="1284" extrusionOk="0">
                  <a:moveTo>
                    <a:pt x="1802" y="1"/>
                  </a:moveTo>
                  <a:lnTo>
                    <a:pt x="1" y="1043"/>
                  </a:lnTo>
                  <a:lnTo>
                    <a:pt x="1" y="1283"/>
                  </a:lnTo>
                  <a:lnTo>
                    <a:pt x="1802" y="241"/>
                  </a:lnTo>
                  <a:lnTo>
                    <a:pt x="1802" y="1"/>
                  </a:lnTo>
                  <a:close/>
                </a:path>
              </a:pathLst>
            </a:custGeom>
            <a:gradFill>
              <a:gsLst>
                <a:gs pos="0">
                  <a:srgbClr val="1501A9"/>
                </a:gs>
                <a:gs pos="100000">
                  <a:srgbClr val="17163E"/>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2271;p60">
              <a:extLst>
                <a:ext uri="{FF2B5EF4-FFF2-40B4-BE49-F238E27FC236}">
                  <a16:creationId xmlns:a16="http://schemas.microsoft.com/office/drawing/2014/main" id="{DC945EA0-FA32-2687-6A76-6BA63BC0E258}"/>
                </a:ext>
              </a:extLst>
            </p:cNvPr>
            <p:cNvSpPr/>
            <p:nvPr/>
          </p:nvSpPr>
          <p:spPr>
            <a:xfrm>
              <a:off x="5664136" y="1801241"/>
              <a:ext cx="543234" cy="789214"/>
            </a:xfrm>
            <a:custGeom>
              <a:avLst/>
              <a:gdLst/>
              <a:ahLst/>
              <a:cxnLst/>
              <a:rect l="l" t="t" r="r" b="b"/>
              <a:pathLst>
                <a:path w="4185" h="6080" extrusionOk="0">
                  <a:moveTo>
                    <a:pt x="157" y="0"/>
                  </a:moveTo>
                  <a:cubicBezTo>
                    <a:pt x="76" y="0"/>
                    <a:pt x="0" y="56"/>
                    <a:pt x="0" y="151"/>
                  </a:cubicBezTo>
                  <a:lnTo>
                    <a:pt x="0" y="3677"/>
                  </a:lnTo>
                  <a:cubicBezTo>
                    <a:pt x="0" y="3735"/>
                    <a:pt x="39" y="3798"/>
                    <a:pt x="101" y="3817"/>
                  </a:cubicBezTo>
                  <a:lnTo>
                    <a:pt x="3964" y="6060"/>
                  </a:lnTo>
                  <a:cubicBezTo>
                    <a:pt x="3987" y="6074"/>
                    <a:pt x="4011" y="6079"/>
                    <a:pt x="4035" y="6079"/>
                  </a:cubicBezTo>
                  <a:cubicBezTo>
                    <a:pt x="4114" y="6079"/>
                    <a:pt x="4185" y="6014"/>
                    <a:pt x="4185" y="5940"/>
                  </a:cubicBezTo>
                  <a:lnTo>
                    <a:pt x="4185" y="2496"/>
                  </a:lnTo>
                  <a:cubicBezTo>
                    <a:pt x="4185" y="2376"/>
                    <a:pt x="4122" y="2275"/>
                    <a:pt x="4021" y="2217"/>
                  </a:cubicBezTo>
                  <a:lnTo>
                    <a:pt x="221" y="12"/>
                  </a:lnTo>
                  <a:cubicBezTo>
                    <a:pt x="200" y="4"/>
                    <a:pt x="179" y="0"/>
                    <a:pt x="157" y="0"/>
                  </a:cubicBezTo>
                  <a:close/>
                </a:path>
              </a:pathLst>
            </a:custGeom>
            <a:solidFill>
              <a:srgbClr val="FF248A">
                <a:alpha val="55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2272;p60">
              <a:extLst>
                <a:ext uri="{FF2B5EF4-FFF2-40B4-BE49-F238E27FC236}">
                  <a16:creationId xmlns:a16="http://schemas.microsoft.com/office/drawing/2014/main" id="{71B7EE3E-B170-0506-C7BD-2ED7E120AA6F}"/>
                </a:ext>
              </a:extLst>
            </p:cNvPr>
            <p:cNvSpPr/>
            <p:nvPr/>
          </p:nvSpPr>
          <p:spPr>
            <a:xfrm>
              <a:off x="5664136" y="1800203"/>
              <a:ext cx="543234" cy="792719"/>
            </a:xfrm>
            <a:custGeom>
              <a:avLst/>
              <a:gdLst/>
              <a:ahLst/>
              <a:cxnLst/>
              <a:rect l="l" t="t" r="r" b="b"/>
              <a:pathLst>
                <a:path w="4185" h="6107" extrusionOk="0">
                  <a:moveTo>
                    <a:pt x="159" y="20"/>
                  </a:moveTo>
                  <a:cubicBezTo>
                    <a:pt x="178" y="20"/>
                    <a:pt x="197" y="20"/>
                    <a:pt x="221" y="39"/>
                  </a:cubicBezTo>
                  <a:lnTo>
                    <a:pt x="4002" y="2225"/>
                  </a:lnTo>
                  <a:cubicBezTo>
                    <a:pt x="4103" y="2283"/>
                    <a:pt x="4161" y="2384"/>
                    <a:pt x="4161" y="2504"/>
                  </a:cubicBezTo>
                  <a:lnTo>
                    <a:pt x="4161" y="5948"/>
                  </a:lnTo>
                  <a:cubicBezTo>
                    <a:pt x="4161" y="6025"/>
                    <a:pt x="4103" y="6088"/>
                    <a:pt x="4041" y="6088"/>
                  </a:cubicBezTo>
                  <a:cubicBezTo>
                    <a:pt x="4021" y="6088"/>
                    <a:pt x="4002" y="6068"/>
                    <a:pt x="3983" y="6068"/>
                  </a:cubicBezTo>
                  <a:lnTo>
                    <a:pt x="101" y="3825"/>
                  </a:lnTo>
                  <a:cubicBezTo>
                    <a:pt x="39" y="3786"/>
                    <a:pt x="20" y="3743"/>
                    <a:pt x="20" y="3685"/>
                  </a:cubicBezTo>
                  <a:lnTo>
                    <a:pt x="20" y="159"/>
                  </a:lnTo>
                  <a:cubicBezTo>
                    <a:pt x="20" y="82"/>
                    <a:pt x="77" y="20"/>
                    <a:pt x="159" y="20"/>
                  </a:cubicBezTo>
                  <a:close/>
                  <a:moveTo>
                    <a:pt x="159" y="1"/>
                  </a:moveTo>
                  <a:cubicBezTo>
                    <a:pt x="77" y="1"/>
                    <a:pt x="0" y="63"/>
                    <a:pt x="0" y="159"/>
                  </a:cubicBezTo>
                  <a:lnTo>
                    <a:pt x="0" y="3685"/>
                  </a:lnTo>
                  <a:cubicBezTo>
                    <a:pt x="0" y="3743"/>
                    <a:pt x="20" y="3806"/>
                    <a:pt x="77" y="3844"/>
                  </a:cubicBezTo>
                  <a:lnTo>
                    <a:pt x="3964" y="6088"/>
                  </a:lnTo>
                  <a:cubicBezTo>
                    <a:pt x="3983" y="6088"/>
                    <a:pt x="4021" y="6107"/>
                    <a:pt x="4041" y="6107"/>
                  </a:cubicBezTo>
                  <a:cubicBezTo>
                    <a:pt x="4122" y="6107"/>
                    <a:pt x="4185" y="6025"/>
                    <a:pt x="4185" y="5948"/>
                  </a:cubicBezTo>
                  <a:lnTo>
                    <a:pt x="4185" y="2504"/>
                  </a:lnTo>
                  <a:cubicBezTo>
                    <a:pt x="4185" y="2384"/>
                    <a:pt x="4122" y="2263"/>
                    <a:pt x="4021" y="2201"/>
                  </a:cubicBezTo>
                  <a:lnTo>
                    <a:pt x="241" y="20"/>
                  </a:lnTo>
                  <a:cubicBezTo>
                    <a:pt x="197" y="1"/>
                    <a:pt x="178" y="1"/>
                    <a:pt x="1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2273;p60">
              <a:extLst>
                <a:ext uri="{FF2B5EF4-FFF2-40B4-BE49-F238E27FC236}">
                  <a16:creationId xmlns:a16="http://schemas.microsoft.com/office/drawing/2014/main" id="{E961044E-28F5-695E-3711-E34045BDE9BE}"/>
                </a:ext>
              </a:extLst>
            </p:cNvPr>
            <p:cNvSpPr/>
            <p:nvPr/>
          </p:nvSpPr>
          <p:spPr>
            <a:xfrm>
              <a:off x="5882342" y="2021005"/>
              <a:ext cx="33879" cy="33749"/>
            </a:xfrm>
            <a:custGeom>
              <a:avLst/>
              <a:gdLst/>
              <a:ahLst/>
              <a:cxnLst/>
              <a:rect l="l" t="t" r="r" b="b"/>
              <a:pathLst>
                <a:path w="261" h="260" extrusionOk="0">
                  <a:moveTo>
                    <a:pt x="1" y="0"/>
                  </a:moveTo>
                  <a:lnTo>
                    <a:pt x="1" y="121"/>
                  </a:lnTo>
                  <a:lnTo>
                    <a:pt x="260" y="260"/>
                  </a:lnTo>
                  <a:lnTo>
                    <a:pt x="260"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2274;p60">
              <a:extLst>
                <a:ext uri="{FF2B5EF4-FFF2-40B4-BE49-F238E27FC236}">
                  <a16:creationId xmlns:a16="http://schemas.microsoft.com/office/drawing/2014/main" id="{D1BEDF29-1B40-AE36-DA92-D243C0498C1D}"/>
                </a:ext>
              </a:extLst>
            </p:cNvPr>
            <p:cNvSpPr/>
            <p:nvPr/>
          </p:nvSpPr>
          <p:spPr>
            <a:xfrm>
              <a:off x="5921025" y="2044630"/>
              <a:ext cx="28817" cy="31413"/>
            </a:xfrm>
            <a:custGeom>
              <a:avLst/>
              <a:gdLst/>
              <a:ahLst/>
              <a:cxnLst/>
              <a:rect l="l" t="t" r="r" b="b"/>
              <a:pathLst>
                <a:path w="222" h="242" extrusionOk="0">
                  <a:moveTo>
                    <a:pt x="1" y="1"/>
                  </a:moveTo>
                  <a:lnTo>
                    <a:pt x="1" y="102"/>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2275;p60">
              <a:extLst>
                <a:ext uri="{FF2B5EF4-FFF2-40B4-BE49-F238E27FC236}">
                  <a16:creationId xmlns:a16="http://schemas.microsoft.com/office/drawing/2014/main" id="{1F35AF0D-AAD0-CDE2-F2A6-F5ED6C7F8148}"/>
                </a:ext>
              </a:extLst>
            </p:cNvPr>
            <p:cNvSpPr/>
            <p:nvPr/>
          </p:nvSpPr>
          <p:spPr>
            <a:xfrm>
              <a:off x="5856251" y="2005428"/>
              <a:ext cx="15706" cy="23754"/>
            </a:xfrm>
            <a:custGeom>
              <a:avLst/>
              <a:gdLst/>
              <a:ahLst/>
              <a:cxnLst/>
              <a:rect l="l" t="t" r="r" b="b"/>
              <a:pathLst>
                <a:path w="121" h="183" extrusionOk="0">
                  <a:moveTo>
                    <a:pt x="0" y="0"/>
                  </a:moveTo>
                  <a:lnTo>
                    <a:pt x="0" y="120"/>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2276;p60">
              <a:extLst>
                <a:ext uri="{FF2B5EF4-FFF2-40B4-BE49-F238E27FC236}">
                  <a16:creationId xmlns:a16="http://schemas.microsoft.com/office/drawing/2014/main" id="{961370DD-AF93-2DB2-D9C5-76925563DDF9}"/>
                </a:ext>
              </a:extLst>
            </p:cNvPr>
            <p:cNvSpPr/>
            <p:nvPr/>
          </p:nvSpPr>
          <p:spPr>
            <a:xfrm>
              <a:off x="5796280" y="1971678"/>
              <a:ext cx="52571" cy="44393"/>
            </a:xfrm>
            <a:custGeom>
              <a:avLst/>
              <a:gdLst/>
              <a:ahLst/>
              <a:cxnLst/>
              <a:rect l="l" t="t" r="r" b="b"/>
              <a:pathLst>
                <a:path w="405" h="342" extrusionOk="0">
                  <a:moveTo>
                    <a:pt x="1" y="1"/>
                  </a:moveTo>
                  <a:lnTo>
                    <a:pt x="1" y="102"/>
                  </a:lnTo>
                  <a:lnTo>
                    <a:pt x="404" y="342"/>
                  </a:lnTo>
                  <a:lnTo>
                    <a:pt x="404"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2277;p60">
              <a:extLst>
                <a:ext uri="{FF2B5EF4-FFF2-40B4-BE49-F238E27FC236}">
                  <a16:creationId xmlns:a16="http://schemas.microsoft.com/office/drawing/2014/main" id="{4032612C-CBC5-8AD4-8D17-0D5AAD8576BC}"/>
                </a:ext>
              </a:extLst>
            </p:cNvPr>
            <p:cNvSpPr/>
            <p:nvPr/>
          </p:nvSpPr>
          <p:spPr>
            <a:xfrm>
              <a:off x="5747083" y="1942991"/>
              <a:ext cx="39461" cy="36994"/>
            </a:xfrm>
            <a:custGeom>
              <a:avLst/>
              <a:gdLst/>
              <a:ahLst/>
              <a:cxnLst/>
              <a:rect l="l" t="t" r="r" b="b"/>
              <a:pathLst>
                <a:path w="304" h="285" extrusionOk="0">
                  <a:moveTo>
                    <a:pt x="0" y="1"/>
                  </a:moveTo>
                  <a:lnTo>
                    <a:pt x="0" y="102"/>
                  </a:lnTo>
                  <a:lnTo>
                    <a:pt x="303" y="284"/>
                  </a:lnTo>
                  <a:lnTo>
                    <a:pt x="303" y="16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2278;p60">
              <a:extLst>
                <a:ext uri="{FF2B5EF4-FFF2-40B4-BE49-F238E27FC236}">
                  <a16:creationId xmlns:a16="http://schemas.microsoft.com/office/drawing/2014/main" id="{8FD11E7B-8C89-E9EE-5A8A-6EE3A5546792}"/>
                </a:ext>
              </a:extLst>
            </p:cNvPr>
            <p:cNvSpPr/>
            <p:nvPr/>
          </p:nvSpPr>
          <p:spPr>
            <a:xfrm>
              <a:off x="5755131" y="1911837"/>
              <a:ext cx="38812" cy="39461"/>
            </a:xfrm>
            <a:custGeom>
              <a:avLst/>
              <a:gdLst/>
              <a:ahLst/>
              <a:cxnLst/>
              <a:rect l="l" t="t" r="r" b="b"/>
              <a:pathLst>
                <a:path w="299" h="304" extrusionOk="0">
                  <a:moveTo>
                    <a:pt x="1" y="1"/>
                  </a:moveTo>
                  <a:lnTo>
                    <a:pt x="1" y="121"/>
                  </a:lnTo>
                  <a:lnTo>
                    <a:pt x="299" y="303"/>
                  </a:lnTo>
                  <a:lnTo>
                    <a:pt x="299" y="183"/>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2279;p60">
              <a:extLst>
                <a:ext uri="{FF2B5EF4-FFF2-40B4-BE49-F238E27FC236}">
                  <a16:creationId xmlns:a16="http://schemas.microsoft.com/office/drawing/2014/main" id="{C013CF49-2900-B07A-D245-B6267050EB9D}"/>
                </a:ext>
              </a:extLst>
            </p:cNvPr>
            <p:cNvSpPr/>
            <p:nvPr/>
          </p:nvSpPr>
          <p:spPr>
            <a:xfrm>
              <a:off x="5864299" y="1974274"/>
              <a:ext cx="38812" cy="39331"/>
            </a:xfrm>
            <a:custGeom>
              <a:avLst/>
              <a:gdLst/>
              <a:ahLst/>
              <a:cxnLst/>
              <a:rect l="l" t="t" r="r" b="b"/>
              <a:pathLst>
                <a:path w="299" h="303" extrusionOk="0">
                  <a:moveTo>
                    <a:pt x="1" y="0"/>
                  </a:moveTo>
                  <a:lnTo>
                    <a:pt x="1" y="120"/>
                  </a:lnTo>
                  <a:lnTo>
                    <a:pt x="298" y="303"/>
                  </a:lnTo>
                  <a:lnTo>
                    <a:pt x="298" y="183"/>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2280;p60">
              <a:extLst>
                <a:ext uri="{FF2B5EF4-FFF2-40B4-BE49-F238E27FC236}">
                  <a16:creationId xmlns:a16="http://schemas.microsoft.com/office/drawing/2014/main" id="{0AF38E73-649A-2375-1E98-356A99B1DF72}"/>
                </a:ext>
              </a:extLst>
            </p:cNvPr>
            <p:cNvSpPr/>
            <p:nvPr/>
          </p:nvSpPr>
          <p:spPr>
            <a:xfrm>
              <a:off x="6098212" y="2109533"/>
              <a:ext cx="38682" cy="38812"/>
            </a:xfrm>
            <a:custGeom>
              <a:avLst/>
              <a:gdLst/>
              <a:ahLst/>
              <a:cxnLst/>
              <a:rect l="l" t="t" r="r" b="b"/>
              <a:pathLst>
                <a:path w="298" h="299" extrusionOk="0">
                  <a:moveTo>
                    <a:pt x="0" y="1"/>
                  </a:moveTo>
                  <a:lnTo>
                    <a:pt x="0" y="121"/>
                  </a:lnTo>
                  <a:lnTo>
                    <a:pt x="298" y="298"/>
                  </a:lnTo>
                  <a:lnTo>
                    <a:pt x="298" y="1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2281;p60">
              <a:extLst>
                <a:ext uri="{FF2B5EF4-FFF2-40B4-BE49-F238E27FC236}">
                  <a16:creationId xmlns:a16="http://schemas.microsoft.com/office/drawing/2014/main" id="{F515EFA7-35DC-6F1C-2FB8-0ACD3A33B195}"/>
                </a:ext>
              </a:extLst>
            </p:cNvPr>
            <p:cNvSpPr/>
            <p:nvPr/>
          </p:nvSpPr>
          <p:spPr>
            <a:xfrm>
              <a:off x="5687241" y="1909370"/>
              <a:ext cx="39331" cy="36345"/>
            </a:xfrm>
            <a:custGeom>
              <a:avLst/>
              <a:gdLst/>
              <a:ahLst/>
              <a:cxnLst/>
              <a:rect l="l" t="t" r="r" b="b"/>
              <a:pathLst>
                <a:path w="303" h="280" extrusionOk="0">
                  <a:moveTo>
                    <a:pt x="0" y="0"/>
                  </a:moveTo>
                  <a:lnTo>
                    <a:pt x="0" y="101"/>
                  </a:lnTo>
                  <a:lnTo>
                    <a:pt x="303" y="279"/>
                  </a:lnTo>
                  <a:lnTo>
                    <a:pt x="303"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2282;p60">
              <a:extLst>
                <a:ext uri="{FF2B5EF4-FFF2-40B4-BE49-F238E27FC236}">
                  <a16:creationId xmlns:a16="http://schemas.microsoft.com/office/drawing/2014/main" id="{5BF56E3D-4ED5-EE4A-B27D-6E4BCAFD1525}"/>
                </a:ext>
              </a:extLst>
            </p:cNvPr>
            <p:cNvSpPr/>
            <p:nvPr/>
          </p:nvSpPr>
          <p:spPr>
            <a:xfrm>
              <a:off x="6095096" y="2143283"/>
              <a:ext cx="34398" cy="33749"/>
            </a:xfrm>
            <a:custGeom>
              <a:avLst/>
              <a:gdLst/>
              <a:ahLst/>
              <a:cxnLst/>
              <a:rect l="l" t="t" r="r" b="b"/>
              <a:pathLst>
                <a:path w="265" h="260" extrusionOk="0">
                  <a:moveTo>
                    <a:pt x="0" y="0"/>
                  </a:moveTo>
                  <a:lnTo>
                    <a:pt x="0" y="120"/>
                  </a:lnTo>
                  <a:lnTo>
                    <a:pt x="264" y="259"/>
                  </a:lnTo>
                  <a:lnTo>
                    <a:pt x="264" y="1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2283;p60">
              <a:extLst>
                <a:ext uri="{FF2B5EF4-FFF2-40B4-BE49-F238E27FC236}">
                  <a16:creationId xmlns:a16="http://schemas.microsoft.com/office/drawing/2014/main" id="{4EEFC0B5-5DBF-0759-D672-201D78476CA1}"/>
                </a:ext>
              </a:extLst>
            </p:cNvPr>
            <p:cNvSpPr/>
            <p:nvPr/>
          </p:nvSpPr>
          <p:spPr>
            <a:xfrm>
              <a:off x="6069524" y="2127576"/>
              <a:ext cx="15706" cy="26350"/>
            </a:xfrm>
            <a:custGeom>
              <a:avLst/>
              <a:gdLst/>
              <a:ahLst/>
              <a:cxnLst/>
              <a:rect l="l" t="t" r="r" b="b"/>
              <a:pathLst>
                <a:path w="121" h="203" extrusionOk="0">
                  <a:moveTo>
                    <a:pt x="0" y="1"/>
                  </a:moveTo>
                  <a:lnTo>
                    <a:pt x="0" y="121"/>
                  </a:lnTo>
                  <a:lnTo>
                    <a:pt x="120" y="203"/>
                  </a:lnTo>
                  <a:lnTo>
                    <a:pt x="120" y="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2284;p60">
              <a:extLst>
                <a:ext uri="{FF2B5EF4-FFF2-40B4-BE49-F238E27FC236}">
                  <a16:creationId xmlns:a16="http://schemas.microsoft.com/office/drawing/2014/main" id="{53344B54-EF9D-6C1A-FE94-51EBD829C13A}"/>
                </a:ext>
              </a:extLst>
            </p:cNvPr>
            <p:cNvSpPr/>
            <p:nvPr/>
          </p:nvSpPr>
          <p:spPr>
            <a:xfrm>
              <a:off x="6009553" y="2093956"/>
              <a:ext cx="51922" cy="44393"/>
            </a:xfrm>
            <a:custGeom>
              <a:avLst/>
              <a:gdLst/>
              <a:ahLst/>
              <a:cxnLst/>
              <a:rect l="l" t="t" r="r" b="b"/>
              <a:pathLst>
                <a:path w="400" h="342" extrusionOk="0">
                  <a:moveTo>
                    <a:pt x="1" y="0"/>
                  </a:moveTo>
                  <a:lnTo>
                    <a:pt x="1" y="121"/>
                  </a:lnTo>
                  <a:lnTo>
                    <a:pt x="400" y="342"/>
                  </a:lnTo>
                  <a:lnTo>
                    <a:pt x="400"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2285;p60">
              <a:extLst>
                <a:ext uri="{FF2B5EF4-FFF2-40B4-BE49-F238E27FC236}">
                  <a16:creationId xmlns:a16="http://schemas.microsoft.com/office/drawing/2014/main" id="{60A2FC4D-059D-D6DE-CAAF-A27B581AFA60}"/>
                </a:ext>
              </a:extLst>
            </p:cNvPr>
            <p:cNvSpPr/>
            <p:nvPr/>
          </p:nvSpPr>
          <p:spPr>
            <a:xfrm>
              <a:off x="5960356" y="2065269"/>
              <a:ext cx="38812" cy="36345"/>
            </a:xfrm>
            <a:custGeom>
              <a:avLst/>
              <a:gdLst/>
              <a:ahLst/>
              <a:cxnLst/>
              <a:rect l="l" t="t" r="r" b="b"/>
              <a:pathLst>
                <a:path w="299" h="280" extrusionOk="0">
                  <a:moveTo>
                    <a:pt x="0" y="1"/>
                  </a:moveTo>
                  <a:lnTo>
                    <a:pt x="0" y="121"/>
                  </a:lnTo>
                  <a:lnTo>
                    <a:pt x="298" y="279"/>
                  </a:lnTo>
                  <a:lnTo>
                    <a:pt x="298" y="1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2286;p60">
              <a:extLst>
                <a:ext uri="{FF2B5EF4-FFF2-40B4-BE49-F238E27FC236}">
                  <a16:creationId xmlns:a16="http://schemas.microsoft.com/office/drawing/2014/main" id="{4E3BC048-6B2B-DAF7-DDD6-6EEB36E10F21}"/>
                </a:ext>
              </a:extLst>
            </p:cNvPr>
            <p:cNvSpPr/>
            <p:nvPr/>
          </p:nvSpPr>
          <p:spPr>
            <a:xfrm>
              <a:off x="5960356" y="2089024"/>
              <a:ext cx="31283" cy="33749"/>
            </a:xfrm>
            <a:custGeom>
              <a:avLst/>
              <a:gdLst/>
              <a:ahLst/>
              <a:cxnLst/>
              <a:rect l="l" t="t" r="r" b="b"/>
              <a:pathLst>
                <a:path w="241" h="260" extrusionOk="0">
                  <a:moveTo>
                    <a:pt x="0" y="0"/>
                  </a:moveTo>
                  <a:lnTo>
                    <a:pt x="0" y="120"/>
                  </a:lnTo>
                  <a:lnTo>
                    <a:pt x="241" y="259"/>
                  </a:lnTo>
                  <a:lnTo>
                    <a:pt x="241" y="1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2287;p60">
              <a:extLst>
                <a:ext uri="{FF2B5EF4-FFF2-40B4-BE49-F238E27FC236}">
                  <a16:creationId xmlns:a16="http://schemas.microsoft.com/office/drawing/2014/main" id="{28B51D0A-69FE-17DB-3D26-E6061DEF825B}"/>
                </a:ext>
              </a:extLst>
            </p:cNvPr>
            <p:cNvSpPr/>
            <p:nvPr/>
          </p:nvSpPr>
          <p:spPr>
            <a:xfrm>
              <a:off x="5923491" y="2067735"/>
              <a:ext cx="28817" cy="31283"/>
            </a:xfrm>
            <a:custGeom>
              <a:avLst/>
              <a:gdLst/>
              <a:ahLst/>
              <a:cxnLst/>
              <a:rect l="l" t="t" r="r" b="b"/>
              <a:pathLst>
                <a:path w="222" h="241" extrusionOk="0">
                  <a:moveTo>
                    <a:pt x="1" y="1"/>
                  </a:moveTo>
                  <a:lnTo>
                    <a:pt x="1" y="121"/>
                  </a:lnTo>
                  <a:lnTo>
                    <a:pt x="222" y="241"/>
                  </a:lnTo>
                  <a:lnTo>
                    <a:pt x="222"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2288;p60">
              <a:extLst>
                <a:ext uri="{FF2B5EF4-FFF2-40B4-BE49-F238E27FC236}">
                  <a16:creationId xmlns:a16="http://schemas.microsoft.com/office/drawing/2014/main" id="{F5AE1886-42E3-7A5C-8224-FAB7E1A87B14}"/>
                </a:ext>
              </a:extLst>
            </p:cNvPr>
            <p:cNvSpPr/>
            <p:nvPr/>
          </p:nvSpPr>
          <p:spPr>
            <a:xfrm>
              <a:off x="6001505" y="2114596"/>
              <a:ext cx="15706" cy="23754"/>
            </a:xfrm>
            <a:custGeom>
              <a:avLst/>
              <a:gdLst/>
              <a:ahLst/>
              <a:cxnLst/>
              <a:rect l="l" t="t" r="r" b="b"/>
              <a:pathLst>
                <a:path w="121" h="183" extrusionOk="0">
                  <a:moveTo>
                    <a:pt x="0" y="0"/>
                  </a:moveTo>
                  <a:lnTo>
                    <a:pt x="0" y="101"/>
                  </a:lnTo>
                  <a:lnTo>
                    <a:pt x="121" y="183"/>
                  </a:lnTo>
                  <a:lnTo>
                    <a:pt x="121" y="6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2289;p60">
              <a:extLst>
                <a:ext uri="{FF2B5EF4-FFF2-40B4-BE49-F238E27FC236}">
                  <a16:creationId xmlns:a16="http://schemas.microsoft.com/office/drawing/2014/main" id="{692884CB-8FE5-B74E-EEE4-6F4C4C0A64C6}"/>
                </a:ext>
              </a:extLst>
            </p:cNvPr>
            <p:cNvSpPr/>
            <p:nvPr/>
          </p:nvSpPr>
          <p:spPr>
            <a:xfrm>
              <a:off x="6074457" y="2156264"/>
              <a:ext cx="39461" cy="36345"/>
            </a:xfrm>
            <a:custGeom>
              <a:avLst/>
              <a:gdLst/>
              <a:ahLst/>
              <a:cxnLst/>
              <a:rect l="l" t="t" r="r" b="b"/>
              <a:pathLst>
                <a:path w="304" h="280" extrusionOk="0">
                  <a:moveTo>
                    <a:pt x="0" y="1"/>
                  </a:moveTo>
                  <a:lnTo>
                    <a:pt x="0" y="102"/>
                  </a:lnTo>
                  <a:lnTo>
                    <a:pt x="303" y="280"/>
                  </a:lnTo>
                  <a:lnTo>
                    <a:pt x="303" y="159"/>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2290;p60">
              <a:extLst>
                <a:ext uri="{FF2B5EF4-FFF2-40B4-BE49-F238E27FC236}">
                  <a16:creationId xmlns:a16="http://schemas.microsoft.com/office/drawing/2014/main" id="{D2E6C772-4C5E-DEC3-41B3-B5B5149C32D3}"/>
                </a:ext>
              </a:extLst>
            </p:cNvPr>
            <p:cNvSpPr/>
            <p:nvPr/>
          </p:nvSpPr>
          <p:spPr>
            <a:xfrm>
              <a:off x="5747083" y="1966745"/>
              <a:ext cx="31283" cy="33749"/>
            </a:xfrm>
            <a:custGeom>
              <a:avLst/>
              <a:gdLst/>
              <a:ahLst/>
              <a:cxnLst/>
              <a:rect l="l" t="t" r="r" b="b"/>
              <a:pathLst>
                <a:path w="241" h="260" extrusionOk="0">
                  <a:moveTo>
                    <a:pt x="0" y="0"/>
                  </a:moveTo>
                  <a:lnTo>
                    <a:pt x="0" y="101"/>
                  </a:lnTo>
                  <a:lnTo>
                    <a:pt x="241" y="260"/>
                  </a:lnTo>
                  <a:lnTo>
                    <a:pt x="241" y="14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2291;p60">
              <a:extLst>
                <a:ext uri="{FF2B5EF4-FFF2-40B4-BE49-F238E27FC236}">
                  <a16:creationId xmlns:a16="http://schemas.microsoft.com/office/drawing/2014/main" id="{CB1EBDC2-C6E0-5D34-66C7-50EAD8006AC2}"/>
                </a:ext>
              </a:extLst>
            </p:cNvPr>
            <p:cNvSpPr/>
            <p:nvPr/>
          </p:nvSpPr>
          <p:spPr>
            <a:xfrm>
              <a:off x="5788881" y="1989851"/>
              <a:ext cx="15706" cy="26221"/>
            </a:xfrm>
            <a:custGeom>
              <a:avLst/>
              <a:gdLst/>
              <a:ahLst/>
              <a:cxnLst/>
              <a:rect l="l" t="t" r="r" b="b"/>
              <a:pathLst>
                <a:path w="121" h="202" extrusionOk="0">
                  <a:moveTo>
                    <a:pt x="0" y="0"/>
                  </a:moveTo>
                  <a:lnTo>
                    <a:pt x="0" y="120"/>
                  </a:lnTo>
                  <a:lnTo>
                    <a:pt x="120" y="202"/>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2292;p60">
              <a:extLst>
                <a:ext uri="{FF2B5EF4-FFF2-40B4-BE49-F238E27FC236}">
                  <a16:creationId xmlns:a16="http://schemas.microsoft.com/office/drawing/2014/main" id="{9EE2D78C-BE77-3842-33AD-5E26300FDB75}"/>
                </a:ext>
              </a:extLst>
            </p:cNvPr>
            <p:cNvSpPr/>
            <p:nvPr/>
          </p:nvSpPr>
          <p:spPr>
            <a:xfrm>
              <a:off x="5811857" y="2005428"/>
              <a:ext cx="55037" cy="44393"/>
            </a:xfrm>
            <a:custGeom>
              <a:avLst/>
              <a:gdLst/>
              <a:ahLst/>
              <a:cxnLst/>
              <a:rect l="l" t="t" r="r" b="b"/>
              <a:pathLst>
                <a:path w="424" h="342" extrusionOk="0">
                  <a:moveTo>
                    <a:pt x="1" y="0"/>
                  </a:moveTo>
                  <a:lnTo>
                    <a:pt x="1" y="101"/>
                  </a:lnTo>
                  <a:lnTo>
                    <a:pt x="424" y="341"/>
                  </a:lnTo>
                  <a:lnTo>
                    <a:pt x="42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2293;p60">
              <a:extLst>
                <a:ext uri="{FF2B5EF4-FFF2-40B4-BE49-F238E27FC236}">
                  <a16:creationId xmlns:a16="http://schemas.microsoft.com/office/drawing/2014/main" id="{328E3441-5737-7104-C6DC-F610255EC360}"/>
                </a:ext>
              </a:extLst>
            </p:cNvPr>
            <p:cNvSpPr/>
            <p:nvPr/>
          </p:nvSpPr>
          <p:spPr>
            <a:xfrm>
              <a:off x="5882342" y="2067735"/>
              <a:ext cx="33879" cy="33879"/>
            </a:xfrm>
            <a:custGeom>
              <a:avLst/>
              <a:gdLst/>
              <a:ahLst/>
              <a:cxnLst/>
              <a:rect l="l" t="t" r="r" b="b"/>
              <a:pathLst>
                <a:path w="261" h="261" extrusionOk="0">
                  <a:moveTo>
                    <a:pt x="1" y="1"/>
                  </a:moveTo>
                  <a:lnTo>
                    <a:pt x="1" y="121"/>
                  </a:lnTo>
                  <a:lnTo>
                    <a:pt x="260" y="260"/>
                  </a:lnTo>
                  <a:lnTo>
                    <a:pt x="260" y="16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2294;p60">
              <a:extLst>
                <a:ext uri="{FF2B5EF4-FFF2-40B4-BE49-F238E27FC236}">
                  <a16:creationId xmlns:a16="http://schemas.microsoft.com/office/drawing/2014/main" id="{4BBA7C0B-9B6F-C74A-AC5E-B6CDDBA4471A}"/>
                </a:ext>
              </a:extLst>
            </p:cNvPr>
            <p:cNvSpPr/>
            <p:nvPr/>
          </p:nvSpPr>
          <p:spPr>
            <a:xfrm>
              <a:off x="5921025" y="2091490"/>
              <a:ext cx="28817" cy="31283"/>
            </a:xfrm>
            <a:custGeom>
              <a:avLst/>
              <a:gdLst/>
              <a:ahLst/>
              <a:cxnLst/>
              <a:rect l="l" t="t" r="r" b="b"/>
              <a:pathLst>
                <a:path w="222" h="241" extrusionOk="0">
                  <a:moveTo>
                    <a:pt x="1" y="0"/>
                  </a:moveTo>
                  <a:lnTo>
                    <a:pt x="1" y="120"/>
                  </a:lnTo>
                  <a:lnTo>
                    <a:pt x="222" y="240"/>
                  </a:lnTo>
                  <a:lnTo>
                    <a:pt x="222"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2295;p60">
              <a:extLst>
                <a:ext uri="{FF2B5EF4-FFF2-40B4-BE49-F238E27FC236}">
                  <a16:creationId xmlns:a16="http://schemas.microsoft.com/office/drawing/2014/main" id="{3F395F49-FE29-C675-C1CE-24CB7C9C2ED5}"/>
                </a:ext>
              </a:extLst>
            </p:cNvPr>
            <p:cNvSpPr/>
            <p:nvPr/>
          </p:nvSpPr>
          <p:spPr>
            <a:xfrm>
              <a:off x="5856251" y="2054625"/>
              <a:ext cx="15706" cy="23884"/>
            </a:xfrm>
            <a:custGeom>
              <a:avLst/>
              <a:gdLst/>
              <a:ahLst/>
              <a:cxnLst/>
              <a:rect l="l" t="t" r="r" b="b"/>
              <a:pathLst>
                <a:path w="121" h="184" extrusionOk="0">
                  <a:moveTo>
                    <a:pt x="0" y="1"/>
                  </a:moveTo>
                  <a:lnTo>
                    <a:pt x="0" y="102"/>
                  </a:lnTo>
                  <a:lnTo>
                    <a:pt x="120" y="183"/>
                  </a:lnTo>
                  <a:lnTo>
                    <a:pt x="120" y="6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2296;p60">
              <a:extLst>
                <a:ext uri="{FF2B5EF4-FFF2-40B4-BE49-F238E27FC236}">
                  <a16:creationId xmlns:a16="http://schemas.microsoft.com/office/drawing/2014/main" id="{D5F160EA-4942-D07A-E5B5-593726EEE85C}"/>
                </a:ext>
              </a:extLst>
            </p:cNvPr>
            <p:cNvSpPr/>
            <p:nvPr/>
          </p:nvSpPr>
          <p:spPr>
            <a:xfrm>
              <a:off x="5796280" y="2018538"/>
              <a:ext cx="52571" cy="46860"/>
            </a:xfrm>
            <a:custGeom>
              <a:avLst/>
              <a:gdLst/>
              <a:ahLst/>
              <a:cxnLst/>
              <a:rect l="l" t="t" r="r" b="b"/>
              <a:pathLst>
                <a:path w="405" h="361" extrusionOk="0">
                  <a:moveTo>
                    <a:pt x="1" y="0"/>
                  </a:moveTo>
                  <a:lnTo>
                    <a:pt x="1" y="120"/>
                  </a:lnTo>
                  <a:lnTo>
                    <a:pt x="404" y="361"/>
                  </a:lnTo>
                  <a:lnTo>
                    <a:pt x="404" y="2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2297;p60">
              <a:extLst>
                <a:ext uri="{FF2B5EF4-FFF2-40B4-BE49-F238E27FC236}">
                  <a16:creationId xmlns:a16="http://schemas.microsoft.com/office/drawing/2014/main" id="{8B92C091-B183-706F-1405-3212FAAA1AA2}"/>
                </a:ext>
              </a:extLst>
            </p:cNvPr>
            <p:cNvSpPr/>
            <p:nvPr/>
          </p:nvSpPr>
          <p:spPr>
            <a:xfrm>
              <a:off x="5747083" y="1989851"/>
              <a:ext cx="39461" cy="36865"/>
            </a:xfrm>
            <a:custGeom>
              <a:avLst/>
              <a:gdLst/>
              <a:ahLst/>
              <a:cxnLst/>
              <a:rect l="l" t="t" r="r" b="b"/>
              <a:pathLst>
                <a:path w="304" h="284" extrusionOk="0">
                  <a:moveTo>
                    <a:pt x="0" y="0"/>
                  </a:moveTo>
                  <a:lnTo>
                    <a:pt x="0" y="120"/>
                  </a:lnTo>
                  <a:lnTo>
                    <a:pt x="303" y="284"/>
                  </a:lnTo>
                  <a:lnTo>
                    <a:pt x="303" y="18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2298;p60">
              <a:extLst>
                <a:ext uri="{FF2B5EF4-FFF2-40B4-BE49-F238E27FC236}">
                  <a16:creationId xmlns:a16="http://schemas.microsoft.com/office/drawing/2014/main" id="{3F34A7A8-00F4-2EB0-6ED9-7923E2EF1E41}"/>
                </a:ext>
              </a:extLst>
            </p:cNvPr>
            <p:cNvSpPr/>
            <p:nvPr/>
          </p:nvSpPr>
          <p:spPr>
            <a:xfrm>
              <a:off x="6069524" y="2176903"/>
              <a:ext cx="15706" cy="23754"/>
            </a:xfrm>
            <a:custGeom>
              <a:avLst/>
              <a:gdLst/>
              <a:ahLst/>
              <a:cxnLst/>
              <a:rect l="l" t="t" r="r" b="b"/>
              <a:pathLst>
                <a:path w="121" h="183" extrusionOk="0">
                  <a:moveTo>
                    <a:pt x="0" y="0"/>
                  </a:moveTo>
                  <a:lnTo>
                    <a:pt x="0" y="121"/>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2299;p60">
              <a:extLst>
                <a:ext uri="{FF2B5EF4-FFF2-40B4-BE49-F238E27FC236}">
                  <a16:creationId xmlns:a16="http://schemas.microsoft.com/office/drawing/2014/main" id="{F8FF1791-C906-A399-80A7-944CAD01CEE7}"/>
                </a:ext>
              </a:extLst>
            </p:cNvPr>
            <p:cNvSpPr/>
            <p:nvPr/>
          </p:nvSpPr>
          <p:spPr>
            <a:xfrm>
              <a:off x="6009553" y="2140687"/>
              <a:ext cx="51922" cy="46989"/>
            </a:xfrm>
            <a:custGeom>
              <a:avLst/>
              <a:gdLst/>
              <a:ahLst/>
              <a:cxnLst/>
              <a:rect l="l" t="t" r="r" b="b"/>
              <a:pathLst>
                <a:path w="400" h="362" extrusionOk="0">
                  <a:moveTo>
                    <a:pt x="1" y="1"/>
                  </a:moveTo>
                  <a:lnTo>
                    <a:pt x="1" y="121"/>
                  </a:lnTo>
                  <a:lnTo>
                    <a:pt x="400" y="361"/>
                  </a:lnTo>
                  <a:lnTo>
                    <a:pt x="400"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2300;p60">
              <a:extLst>
                <a:ext uri="{FF2B5EF4-FFF2-40B4-BE49-F238E27FC236}">
                  <a16:creationId xmlns:a16="http://schemas.microsoft.com/office/drawing/2014/main" id="{25C8F79C-9E46-3B0D-1E3A-3F12D210CDFB}"/>
                </a:ext>
              </a:extLst>
            </p:cNvPr>
            <p:cNvSpPr/>
            <p:nvPr/>
          </p:nvSpPr>
          <p:spPr>
            <a:xfrm>
              <a:off x="5960356" y="2112000"/>
              <a:ext cx="38812" cy="39461"/>
            </a:xfrm>
            <a:custGeom>
              <a:avLst/>
              <a:gdLst/>
              <a:ahLst/>
              <a:cxnLst/>
              <a:rect l="l" t="t" r="r" b="b"/>
              <a:pathLst>
                <a:path w="299" h="304" extrusionOk="0">
                  <a:moveTo>
                    <a:pt x="0" y="1"/>
                  </a:moveTo>
                  <a:lnTo>
                    <a:pt x="0" y="121"/>
                  </a:lnTo>
                  <a:lnTo>
                    <a:pt x="298" y="303"/>
                  </a:lnTo>
                  <a:lnTo>
                    <a:pt x="298" y="1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2301;p60">
              <a:extLst>
                <a:ext uri="{FF2B5EF4-FFF2-40B4-BE49-F238E27FC236}">
                  <a16:creationId xmlns:a16="http://schemas.microsoft.com/office/drawing/2014/main" id="{8D073A2E-699C-4013-94A3-A513DCB8619A}"/>
                </a:ext>
              </a:extLst>
            </p:cNvPr>
            <p:cNvSpPr/>
            <p:nvPr/>
          </p:nvSpPr>
          <p:spPr>
            <a:xfrm>
              <a:off x="5960356" y="2138221"/>
              <a:ext cx="31283" cy="33749"/>
            </a:xfrm>
            <a:custGeom>
              <a:avLst/>
              <a:gdLst/>
              <a:ahLst/>
              <a:cxnLst/>
              <a:rect l="l" t="t" r="r" b="b"/>
              <a:pathLst>
                <a:path w="241" h="260" extrusionOk="0">
                  <a:moveTo>
                    <a:pt x="0" y="1"/>
                  </a:moveTo>
                  <a:lnTo>
                    <a:pt x="0" y="101"/>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2302;p60">
              <a:extLst>
                <a:ext uri="{FF2B5EF4-FFF2-40B4-BE49-F238E27FC236}">
                  <a16:creationId xmlns:a16="http://schemas.microsoft.com/office/drawing/2014/main" id="{7B06128A-7027-049E-F3CD-11302FC931F5}"/>
                </a:ext>
              </a:extLst>
            </p:cNvPr>
            <p:cNvSpPr/>
            <p:nvPr/>
          </p:nvSpPr>
          <p:spPr>
            <a:xfrm>
              <a:off x="5923491" y="2117062"/>
              <a:ext cx="28817" cy="31283"/>
            </a:xfrm>
            <a:custGeom>
              <a:avLst/>
              <a:gdLst/>
              <a:ahLst/>
              <a:cxnLst/>
              <a:rect l="l" t="t" r="r" b="b"/>
              <a:pathLst>
                <a:path w="222" h="241" extrusionOk="0">
                  <a:moveTo>
                    <a:pt x="1" y="0"/>
                  </a:moveTo>
                  <a:lnTo>
                    <a:pt x="1" y="120"/>
                  </a:lnTo>
                  <a:lnTo>
                    <a:pt x="222" y="240"/>
                  </a:lnTo>
                  <a:lnTo>
                    <a:pt x="222" y="12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2303;p60">
              <a:extLst>
                <a:ext uri="{FF2B5EF4-FFF2-40B4-BE49-F238E27FC236}">
                  <a16:creationId xmlns:a16="http://schemas.microsoft.com/office/drawing/2014/main" id="{D5D7BCA2-387D-833F-F573-9701903889FC}"/>
                </a:ext>
              </a:extLst>
            </p:cNvPr>
            <p:cNvSpPr/>
            <p:nvPr/>
          </p:nvSpPr>
          <p:spPr>
            <a:xfrm>
              <a:off x="6001505" y="2161326"/>
              <a:ext cx="15706" cy="26350"/>
            </a:xfrm>
            <a:custGeom>
              <a:avLst/>
              <a:gdLst/>
              <a:ahLst/>
              <a:cxnLst/>
              <a:rect l="l" t="t" r="r" b="b"/>
              <a:pathLst>
                <a:path w="121" h="203" extrusionOk="0">
                  <a:moveTo>
                    <a:pt x="0" y="0"/>
                  </a:moveTo>
                  <a:lnTo>
                    <a:pt x="0" y="120"/>
                  </a:lnTo>
                  <a:lnTo>
                    <a:pt x="121" y="202"/>
                  </a:lnTo>
                  <a:lnTo>
                    <a:pt x="121"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2304;p60">
              <a:extLst>
                <a:ext uri="{FF2B5EF4-FFF2-40B4-BE49-F238E27FC236}">
                  <a16:creationId xmlns:a16="http://schemas.microsoft.com/office/drawing/2014/main" id="{834A00B4-92C2-A985-72DD-F6AE1DDB3E62}"/>
                </a:ext>
              </a:extLst>
            </p:cNvPr>
            <p:cNvSpPr/>
            <p:nvPr/>
          </p:nvSpPr>
          <p:spPr>
            <a:xfrm>
              <a:off x="6103144" y="2221167"/>
              <a:ext cx="38812" cy="36345"/>
            </a:xfrm>
            <a:custGeom>
              <a:avLst/>
              <a:gdLst/>
              <a:ahLst/>
              <a:cxnLst/>
              <a:rect l="l" t="t" r="r" b="b"/>
              <a:pathLst>
                <a:path w="299" h="280" extrusionOk="0">
                  <a:moveTo>
                    <a:pt x="0" y="1"/>
                  </a:moveTo>
                  <a:lnTo>
                    <a:pt x="0" y="101"/>
                  </a:lnTo>
                  <a:lnTo>
                    <a:pt x="298" y="279"/>
                  </a:lnTo>
                  <a:lnTo>
                    <a:pt x="298" y="159"/>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2305;p60">
              <a:extLst>
                <a:ext uri="{FF2B5EF4-FFF2-40B4-BE49-F238E27FC236}">
                  <a16:creationId xmlns:a16="http://schemas.microsoft.com/office/drawing/2014/main" id="{A135F54C-C79E-DB31-27D8-A4CA8CF80A8A}"/>
                </a:ext>
              </a:extLst>
            </p:cNvPr>
            <p:cNvSpPr/>
            <p:nvPr/>
          </p:nvSpPr>
          <p:spPr>
            <a:xfrm>
              <a:off x="5811857" y="2052158"/>
              <a:ext cx="55037" cy="46860"/>
            </a:xfrm>
            <a:custGeom>
              <a:avLst/>
              <a:gdLst/>
              <a:ahLst/>
              <a:cxnLst/>
              <a:rect l="l" t="t" r="r" b="b"/>
              <a:pathLst>
                <a:path w="424" h="361" extrusionOk="0">
                  <a:moveTo>
                    <a:pt x="1" y="1"/>
                  </a:moveTo>
                  <a:lnTo>
                    <a:pt x="1" y="121"/>
                  </a:lnTo>
                  <a:lnTo>
                    <a:pt x="424" y="361"/>
                  </a:lnTo>
                  <a:lnTo>
                    <a:pt x="42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2306;p60">
              <a:extLst>
                <a:ext uri="{FF2B5EF4-FFF2-40B4-BE49-F238E27FC236}">
                  <a16:creationId xmlns:a16="http://schemas.microsoft.com/office/drawing/2014/main" id="{73C23F6E-4415-E59B-62E7-7045BC6303F3}"/>
                </a:ext>
              </a:extLst>
            </p:cNvPr>
            <p:cNvSpPr/>
            <p:nvPr/>
          </p:nvSpPr>
          <p:spPr>
            <a:xfrm>
              <a:off x="5876760" y="2089024"/>
              <a:ext cx="39461" cy="38682"/>
            </a:xfrm>
            <a:custGeom>
              <a:avLst/>
              <a:gdLst/>
              <a:ahLst/>
              <a:cxnLst/>
              <a:rect l="l" t="t" r="r" b="b"/>
              <a:pathLst>
                <a:path w="304" h="298" extrusionOk="0">
                  <a:moveTo>
                    <a:pt x="1" y="0"/>
                  </a:moveTo>
                  <a:lnTo>
                    <a:pt x="1" y="120"/>
                  </a:lnTo>
                  <a:lnTo>
                    <a:pt x="303" y="298"/>
                  </a:lnTo>
                  <a:lnTo>
                    <a:pt x="303" y="178"/>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2307;p60">
              <a:extLst>
                <a:ext uri="{FF2B5EF4-FFF2-40B4-BE49-F238E27FC236}">
                  <a16:creationId xmlns:a16="http://schemas.microsoft.com/office/drawing/2014/main" id="{AD1C6157-5217-106F-D070-2835018D5687}"/>
                </a:ext>
              </a:extLst>
            </p:cNvPr>
            <p:cNvSpPr/>
            <p:nvPr/>
          </p:nvSpPr>
          <p:spPr>
            <a:xfrm>
              <a:off x="5960356" y="2163793"/>
              <a:ext cx="31283" cy="34398"/>
            </a:xfrm>
            <a:custGeom>
              <a:avLst/>
              <a:gdLst/>
              <a:ahLst/>
              <a:cxnLst/>
              <a:rect l="l" t="t" r="r" b="b"/>
              <a:pathLst>
                <a:path w="241" h="265" extrusionOk="0">
                  <a:moveTo>
                    <a:pt x="0" y="1"/>
                  </a:moveTo>
                  <a:lnTo>
                    <a:pt x="0" y="101"/>
                  </a:lnTo>
                  <a:lnTo>
                    <a:pt x="241" y="265"/>
                  </a:lnTo>
                  <a:lnTo>
                    <a:pt x="241" y="14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2308;p60">
              <a:extLst>
                <a:ext uri="{FF2B5EF4-FFF2-40B4-BE49-F238E27FC236}">
                  <a16:creationId xmlns:a16="http://schemas.microsoft.com/office/drawing/2014/main" id="{38A54693-8415-24EF-9C13-4F84FA12CE18}"/>
                </a:ext>
              </a:extLst>
            </p:cNvPr>
            <p:cNvSpPr/>
            <p:nvPr/>
          </p:nvSpPr>
          <p:spPr>
            <a:xfrm>
              <a:off x="5923491" y="2143283"/>
              <a:ext cx="28817" cy="31283"/>
            </a:xfrm>
            <a:custGeom>
              <a:avLst/>
              <a:gdLst/>
              <a:ahLst/>
              <a:cxnLst/>
              <a:rect l="l" t="t" r="r" b="b"/>
              <a:pathLst>
                <a:path w="222" h="241" extrusionOk="0">
                  <a:moveTo>
                    <a:pt x="1" y="0"/>
                  </a:moveTo>
                  <a:lnTo>
                    <a:pt x="1" y="120"/>
                  </a:lnTo>
                  <a:lnTo>
                    <a:pt x="222" y="240"/>
                  </a:lnTo>
                  <a:lnTo>
                    <a:pt x="222" y="12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2309;p60">
              <a:extLst>
                <a:ext uri="{FF2B5EF4-FFF2-40B4-BE49-F238E27FC236}">
                  <a16:creationId xmlns:a16="http://schemas.microsoft.com/office/drawing/2014/main" id="{CD3163FE-8C6B-841A-3634-23CAE15D79AC}"/>
                </a:ext>
              </a:extLst>
            </p:cNvPr>
            <p:cNvSpPr/>
            <p:nvPr/>
          </p:nvSpPr>
          <p:spPr>
            <a:xfrm>
              <a:off x="6001505" y="2187547"/>
              <a:ext cx="15706" cy="23105"/>
            </a:xfrm>
            <a:custGeom>
              <a:avLst/>
              <a:gdLst/>
              <a:ahLst/>
              <a:cxnLst/>
              <a:rect l="l" t="t" r="r" b="b"/>
              <a:pathLst>
                <a:path w="121" h="178" extrusionOk="0">
                  <a:moveTo>
                    <a:pt x="0" y="0"/>
                  </a:moveTo>
                  <a:lnTo>
                    <a:pt x="0" y="120"/>
                  </a:lnTo>
                  <a:lnTo>
                    <a:pt x="121" y="178"/>
                  </a:lnTo>
                  <a:lnTo>
                    <a:pt x="121"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2310;p60">
              <a:extLst>
                <a:ext uri="{FF2B5EF4-FFF2-40B4-BE49-F238E27FC236}">
                  <a16:creationId xmlns:a16="http://schemas.microsoft.com/office/drawing/2014/main" id="{77C5B9C6-23F2-096E-1898-BE5484C7A62D}"/>
                </a:ext>
              </a:extLst>
            </p:cNvPr>
            <p:cNvSpPr/>
            <p:nvPr/>
          </p:nvSpPr>
          <p:spPr>
            <a:xfrm>
              <a:off x="6025130" y="2200528"/>
              <a:ext cx="54388" cy="46989"/>
            </a:xfrm>
            <a:custGeom>
              <a:avLst/>
              <a:gdLst/>
              <a:ahLst/>
              <a:cxnLst/>
              <a:rect l="l" t="t" r="r" b="b"/>
              <a:pathLst>
                <a:path w="419" h="362" extrusionOk="0">
                  <a:moveTo>
                    <a:pt x="1" y="1"/>
                  </a:moveTo>
                  <a:lnTo>
                    <a:pt x="1" y="121"/>
                  </a:lnTo>
                  <a:lnTo>
                    <a:pt x="419" y="361"/>
                  </a:lnTo>
                  <a:lnTo>
                    <a:pt x="419"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2311;p60">
              <a:extLst>
                <a:ext uri="{FF2B5EF4-FFF2-40B4-BE49-F238E27FC236}">
                  <a16:creationId xmlns:a16="http://schemas.microsoft.com/office/drawing/2014/main" id="{82344418-51F0-BAAA-E5EB-88A60B740628}"/>
                </a:ext>
              </a:extLst>
            </p:cNvPr>
            <p:cNvSpPr/>
            <p:nvPr/>
          </p:nvSpPr>
          <p:spPr>
            <a:xfrm>
              <a:off x="6090034" y="2239211"/>
              <a:ext cx="39461" cy="36994"/>
            </a:xfrm>
            <a:custGeom>
              <a:avLst/>
              <a:gdLst/>
              <a:ahLst/>
              <a:cxnLst/>
              <a:rect l="l" t="t" r="r" b="b"/>
              <a:pathLst>
                <a:path w="304" h="285" extrusionOk="0">
                  <a:moveTo>
                    <a:pt x="1" y="1"/>
                  </a:moveTo>
                  <a:lnTo>
                    <a:pt x="1" y="102"/>
                  </a:lnTo>
                  <a:lnTo>
                    <a:pt x="303" y="284"/>
                  </a:lnTo>
                  <a:lnTo>
                    <a:pt x="303" y="16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2312;p60">
              <a:extLst>
                <a:ext uri="{FF2B5EF4-FFF2-40B4-BE49-F238E27FC236}">
                  <a16:creationId xmlns:a16="http://schemas.microsoft.com/office/drawing/2014/main" id="{79C78BA1-FDDE-69A1-AB14-8D17C67FD72B}"/>
                </a:ext>
              </a:extLst>
            </p:cNvPr>
            <p:cNvSpPr/>
            <p:nvPr/>
          </p:nvSpPr>
          <p:spPr>
            <a:xfrm>
              <a:off x="6131832" y="2262965"/>
              <a:ext cx="38812" cy="38812"/>
            </a:xfrm>
            <a:custGeom>
              <a:avLst/>
              <a:gdLst/>
              <a:ahLst/>
              <a:cxnLst/>
              <a:rect l="l" t="t" r="r" b="b"/>
              <a:pathLst>
                <a:path w="299" h="299" extrusionOk="0">
                  <a:moveTo>
                    <a:pt x="0" y="0"/>
                  </a:moveTo>
                  <a:lnTo>
                    <a:pt x="0" y="120"/>
                  </a:lnTo>
                  <a:lnTo>
                    <a:pt x="298" y="298"/>
                  </a:lnTo>
                  <a:lnTo>
                    <a:pt x="298"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2313;p60">
              <a:extLst>
                <a:ext uri="{FF2B5EF4-FFF2-40B4-BE49-F238E27FC236}">
                  <a16:creationId xmlns:a16="http://schemas.microsoft.com/office/drawing/2014/main" id="{93EBF72A-3FF1-B709-0362-4F2363C46D12}"/>
                </a:ext>
              </a:extLst>
            </p:cNvPr>
            <p:cNvSpPr/>
            <p:nvPr/>
          </p:nvSpPr>
          <p:spPr>
            <a:xfrm>
              <a:off x="5747083" y="2039048"/>
              <a:ext cx="31283" cy="34398"/>
            </a:xfrm>
            <a:custGeom>
              <a:avLst/>
              <a:gdLst/>
              <a:ahLst/>
              <a:cxnLst/>
              <a:rect l="l" t="t" r="r" b="b"/>
              <a:pathLst>
                <a:path w="241" h="265" extrusionOk="0">
                  <a:moveTo>
                    <a:pt x="0" y="1"/>
                  </a:moveTo>
                  <a:lnTo>
                    <a:pt x="0" y="121"/>
                  </a:lnTo>
                  <a:lnTo>
                    <a:pt x="241" y="265"/>
                  </a:lnTo>
                  <a:lnTo>
                    <a:pt x="241" y="14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2314;p60">
              <a:extLst>
                <a:ext uri="{FF2B5EF4-FFF2-40B4-BE49-F238E27FC236}">
                  <a16:creationId xmlns:a16="http://schemas.microsoft.com/office/drawing/2014/main" id="{BFE9015A-21A7-36C9-78A8-66D781FDB810}"/>
                </a:ext>
              </a:extLst>
            </p:cNvPr>
            <p:cNvSpPr/>
            <p:nvPr/>
          </p:nvSpPr>
          <p:spPr>
            <a:xfrm>
              <a:off x="5788881" y="2065269"/>
              <a:ext cx="15706" cy="23884"/>
            </a:xfrm>
            <a:custGeom>
              <a:avLst/>
              <a:gdLst/>
              <a:ahLst/>
              <a:cxnLst/>
              <a:rect l="l" t="t" r="r" b="b"/>
              <a:pathLst>
                <a:path w="121" h="184" extrusionOk="0">
                  <a:moveTo>
                    <a:pt x="0" y="1"/>
                  </a:moveTo>
                  <a:lnTo>
                    <a:pt x="0" y="101"/>
                  </a:lnTo>
                  <a:lnTo>
                    <a:pt x="120" y="183"/>
                  </a:lnTo>
                  <a:lnTo>
                    <a:pt x="120" y="6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2315;p60">
              <a:extLst>
                <a:ext uri="{FF2B5EF4-FFF2-40B4-BE49-F238E27FC236}">
                  <a16:creationId xmlns:a16="http://schemas.microsoft.com/office/drawing/2014/main" id="{4A26A0FE-7EF4-B11B-8ED7-DE1BB3E3BA98}"/>
                </a:ext>
              </a:extLst>
            </p:cNvPr>
            <p:cNvSpPr/>
            <p:nvPr/>
          </p:nvSpPr>
          <p:spPr>
            <a:xfrm>
              <a:off x="5811857" y="2078379"/>
              <a:ext cx="55037" cy="46860"/>
            </a:xfrm>
            <a:custGeom>
              <a:avLst/>
              <a:gdLst/>
              <a:ahLst/>
              <a:cxnLst/>
              <a:rect l="l" t="t" r="r" b="b"/>
              <a:pathLst>
                <a:path w="424" h="361" extrusionOk="0">
                  <a:moveTo>
                    <a:pt x="1" y="0"/>
                  </a:moveTo>
                  <a:lnTo>
                    <a:pt x="1" y="120"/>
                  </a:lnTo>
                  <a:lnTo>
                    <a:pt x="424" y="361"/>
                  </a:lnTo>
                  <a:lnTo>
                    <a:pt x="424"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2316;p60">
              <a:extLst>
                <a:ext uri="{FF2B5EF4-FFF2-40B4-BE49-F238E27FC236}">
                  <a16:creationId xmlns:a16="http://schemas.microsoft.com/office/drawing/2014/main" id="{B1AD4846-C268-2822-A739-D09E3262D2D4}"/>
                </a:ext>
              </a:extLst>
            </p:cNvPr>
            <p:cNvSpPr/>
            <p:nvPr/>
          </p:nvSpPr>
          <p:spPr>
            <a:xfrm>
              <a:off x="5882342" y="2143283"/>
              <a:ext cx="33879" cy="33749"/>
            </a:xfrm>
            <a:custGeom>
              <a:avLst/>
              <a:gdLst/>
              <a:ahLst/>
              <a:cxnLst/>
              <a:rect l="l" t="t" r="r" b="b"/>
              <a:pathLst>
                <a:path w="261" h="260" extrusionOk="0">
                  <a:moveTo>
                    <a:pt x="1" y="0"/>
                  </a:moveTo>
                  <a:lnTo>
                    <a:pt x="1" y="120"/>
                  </a:lnTo>
                  <a:lnTo>
                    <a:pt x="260" y="259"/>
                  </a:lnTo>
                  <a:lnTo>
                    <a:pt x="260" y="139"/>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2317;p60">
              <a:extLst>
                <a:ext uri="{FF2B5EF4-FFF2-40B4-BE49-F238E27FC236}">
                  <a16:creationId xmlns:a16="http://schemas.microsoft.com/office/drawing/2014/main" id="{E67775AC-BF2D-9D71-7542-5EFA81A2F009}"/>
                </a:ext>
              </a:extLst>
            </p:cNvPr>
            <p:cNvSpPr/>
            <p:nvPr/>
          </p:nvSpPr>
          <p:spPr>
            <a:xfrm>
              <a:off x="5921025" y="2166908"/>
              <a:ext cx="28817" cy="31283"/>
            </a:xfrm>
            <a:custGeom>
              <a:avLst/>
              <a:gdLst/>
              <a:ahLst/>
              <a:cxnLst/>
              <a:rect l="l" t="t" r="r" b="b"/>
              <a:pathLst>
                <a:path w="222" h="241" extrusionOk="0">
                  <a:moveTo>
                    <a:pt x="1" y="1"/>
                  </a:moveTo>
                  <a:lnTo>
                    <a:pt x="1" y="97"/>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2318;p60">
              <a:extLst>
                <a:ext uri="{FF2B5EF4-FFF2-40B4-BE49-F238E27FC236}">
                  <a16:creationId xmlns:a16="http://schemas.microsoft.com/office/drawing/2014/main" id="{07EF0650-3F42-913C-7116-74799FE43BD8}"/>
                </a:ext>
              </a:extLst>
            </p:cNvPr>
            <p:cNvSpPr/>
            <p:nvPr/>
          </p:nvSpPr>
          <p:spPr>
            <a:xfrm>
              <a:off x="5856251" y="2127576"/>
              <a:ext cx="15706" cy="23884"/>
            </a:xfrm>
            <a:custGeom>
              <a:avLst/>
              <a:gdLst/>
              <a:ahLst/>
              <a:cxnLst/>
              <a:rect l="l" t="t" r="r" b="b"/>
              <a:pathLst>
                <a:path w="121" h="184" extrusionOk="0">
                  <a:moveTo>
                    <a:pt x="0" y="1"/>
                  </a:moveTo>
                  <a:lnTo>
                    <a:pt x="0" y="121"/>
                  </a:lnTo>
                  <a:lnTo>
                    <a:pt x="120" y="183"/>
                  </a:lnTo>
                  <a:lnTo>
                    <a:pt x="120" y="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2319;p60">
              <a:extLst>
                <a:ext uri="{FF2B5EF4-FFF2-40B4-BE49-F238E27FC236}">
                  <a16:creationId xmlns:a16="http://schemas.microsoft.com/office/drawing/2014/main" id="{5BEF3CF9-5785-CBB3-977D-F1E442D86ED7}"/>
                </a:ext>
              </a:extLst>
            </p:cNvPr>
            <p:cNvSpPr/>
            <p:nvPr/>
          </p:nvSpPr>
          <p:spPr>
            <a:xfrm>
              <a:off x="5796280" y="2093956"/>
              <a:ext cx="52571" cy="44393"/>
            </a:xfrm>
            <a:custGeom>
              <a:avLst/>
              <a:gdLst/>
              <a:ahLst/>
              <a:cxnLst/>
              <a:rect l="l" t="t" r="r" b="b"/>
              <a:pathLst>
                <a:path w="405" h="342" extrusionOk="0">
                  <a:moveTo>
                    <a:pt x="1" y="0"/>
                  </a:moveTo>
                  <a:lnTo>
                    <a:pt x="1" y="101"/>
                  </a:lnTo>
                  <a:lnTo>
                    <a:pt x="404" y="342"/>
                  </a:lnTo>
                  <a:lnTo>
                    <a:pt x="40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2320;p60">
              <a:extLst>
                <a:ext uri="{FF2B5EF4-FFF2-40B4-BE49-F238E27FC236}">
                  <a16:creationId xmlns:a16="http://schemas.microsoft.com/office/drawing/2014/main" id="{8833C21A-9730-2D40-326E-8833B1F7A8FA}"/>
                </a:ext>
              </a:extLst>
            </p:cNvPr>
            <p:cNvSpPr/>
            <p:nvPr/>
          </p:nvSpPr>
          <p:spPr>
            <a:xfrm>
              <a:off x="5726443" y="2052158"/>
              <a:ext cx="38812" cy="39461"/>
            </a:xfrm>
            <a:custGeom>
              <a:avLst/>
              <a:gdLst/>
              <a:ahLst/>
              <a:cxnLst/>
              <a:rect l="l" t="t" r="r" b="b"/>
              <a:pathLst>
                <a:path w="299" h="304" extrusionOk="0">
                  <a:moveTo>
                    <a:pt x="1" y="1"/>
                  </a:moveTo>
                  <a:lnTo>
                    <a:pt x="1" y="121"/>
                  </a:lnTo>
                  <a:lnTo>
                    <a:pt x="299" y="303"/>
                  </a:lnTo>
                  <a:lnTo>
                    <a:pt x="299" y="183"/>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2321;p60">
              <a:extLst>
                <a:ext uri="{FF2B5EF4-FFF2-40B4-BE49-F238E27FC236}">
                  <a16:creationId xmlns:a16="http://schemas.microsoft.com/office/drawing/2014/main" id="{341B186E-34ED-C873-ABFB-9482BD2981CC}"/>
                </a:ext>
              </a:extLst>
            </p:cNvPr>
            <p:cNvSpPr/>
            <p:nvPr/>
          </p:nvSpPr>
          <p:spPr>
            <a:xfrm>
              <a:off x="5960356" y="2187547"/>
              <a:ext cx="38812" cy="36216"/>
            </a:xfrm>
            <a:custGeom>
              <a:avLst/>
              <a:gdLst/>
              <a:ahLst/>
              <a:cxnLst/>
              <a:rect l="l" t="t" r="r" b="b"/>
              <a:pathLst>
                <a:path w="299" h="279" extrusionOk="0">
                  <a:moveTo>
                    <a:pt x="0" y="0"/>
                  </a:moveTo>
                  <a:lnTo>
                    <a:pt x="0" y="120"/>
                  </a:lnTo>
                  <a:lnTo>
                    <a:pt x="298" y="279"/>
                  </a:lnTo>
                  <a:lnTo>
                    <a:pt x="298"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2322;p60">
              <a:extLst>
                <a:ext uri="{FF2B5EF4-FFF2-40B4-BE49-F238E27FC236}">
                  <a16:creationId xmlns:a16="http://schemas.microsoft.com/office/drawing/2014/main" id="{45D0DFD8-3EC9-8F54-606F-C9A3F75ECAB8}"/>
                </a:ext>
              </a:extLst>
            </p:cNvPr>
            <p:cNvSpPr/>
            <p:nvPr/>
          </p:nvSpPr>
          <p:spPr>
            <a:xfrm>
              <a:off x="5960356" y="2210523"/>
              <a:ext cx="31283" cy="34528"/>
            </a:xfrm>
            <a:custGeom>
              <a:avLst/>
              <a:gdLst/>
              <a:ahLst/>
              <a:cxnLst/>
              <a:rect l="l" t="t" r="r" b="b"/>
              <a:pathLst>
                <a:path w="241" h="266" extrusionOk="0">
                  <a:moveTo>
                    <a:pt x="0" y="1"/>
                  </a:moveTo>
                  <a:lnTo>
                    <a:pt x="0" y="121"/>
                  </a:lnTo>
                  <a:lnTo>
                    <a:pt x="241" y="265"/>
                  </a:lnTo>
                  <a:lnTo>
                    <a:pt x="241" y="14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2323;p60">
              <a:extLst>
                <a:ext uri="{FF2B5EF4-FFF2-40B4-BE49-F238E27FC236}">
                  <a16:creationId xmlns:a16="http://schemas.microsoft.com/office/drawing/2014/main" id="{C88F6A22-8660-B43A-B32F-7C18C6088782}"/>
                </a:ext>
              </a:extLst>
            </p:cNvPr>
            <p:cNvSpPr/>
            <p:nvPr/>
          </p:nvSpPr>
          <p:spPr>
            <a:xfrm>
              <a:off x="5923491" y="2190014"/>
              <a:ext cx="28817" cy="31283"/>
            </a:xfrm>
            <a:custGeom>
              <a:avLst/>
              <a:gdLst/>
              <a:ahLst/>
              <a:cxnLst/>
              <a:rect l="l" t="t" r="r" b="b"/>
              <a:pathLst>
                <a:path w="222" h="241" extrusionOk="0">
                  <a:moveTo>
                    <a:pt x="1" y="0"/>
                  </a:moveTo>
                  <a:lnTo>
                    <a:pt x="1" y="120"/>
                  </a:lnTo>
                  <a:lnTo>
                    <a:pt x="222" y="241"/>
                  </a:lnTo>
                  <a:lnTo>
                    <a:pt x="222"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2324;p60">
              <a:extLst>
                <a:ext uri="{FF2B5EF4-FFF2-40B4-BE49-F238E27FC236}">
                  <a16:creationId xmlns:a16="http://schemas.microsoft.com/office/drawing/2014/main" id="{B7091472-41EE-3531-D63E-D25F9714649C}"/>
                </a:ext>
              </a:extLst>
            </p:cNvPr>
            <p:cNvSpPr/>
            <p:nvPr/>
          </p:nvSpPr>
          <p:spPr>
            <a:xfrm>
              <a:off x="6001505" y="2236744"/>
              <a:ext cx="15706" cy="23884"/>
            </a:xfrm>
            <a:custGeom>
              <a:avLst/>
              <a:gdLst/>
              <a:ahLst/>
              <a:cxnLst/>
              <a:rect l="l" t="t" r="r" b="b"/>
              <a:pathLst>
                <a:path w="121" h="184" extrusionOk="0">
                  <a:moveTo>
                    <a:pt x="0" y="1"/>
                  </a:moveTo>
                  <a:lnTo>
                    <a:pt x="0" y="102"/>
                  </a:lnTo>
                  <a:lnTo>
                    <a:pt x="121" y="183"/>
                  </a:lnTo>
                  <a:lnTo>
                    <a:pt x="121" y="6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2325;p60">
              <a:extLst>
                <a:ext uri="{FF2B5EF4-FFF2-40B4-BE49-F238E27FC236}">
                  <a16:creationId xmlns:a16="http://schemas.microsoft.com/office/drawing/2014/main" id="{9EF31A5D-8036-1149-2CBF-8A96C64D8CDF}"/>
                </a:ext>
              </a:extLst>
            </p:cNvPr>
            <p:cNvSpPr/>
            <p:nvPr/>
          </p:nvSpPr>
          <p:spPr>
            <a:xfrm>
              <a:off x="6025130" y="2249855"/>
              <a:ext cx="54388" cy="46860"/>
            </a:xfrm>
            <a:custGeom>
              <a:avLst/>
              <a:gdLst/>
              <a:ahLst/>
              <a:cxnLst/>
              <a:rect l="l" t="t" r="r" b="b"/>
              <a:pathLst>
                <a:path w="419" h="361" extrusionOk="0">
                  <a:moveTo>
                    <a:pt x="1" y="1"/>
                  </a:moveTo>
                  <a:lnTo>
                    <a:pt x="1" y="121"/>
                  </a:lnTo>
                  <a:lnTo>
                    <a:pt x="419" y="361"/>
                  </a:lnTo>
                  <a:lnTo>
                    <a:pt x="419"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2326;p60">
              <a:extLst>
                <a:ext uri="{FF2B5EF4-FFF2-40B4-BE49-F238E27FC236}">
                  <a16:creationId xmlns:a16="http://schemas.microsoft.com/office/drawing/2014/main" id="{28E6E99B-B8B5-09EB-3085-10355AB8B04A}"/>
                </a:ext>
              </a:extLst>
            </p:cNvPr>
            <p:cNvSpPr/>
            <p:nvPr/>
          </p:nvSpPr>
          <p:spPr>
            <a:xfrm>
              <a:off x="5720862" y="2073317"/>
              <a:ext cx="55037" cy="46989"/>
            </a:xfrm>
            <a:custGeom>
              <a:avLst/>
              <a:gdLst/>
              <a:ahLst/>
              <a:cxnLst/>
              <a:rect l="l" t="t" r="r" b="b"/>
              <a:pathLst>
                <a:path w="424" h="362" extrusionOk="0">
                  <a:moveTo>
                    <a:pt x="1" y="1"/>
                  </a:moveTo>
                  <a:lnTo>
                    <a:pt x="1" y="121"/>
                  </a:lnTo>
                  <a:lnTo>
                    <a:pt x="423" y="361"/>
                  </a:lnTo>
                  <a:lnTo>
                    <a:pt x="423"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2327;p60">
              <a:extLst>
                <a:ext uri="{FF2B5EF4-FFF2-40B4-BE49-F238E27FC236}">
                  <a16:creationId xmlns:a16="http://schemas.microsoft.com/office/drawing/2014/main" id="{DF4B64D5-B0B3-DE1E-8678-BEEB17FBCD96}"/>
                </a:ext>
              </a:extLst>
            </p:cNvPr>
            <p:cNvSpPr/>
            <p:nvPr/>
          </p:nvSpPr>
          <p:spPr>
            <a:xfrm>
              <a:off x="6098212" y="2291653"/>
              <a:ext cx="38682" cy="36216"/>
            </a:xfrm>
            <a:custGeom>
              <a:avLst/>
              <a:gdLst/>
              <a:ahLst/>
              <a:cxnLst/>
              <a:rect l="l" t="t" r="r" b="b"/>
              <a:pathLst>
                <a:path w="298" h="279" extrusionOk="0">
                  <a:moveTo>
                    <a:pt x="0" y="0"/>
                  </a:moveTo>
                  <a:lnTo>
                    <a:pt x="0" y="96"/>
                  </a:lnTo>
                  <a:lnTo>
                    <a:pt x="298" y="279"/>
                  </a:lnTo>
                  <a:lnTo>
                    <a:pt x="298"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2328;p60">
              <a:extLst>
                <a:ext uri="{FF2B5EF4-FFF2-40B4-BE49-F238E27FC236}">
                  <a16:creationId xmlns:a16="http://schemas.microsoft.com/office/drawing/2014/main" id="{8A9815A1-F56A-B48D-C58D-C829688F6D99}"/>
                </a:ext>
              </a:extLst>
            </p:cNvPr>
            <p:cNvSpPr/>
            <p:nvPr/>
          </p:nvSpPr>
          <p:spPr>
            <a:xfrm>
              <a:off x="5811857" y="2127576"/>
              <a:ext cx="55037" cy="44393"/>
            </a:xfrm>
            <a:custGeom>
              <a:avLst/>
              <a:gdLst/>
              <a:ahLst/>
              <a:cxnLst/>
              <a:rect l="l" t="t" r="r" b="b"/>
              <a:pathLst>
                <a:path w="424" h="342" extrusionOk="0">
                  <a:moveTo>
                    <a:pt x="1" y="1"/>
                  </a:moveTo>
                  <a:lnTo>
                    <a:pt x="1" y="102"/>
                  </a:lnTo>
                  <a:lnTo>
                    <a:pt x="424" y="342"/>
                  </a:lnTo>
                  <a:lnTo>
                    <a:pt x="424"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2329;p60">
              <a:extLst>
                <a:ext uri="{FF2B5EF4-FFF2-40B4-BE49-F238E27FC236}">
                  <a16:creationId xmlns:a16="http://schemas.microsoft.com/office/drawing/2014/main" id="{5DBA6A2F-DA2F-673F-08F9-E8B0F66601BC}"/>
                </a:ext>
              </a:extLst>
            </p:cNvPr>
            <p:cNvSpPr/>
            <p:nvPr/>
          </p:nvSpPr>
          <p:spPr>
            <a:xfrm>
              <a:off x="5876760" y="2163793"/>
              <a:ext cx="39461" cy="36865"/>
            </a:xfrm>
            <a:custGeom>
              <a:avLst/>
              <a:gdLst/>
              <a:ahLst/>
              <a:cxnLst/>
              <a:rect l="l" t="t" r="r" b="b"/>
              <a:pathLst>
                <a:path w="304" h="284" extrusionOk="0">
                  <a:moveTo>
                    <a:pt x="1" y="1"/>
                  </a:moveTo>
                  <a:lnTo>
                    <a:pt x="1" y="101"/>
                  </a:lnTo>
                  <a:lnTo>
                    <a:pt x="303" y="284"/>
                  </a:lnTo>
                  <a:lnTo>
                    <a:pt x="303" y="164"/>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2330;p60">
              <a:extLst>
                <a:ext uri="{FF2B5EF4-FFF2-40B4-BE49-F238E27FC236}">
                  <a16:creationId xmlns:a16="http://schemas.microsoft.com/office/drawing/2014/main" id="{E122CBE0-559E-DB98-9126-0D6C207EE6EE}"/>
                </a:ext>
              </a:extLst>
            </p:cNvPr>
            <p:cNvSpPr/>
            <p:nvPr/>
          </p:nvSpPr>
          <p:spPr>
            <a:xfrm>
              <a:off x="5882342" y="2198062"/>
              <a:ext cx="33879" cy="33879"/>
            </a:xfrm>
            <a:custGeom>
              <a:avLst/>
              <a:gdLst/>
              <a:ahLst/>
              <a:cxnLst/>
              <a:rect l="l" t="t" r="r" b="b"/>
              <a:pathLst>
                <a:path w="261" h="261" extrusionOk="0">
                  <a:moveTo>
                    <a:pt x="1" y="1"/>
                  </a:moveTo>
                  <a:lnTo>
                    <a:pt x="1" y="121"/>
                  </a:lnTo>
                  <a:lnTo>
                    <a:pt x="260" y="260"/>
                  </a:lnTo>
                  <a:lnTo>
                    <a:pt x="260"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2331;p60">
              <a:extLst>
                <a:ext uri="{FF2B5EF4-FFF2-40B4-BE49-F238E27FC236}">
                  <a16:creationId xmlns:a16="http://schemas.microsoft.com/office/drawing/2014/main" id="{C52B7DBA-31C9-27FC-D19B-22B466F13C51}"/>
                </a:ext>
              </a:extLst>
            </p:cNvPr>
            <p:cNvSpPr/>
            <p:nvPr/>
          </p:nvSpPr>
          <p:spPr>
            <a:xfrm>
              <a:off x="5921025" y="2221167"/>
              <a:ext cx="28817" cy="31283"/>
            </a:xfrm>
            <a:custGeom>
              <a:avLst/>
              <a:gdLst/>
              <a:ahLst/>
              <a:cxnLst/>
              <a:rect l="l" t="t" r="r" b="b"/>
              <a:pathLst>
                <a:path w="222" h="241" extrusionOk="0">
                  <a:moveTo>
                    <a:pt x="1" y="1"/>
                  </a:moveTo>
                  <a:lnTo>
                    <a:pt x="1" y="101"/>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2332;p60">
              <a:extLst>
                <a:ext uri="{FF2B5EF4-FFF2-40B4-BE49-F238E27FC236}">
                  <a16:creationId xmlns:a16="http://schemas.microsoft.com/office/drawing/2014/main" id="{7D60C31C-5357-61B4-9785-A5258903387C}"/>
                </a:ext>
              </a:extLst>
            </p:cNvPr>
            <p:cNvSpPr/>
            <p:nvPr/>
          </p:nvSpPr>
          <p:spPr>
            <a:xfrm>
              <a:off x="5856251" y="2182485"/>
              <a:ext cx="15706" cy="23235"/>
            </a:xfrm>
            <a:custGeom>
              <a:avLst/>
              <a:gdLst/>
              <a:ahLst/>
              <a:cxnLst/>
              <a:rect l="l" t="t" r="r" b="b"/>
              <a:pathLst>
                <a:path w="121" h="179" extrusionOk="0">
                  <a:moveTo>
                    <a:pt x="0" y="1"/>
                  </a:moveTo>
                  <a:lnTo>
                    <a:pt x="0" y="121"/>
                  </a:lnTo>
                  <a:lnTo>
                    <a:pt x="120" y="178"/>
                  </a:lnTo>
                  <a:lnTo>
                    <a:pt x="120" y="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2333;p60">
              <a:extLst>
                <a:ext uri="{FF2B5EF4-FFF2-40B4-BE49-F238E27FC236}">
                  <a16:creationId xmlns:a16="http://schemas.microsoft.com/office/drawing/2014/main" id="{BDEA5D54-6728-A82C-7FD7-0D53086AC123}"/>
                </a:ext>
              </a:extLst>
            </p:cNvPr>
            <p:cNvSpPr/>
            <p:nvPr/>
          </p:nvSpPr>
          <p:spPr>
            <a:xfrm>
              <a:off x="5796280" y="2148216"/>
              <a:ext cx="52571" cy="44393"/>
            </a:xfrm>
            <a:custGeom>
              <a:avLst/>
              <a:gdLst/>
              <a:ahLst/>
              <a:cxnLst/>
              <a:rect l="l" t="t" r="r" b="b"/>
              <a:pathLst>
                <a:path w="405" h="342" extrusionOk="0">
                  <a:moveTo>
                    <a:pt x="1" y="0"/>
                  </a:moveTo>
                  <a:lnTo>
                    <a:pt x="1" y="101"/>
                  </a:lnTo>
                  <a:lnTo>
                    <a:pt x="404" y="342"/>
                  </a:lnTo>
                  <a:lnTo>
                    <a:pt x="40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2334;p60">
              <a:extLst>
                <a:ext uri="{FF2B5EF4-FFF2-40B4-BE49-F238E27FC236}">
                  <a16:creationId xmlns:a16="http://schemas.microsoft.com/office/drawing/2014/main" id="{E2F50204-7AEC-1685-A3DF-EA4925E497F5}"/>
                </a:ext>
              </a:extLst>
            </p:cNvPr>
            <p:cNvSpPr/>
            <p:nvPr/>
          </p:nvSpPr>
          <p:spPr>
            <a:xfrm>
              <a:off x="5700352" y="2091490"/>
              <a:ext cx="39331" cy="38812"/>
            </a:xfrm>
            <a:custGeom>
              <a:avLst/>
              <a:gdLst/>
              <a:ahLst/>
              <a:cxnLst/>
              <a:rect l="l" t="t" r="r" b="b"/>
              <a:pathLst>
                <a:path w="303" h="299" extrusionOk="0">
                  <a:moveTo>
                    <a:pt x="0" y="0"/>
                  </a:moveTo>
                  <a:lnTo>
                    <a:pt x="0" y="120"/>
                  </a:lnTo>
                  <a:lnTo>
                    <a:pt x="303" y="298"/>
                  </a:lnTo>
                  <a:lnTo>
                    <a:pt x="303"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2335;p60">
              <a:extLst>
                <a:ext uri="{FF2B5EF4-FFF2-40B4-BE49-F238E27FC236}">
                  <a16:creationId xmlns:a16="http://schemas.microsoft.com/office/drawing/2014/main" id="{D8471922-239C-2F28-9A6E-8CBB3AB240BC}"/>
                </a:ext>
              </a:extLst>
            </p:cNvPr>
            <p:cNvSpPr/>
            <p:nvPr/>
          </p:nvSpPr>
          <p:spPr>
            <a:xfrm>
              <a:off x="6095096" y="2319691"/>
              <a:ext cx="34398" cy="34398"/>
            </a:xfrm>
            <a:custGeom>
              <a:avLst/>
              <a:gdLst/>
              <a:ahLst/>
              <a:cxnLst/>
              <a:rect l="l" t="t" r="r" b="b"/>
              <a:pathLst>
                <a:path w="265" h="265" extrusionOk="0">
                  <a:moveTo>
                    <a:pt x="0" y="1"/>
                  </a:moveTo>
                  <a:lnTo>
                    <a:pt x="0" y="121"/>
                  </a:lnTo>
                  <a:lnTo>
                    <a:pt x="264" y="265"/>
                  </a:lnTo>
                  <a:lnTo>
                    <a:pt x="264" y="164"/>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2336;p60">
              <a:extLst>
                <a:ext uri="{FF2B5EF4-FFF2-40B4-BE49-F238E27FC236}">
                  <a16:creationId xmlns:a16="http://schemas.microsoft.com/office/drawing/2014/main" id="{1C84C6E5-4372-4CD0-59A3-B5ECE091BFA7}"/>
                </a:ext>
              </a:extLst>
            </p:cNvPr>
            <p:cNvSpPr/>
            <p:nvPr/>
          </p:nvSpPr>
          <p:spPr>
            <a:xfrm>
              <a:off x="6141827" y="2348378"/>
              <a:ext cx="34398" cy="33749"/>
            </a:xfrm>
            <a:custGeom>
              <a:avLst/>
              <a:gdLst/>
              <a:ahLst/>
              <a:cxnLst/>
              <a:rect l="l" t="t" r="r" b="b"/>
              <a:pathLst>
                <a:path w="265" h="260" extrusionOk="0">
                  <a:moveTo>
                    <a:pt x="0" y="1"/>
                  </a:moveTo>
                  <a:lnTo>
                    <a:pt x="0" y="101"/>
                  </a:lnTo>
                  <a:lnTo>
                    <a:pt x="265" y="260"/>
                  </a:lnTo>
                  <a:lnTo>
                    <a:pt x="265"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2337;p60">
              <a:extLst>
                <a:ext uri="{FF2B5EF4-FFF2-40B4-BE49-F238E27FC236}">
                  <a16:creationId xmlns:a16="http://schemas.microsoft.com/office/drawing/2014/main" id="{EBA61425-D320-F159-5AF9-6F5B21ABF69C}"/>
                </a:ext>
              </a:extLst>
            </p:cNvPr>
            <p:cNvSpPr/>
            <p:nvPr/>
          </p:nvSpPr>
          <p:spPr>
            <a:xfrm>
              <a:off x="6069524" y="2304114"/>
              <a:ext cx="15706" cy="26350"/>
            </a:xfrm>
            <a:custGeom>
              <a:avLst/>
              <a:gdLst/>
              <a:ahLst/>
              <a:cxnLst/>
              <a:rect l="l" t="t" r="r" b="b"/>
              <a:pathLst>
                <a:path w="121" h="203" extrusionOk="0">
                  <a:moveTo>
                    <a:pt x="0" y="0"/>
                  </a:moveTo>
                  <a:lnTo>
                    <a:pt x="0" y="121"/>
                  </a:lnTo>
                  <a:lnTo>
                    <a:pt x="120" y="202"/>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2338;p60">
              <a:extLst>
                <a:ext uri="{FF2B5EF4-FFF2-40B4-BE49-F238E27FC236}">
                  <a16:creationId xmlns:a16="http://schemas.microsoft.com/office/drawing/2014/main" id="{B1F744AB-A720-D799-DCE2-A92D3E18485B}"/>
                </a:ext>
              </a:extLst>
            </p:cNvPr>
            <p:cNvSpPr/>
            <p:nvPr/>
          </p:nvSpPr>
          <p:spPr>
            <a:xfrm>
              <a:off x="6009553" y="2270494"/>
              <a:ext cx="51922" cy="44393"/>
            </a:xfrm>
            <a:custGeom>
              <a:avLst/>
              <a:gdLst/>
              <a:ahLst/>
              <a:cxnLst/>
              <a:rect l="l" t="t" r="r" b="b"/>
              <a:pathLst>
                <a:path w="400" h="342" extrusionOk="0">
                  <a:moveTo>
                    <a:pt x="1" y="0"/>
                  </a:moveTo>
                  <a:lnTo>
                    <a:pt x="1" y="120"/>
                  </a:lnTo>
                  <a:lnTo>
                    <a:pt x="400" y="341"/>
                  </a:lnTo>
                  <a:lnTo>
                    <a:pt x="400" y="2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2339;p60">
              <a:extLst>
                <a:ext uri="{FF2B5EF4-FFF2-40B4-BE49-F238E27FC236}">
                  <a16:creationId xmlns:a16="http://schemas.microsoft.com/office/drawing/2014/main" id="{37A8AEB9-1693-0A1C-83F0-41773EF923BF}"/>
                </a:ext>
              </a:extLst>
            </p:cNvPr>
            <p:cNvSpPr/>
            <p:nvPr/>
          </p:nvSpPr>
          <p:spPr>
            <a:xfrm>
              <a:off x="5960356" y="2241807"/>
              <a:ext cx="38812" cy="36865"/>
            </a:xfrm>
            <a:custGeom>
              <a:avLst/>
              <a:gdLst/>
              <a:ahLst/>
              <a:cxnLst/>
              <a:rect l="l" t="t" r="r" b="b"/>
              <a:pathLst>
                <a:path w="299" h="284" extrusionOk="0">
                  <a:moveTo>
                    <a:pt x="0" y="0"/>
                  </a:moveTo>
                  <a:lnTo>
                    <a:pt x="0" y="120"/>
                  </a:lnTo>
                  <a:lnTo>
                    <a:pt x="298" y="283"/>
                  </a:lnTo>
                  <a:lnTo>
                    <a:pt x="298" y="18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2340;p60">
              <a:extLst>
                <a:ext uri="{FF2B5EF4-FFF2-40B4-BE49-F238E27FC236}">
                  <a16:creationId xmlns:a16="http://schemas.microsoft.com/office/drawing/2014/main" id="{033F8EE6-93AD-F9F3-5BAC-08BCC8285DF1}"/>
                </a:ext>
              </a:extLst>
            </p:cNvPr>
            <p:cNvSpPr/>
            <p:nvPr/>
          </p:nvSpPr>
          <p:spPr>
            <a:xfrm>
              <a:off x="5960356" y="2265432"/>
              <a:ext cx="31283" cy="33879"/>
            </a:xfrm>
            <a:custGeom>
              <a:avLst/>
              <a:gdLst/>
              <a:ahLst/>
              <a:cxnLst/>
              <a:rect l="l" t="t" r="r" b="b"/>
              <a:pathLst>
                <a:path w="241" h="261" extrusionOk="0">
                  <a:moveTo>
                    <a:pt x="0" y="1"/>
                  </a:moveTo>
                  <a:lnTo>
                    <a:pt x="0" y="121"/>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2341;p60">
              <a:extLst>
                <a:ext uri="{FF2B5EF4-FFF2-40B4-BE49-F238E27FC236}">
                  <a16:creationId xmlns:a16="http://schemas.microsoft.com/office/drawing/2014/main" id="{A6BF68DA-CA43-C94D-FBCA-830E6EDC44C7}"/>
                </a:ext>
              </a:extLst>
            </p:cNvPr>
            <p:cNvSpPr/>
            <p:nvPr/>
          </p:nvSpPr>
          <p:spPr>
            <a:xfrm>
              <a:off x="5911029" y="2236744"/>
              <a:ext cx="28297" cy="31283"/>
            </a:xfrm>
            <a:custGeom>
              <a:avLst/>
              <a:gdLst/>
              <a:ahLst/>
              <a:cxnLst/>
              <a:rect l="l" t="t" r="r" b="b"/>
              <a:pathLst>
                <a:path w="218" h="241" extrusionOk="0">
                  <a:moveTo>
                    <a:pt x="1" y="1"/>
                  </a:moveTo>
                  <a:lnTo>
                    <a:pt x="1" y="121"/>
                  </a:lnTo>
                  <a:lnTo>
                    <a:pt x="217" y="241"/>
                  </a:lnTo>
                  <a:lnTo>
                    <a:pt x="217"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2342;p60">
              <a:extLst>
                <a:ext uri="{FF2B5EF4-FFF2-40B4-BE49-F238E27FC236}">
                  <a16:creationId xmlns:a16="http://schemas.microsoft.com/office/drawing/2014/main" id="{E4BCC58C-AFDB-B446-D6AB-31BD7F4360B6}"/>
                </a:ext>
              </a:extLst>
            </p:cNvPr>
            <p:cNvSpPr/>
            <p:nvPr/>
          </p:nvSpPr>
          <p:spPr>
            <a:xfrm>
              <a:off x="6001505" y="2291653"/>
              <a:ext cx="15706" cy="23235"/>
            </a:xfrm>
            <a:custGeom>
              <a:avLst/>
              <a:gdLst/>
              <a:ahLst/>
              <a:cxnLst/>
              <a:rect l="l" t="t" r="r" b="b"/>
              <a:pathLst>
                <a:path w="121" h="179" extrusionOk="0">
                  <a:moveTo>
                    <a:pt x="0" y="0"/>
                  </a:moveTo>
                  <a:lnTo>
                    <a:pt x="0" y="96"/>
                  </a:lnTo>
                  <a:lnTo>
                    <a:pt x="121" y="178"/>
                  </a:lnTo>
                  <a:lnTo>
                    <a:pt x="121" y="5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2343;p60">
              <a:extLst>
                <a:ext uri="{FF2B5EF4-FFF2-40B4-BE49-F238E27FC236}">
                  <a16:creationId xmlns:a16="http://schemas.microsoft.com/office/drawing/2014/main" id="{1966424D-036E-51EE-8FFD-99BF37D679AF}"/>
                </a:ext>
              </a:extLst>
            </p:cNvPr>
            <p:cNvSpPr/>
            <p:nvPr/>
          </p:nvSpPr>
          <p:spPr>
            <a:xfrm>
              <a:off x="6025130" y="2304114"/>
              <a:ext cx="54388" cy="46860"/>
            </a:xfrm>
            <a:custGeom>
              <a:avLst/>
              <a:gdLst/>
              <a:ahLst/>
              <a:cxnLst/>
              <a:rect l="l" t="t" r="r" b="b"/>
              <a:pathLst>
                <a:path w="419" h="361" extrusionOk="0">
                  <a:moveTo>
                    <a:pt x="1" y="0"/>
                  </a:moveTo>
                  <a:lnTo>
                    <a:pt x="1" y="121"/>
                  </a:lnTo>
                  <a:lnTo>
                    <a:pt x="419" y="361"/>
                  </a:lnTo>
                  <a:lnTo>
                    <a:pt x="419"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2344;p60">
              <a:extLst>
                <a:ext uri="{FF2B5EF4-FFF2-40B4-BE49-F238E27FC236}">
                  <a16:creationId xmlns:a16="http://schemas.microsoft.com/office/drawing/2014/main" id="{33BE27D0-9D6C-926A-23E2-69388E941326}"/>
                </a:ext>
              </a:extLst>
            </p:cNvPr>
            <p:cNvSpPr/>
            <p:nvPr/>
          </p:nvSpPr>
          <p:spPr>
            <a:xfrm>
              <a:off x="6141827" y="2372133"/>
              <a:ext cx="39331" cy="38682"/>
            </a:xfrm>
            <a:custGeom>
              <a:avLst/>
              <a:gdLst/>
              <a:ahLst/>
              <a:cxnLst/>
              <a:rect l="l" t="t" r="r" b="b"/>
              <a:pathLst>
                <a:path w="303" h="298" extrusionOk="0">
                  <a:moveTo>
                    <a:pt x="0" y="0"/>
                  </a:moveTo>
                  <a:lnTo>
                    <a:pt x="0" y="120"/>
                  </a:lnTo>
                  <a:lnTo>
                    <a:pt x="303" y="298"/>
                  </a:lnTo>
                  <a:lnTo>
                    <a:pt x="303"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2345;p60">
              <a:extLst>
                <a:ext uri="{FF2B5EF4-FFF2-40B4-BE49-F238E27FC236}">
                  <a16:creationId xmlns:a16="http://schemas.microsoft.com/office/drawing/2014/main" id="{D9CF3B22-C9CE-D5D5-6913-79D7D27AA4DB}"/>
                </a:ext>
              </a:extLst>
            </p:cNvPr>
            <p:cNvSpPr/>
            <p:nvPr/>
          </p:nvSpPr>
          <p:spPr>
            <a:xfrm>
              <a:off x="5747083" y="2143283"/>
              <a:ext cx="31283" cy="33749"/>
            </a:xfrm>
            <a:custGeom>
              <a:avLst/>
              <a:gdLst/>
              <a:ahLst/>
              <a:cxnLst/>
              <a:rect l="l" t="t" r="r" b="b"/>
              <a:pathLst>
                <a:path w="241" h="260" extrusionOk="0">
                  <a:moveTo>
                    <a:pt x="0" y="0"/>
                  </a:moveTo>
                  <a:lnTo>
                    <a:pt x="0" y="120"/>
                  </a:lnTo>
                  <a:lnTo>
                    <a:pt x="241" y="259"/>
                  </a:lnTo>
                  <a:lnTo>
                    <a:pt x="241" y="13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2346;p60">
              <a:extLst>
                <a:ext uri="{FF2B5EF4-FFF2-40B4-BE49-F238E27FC236}">
                  <a16:creationId xmlns:a16="http://schemas.microsoft.com/office/drawing/2014/main" id="{1AAA2360-CE06-23FF-E044-1F04B5B39062}"/>
                </a:ext>
              </a:extLst>
            </p:cNvPr>
            <p:cNvSpPr/>
            <p:nvPr/>
          </p:nvSpPr>
          <p:spPr>
            <a:xfrm>
              <a:off x="5692823" y="2112000"/>
              <a:ext cx="31283" cy="33879"/>
            </a:xfrm>
            <a:custGeom>
              <a:avLst/>
              <a:gdLst/>
              <a:ahLst/>
              <a:cxnLst/>
              <a:rect l="l" t="t" r="r" b="b"/>
              <a:pathLst>
                <a:path w="241" h="261" extrusionOk="0">
                  <a:moveTo>
                    <a:pt x="0" y="1"/>
                  </a:moveTo>
                  <a:lnTo>
                    <a:pt x="0" y="102"/>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2347;p60">
              <a:extLst>
                <a:ext uri="{FF2B5EF4-FFF2-40B4-BE49-F238E27FC236}">
                  <a16:creationId xmlns:a16="http://schemas.microsoft.com/office/drawing/2014/main" id="{ECCAC321-6D2D-892C-3F1A-CCB1E9267F74}"/>
                </a:ext>
              </a:extLst>
            </p:cNvPr>
            <p:cNvSpPr/>
            <p:nvPr/>
          </p:nvSpPr>
          <p:spPr>
            <a:xfrm>
              <a:off x="5788881" y="2166908"/>
              <a:ext cx="15706" cy="25701"/>
            </a:xfrm>
            <a:custGeom>
              <a:avLst/>
              <a:gdLst/>
              <a:ahLst/>
              <a:cxnLst/>
              <a:rect l="l" t="t" r="r" b="b"/>
              <a:pathLst>
                <a:path w="121" h="198" extrusionOk="0">
                  <a:moveTo>
                    <a:pt x="0" y="1"/>
                  </a:moveTo>
                  <a:lnTo>
                    <a:pt x="0" y="121"/>
                  </a:lnTo>
                  <a:lnTo>
                    <a:pt x="120" y="198"/>
                  </a:lnTo>
                  <a:lnTo>
                    <a:pt x="120" y="77"/>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2348;p60">
              <a:extLst>
                <a:ext uri="{FF2B5EF4-FFF2-40B4-BE49-F238E27FC236}">
                  <a16:creationId xmlns:a16="http://schemas.microsoft.com/office/drawing/2014/main" id="{1A0B6237-1428-ADF8-1995-664ADA2871AF}"/>
                </a:ext>
              </a:extLst>
            </p:cNvPr>
            <p:cNvSpPr/>
            <p:nvPr/>
          </p:nvSpPr>
          <p:spPr>
            <a:xfrm>
              <a:off x="5811857" y="2182485"/>
              <a:ext cx="55037" cy="43744"/>
            </a:xfrm>
            <a:custGeom>
              <a:avLst/>
              <a:gdLst/>
              <a:ahLst/>
              <a:cxnLst/>
              <a:rect l="l" t="t" r="r" b="b"/>
              <a:pathLst>
                <a:path w="424" h="337" extrusionOk="0">
                  <a:moveTo>
                    <a:pt x="1" y="1"/>
                  </a:moveTo>
                  <a:lnTo>
                    <a:pt x="1" y="97"/>
                  </a:lnTo>
                  <a:lnTo>
                    <a:pt x="424" y="337"/>
                  </a:lnTo>
                  <a:lnTo>
                    <a:pt x="424" y="217"/>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2349;p60">
              <a:extLst>
                <a:ext uri="{FF2B5EF4-FFF2-40B4-BE49-F238E27FC236}">
                  <a16:creationId xmlns:a16="http://schemas.microsoft.com/office/drawing/2014/main" id="{913CE175-C5DE-8F1F-58DA-270B7FE279A6}"/>
                </a:ext>
              </a:extLst>
            </p:cNvPr>
            <p:cNvSpPr/>
            <p:nvPr/>
          </p:nvSpPr>
          <p:spPr>
            <a:xfrm>
              <a:off x="5882342" y="2247388"/>
              <a:ext cx="33879" cy="31283"/>
            </a:xfrm>
            <a:custGeom>
              <a:avLst/>
              <a:gdLst/>
              <a:ahLst/>
              <a:cxnLst/>
              <a:rect l="l" t="t" r="r" b="b"/>
              <a:pathLst>
                <a:path w="261" h="241" extrusionOk="0">
                  <a:moveTo>
                    <a:pt x="1" y="0"/>
                  </a:moveTo>
                  <a:lnTo>
                    <a:pt x="1" y="101"/>
                  </a:lnTo>
                  <a:lnTo>
                    <a:pt x="260" y="240"/>
                  </a:lnTo>
                  <a:lnTo>
                    <a:pt x="260"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2350;p60">
              <a:extLst>
                <a:ext uri="{FF2B5EF4-FFF2-40B4-BE49-F238E27FC236}">
                  <a16:creationId xmlns:a16="http://schemas.microsoft.com/office/drawing/2014/main" id="{46B2D141-2911-B678-F9B7-5B9E38FD921D}"/>
                </a:ext>
              </a:extLst>
            </p:cNvPr>
            <p:cNvSpPr/>
            <p:nvPr/>
          </p:nvSpPr>
          <p:spPr>
            <a:xfrm>
              <a:off x="5921025" y="2267898"/>
              <a:ext cx="28817" cy="31413"/>
            </a:xfrm>
            <a:custGeom>
              <a:avLst/>
              <a:gdLst/>
              <a:ahLst/>
              <a:cxnLst/>
              <a:rect l="l" t="t" r="r" b="b"/>
              <a:pathLst>
                <a:path w="222" h="242" extrusionOk="0">
                  <a:moveTo>
                    <a:pt x="1" y="1"/>
                  </a:moveTo>
                  <a:lnTo>
                    <a:pt x="1" y="121"/>
                  </a:lnTo>
                  <a:lnTo>
                    <a:pt x="222" y="241"/>
                  </a:lnTo>
                  <a:lnTo>
                    <a:pt x="222"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2351;p60">
              <a:extLst>
                <a:ext uri="{FF2B5EF4-FFF2-40B4-BE49-F238E27FC236}">
                  <a16:creationId xmlns:a16="http://schemas.microsoft.com/office/drawing/2014/main" id="{B7DC328F-3E5F-8019-05E4-3DC0294968DD}"/>
                </a:ext>
              </a:extLst>
            </p:cNvPr>
            <p:cNvSpPr/>
            <p:nvPr/>
          </p:nvSpPr>
          <p:spPr>
            <a:xfrm>
              <a:off x="5856251" y="2231812"/>
              <a:ext cx="15706" cy="23105"/>
            </a:xfrm>
            <a:custGeom>
              <a:avLst/>
              <a:gdLst/>
              <a:ahLst/>
              <a:cxnLst/>
              <a:rect l="l" t="t" r="r" b="b"/>
              <a:pathLst>
                <a:path w="121" h="178" extrusionOk="0">
                  <a:moveTo>
                    <a:pt x="0" y="0"/>
                  </a:moveTo>
                  <a:lnTo>
                    <a:pt x="0" y="101"/>
                  </a:lnTo>
                  <a:lnTo>
                    <a:pt x="120" y="178"/>
                  </a:lnTo>
                  <a:lnTo>
                    <a:pt x="120" y="5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2352;p60">
              <a:extLst>
                <a:ext uri="{FF2B5EF4-FFF2-40B4-BE49-F238E27FC236}">
                  <a16:creationId xmlns:a16="http://schemas.microsoft.com/office/drawing/2014/main" id="{063C0019-D177-58BE-DB6E-36999F463BAD}"/>
                </a:ext>
              </a:extLst>
            </p:cNvPr>
            <p:cNvSpPr/>
            <p:nvPr/>
          </p:nvSpPr>
          <p:spPr>
            <a:xfrm>
              <a:off x="5796280" y="2194946"/>
              <a:ext cx="52571" cy="46989"/>
            </a:xfrm>
            <a:custGeom>
              <a:avLst/>
              <a:gdLst/>
              <a:ahLst/>
              <a:cxnLst/>
              <a:rect l="l" t="t" r="r" b="b"/>
              <a:pathLst>
                <a:path w="405" h="362" extrusionOk="0">
                  <a:moveTo>
                    <a:pt x="1" y="1"/>
                  </a:moveTo>
                  <a:lnTo>
                    <a:pt x="1" y="121"/>
                  </a:lnTo>
                  <a:lnTo>
                    <a:pt x="404" y="361"/>
                  </a:lnTo>
                  <a:lnTo>
                    <a:pt x="40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2353;p60">
              <a:extLst>
                <a:ext uri="{FF2B5EF4-FFF2-40B4-BE49-F238E27FC236}">
                  <a16:creationId xmlns:a16="http://schemas.microsoft.com/office/drawing/2014/main" id="{D4863B6F-F47D-2A9C-8785-AC77E00A3268}"/>
                </a:ext>
              </a:extLst>
            </p:cNvPr>
            <p:cNvSpPr/>
            <p:nvPr/>
          </p:nvSpPr>
          <p:spPr>
            <a:xfrm>
              <a:off x="5747083" y="2166908"/>
              <a:ext cx="39461" cy="38812"/>
            </a:xfrm>
            <a:custGeom>
              <a:avLst/>
              <a:gdLst/>
              <a:ahLst/>
              <a:cxnLst/>
              <a:rect l="l" t="t" r="r" b="b"/>
              <a:pathLst>
                <a:path w="304" h="299" extrusionOk="0">
                  <a:moveTo>
                    <a:pt x="0" y="1"/>
                  </a:moveTo>
                  <a:lnTo>
                    <a:pt x="0" y="121"/>
                  </a:lnTo>
                  <a:lnTo>
                    <a:pt x="303" y="298"/>
                  </a:lnTo>
                  <a:lnTo>
                    <a:pt x="303" y="1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2354;p60">
              <a:extLst>
                <a:ext uri="{FF2B5EF4-FFF2-40B4-BE49-F238E27FC236}">
                  <a16:creationId xmlns:a16="http://schemas.microsoft.com/office/drawing/2014/main" id="{78015BCB-30B8-9404-3486-3F871490DF72}"/>
                </a:ext>
              </a:extLst>
            </p:cNvPr>
            <p:cNvSpPr/>
            <p:nvPr/>
          </p:nvSpPr>
          <p:spPr>
            <a:xfrm>
              <a:off x="6134298" y="2392643"/>
              <a:ext cx="33879" cy="31283"/>
            </a:xfrm>
            <a:custGeom>
              <a:avLst/>
              <a:gdLst/>
              <a:ahLst/>
              <a:cxnLst/>
              <a:rect l="l" t="t" r="r" b="b"/>
              <a:pathLst>
                <a:path w="261" h="241" extrusionOk="0">
                  <a:moveTo>
                    <a:pt x="1" y="1"/>
                  </a:moveTo>
                  <a:lnTo>
                    <a:pt x="1" y="102"/>
                  </a:lnTo>
                  <a:lnTo>
                    <a:pt x="260" y="241"/>
                  </a:lnTo>
                  <a:lnTo>
                    <a:pt x="260" y="140"/>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2355;p60">
              <a:extLst>
                <a:ext uri="{FF2B5EF4-FFF2-40B4-BE49-F238E27FC236}">
                  <a16:creationId xmlns:a16="http://schemas.microsoft.com/office/drawing/2014/main" id="{E68ABA18-551E-DA8A-F73C-9F96F002129C}"/>
                </a:ext>
              </a:extLst>
            </p:cNvPr>
            <p:cNvSpPr/>
            <p:nvPr/>
          </p:nvSpPr>
          <p:spPr>
            <a:xfrm>
              <a:off x="6009553" y="2319691"/>
              <a:ext cx="51922" cy="44393"/>
            </a:xfrm>
            <a:custGeom>
              <a:avLst/>
              <a:gdLst/>
              <a:ahLst/>
              <a:cxnLst/>
              <a:rect l="l" t="t" r="r" b="b"/>
              <a:pathLst>
                <a:path w="400" h="342" extrusionOk="0">
                  <a:moveTo>
                    <a:pt x="1" y="1"/>
                  </a:moveTo>
                  <a:lnTo>
                    <a:pt x="1" y="101"/>
                  </a:lnTo>
                  <a:lnTo>
                    <a:pt x="400" y="342"/>
                  </a:lnTo>
                  <a:lnTo>
                    <a:pt x="400"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2356;p60">
              <a:extLst>
                <a:ext uri="{FF2B5EF4-FFF2-40B4-BE49-F238E27FC236}">
                  <a16:creationId xmlns:a16="http://schemas.microsoft.com/office/drawing/2014/main" id="{051F53D4-AB4C-7E24-D257-B1E4659FA17D}"/>
                </a:ext>
              </a:extLst>
            </p:cNvPr>
            <p:cNvSpPr/>
            <p:nvPr/>
          </p:nvSpPr>
          <p:spPr>
            <a:xfrm>
              <a:off x="5960356" y="2291653"/>
              <a:ext cx="38812" cy="36216"/>
            </a:xfrm>
            <a:custGeom>
              <a:avLst/>
              <a:gdLst/>
              <a:ahLst/>
              <a:cxnLst/>
              <a:rect l="l" t="t" r="r" b="b"/>
              <a:pathLst>
                <a:path w="299" h="279" extrusionOk="0">
                  <a:moveTo>
                    <a:pt x="0" y="0"/>
                  </a:moveTo>
                  <a:lnTo>
                    <a:pt x="0" y="96"/>
                  </a:lnTo>
                  <a:lnTo>
                    <a:pt x="298" y="279"/>
                  </a:lnTo>
                  <a:lnTo>
                    <a:pt x="298"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2357;p60">
              <a:extLst>
                <a:ext uri="{FF2B5EF4-FFF2-40B4-BE49-F238E27FC236}">
                  <a16:creationId xmlns:a16="http://schemas.microsoft.com/office/drawing/2014/main" id="{533027EF-4FDE-0CCD-0936-D4A6D81C99CD}"/>
                </a:ext>
              </a:extLst>
            </p:cNvPr>
            <p:cNvSpPr/>
            <p:nvPr/>
          </p:nvSpPr>
          <p:spPr>
            <a:xfrm>
              <a:off x="5923491" y="2294119"/>
              <a:ext cx="28817" cy="31283"/>
            </a:xfrm>
            <a:custGeom>
              <a:avLst/>
              <a:gdLst/>
              <a:ahLst/>
              <a:cxnLst/>
              <a:rect l="l" t="t" r="r" b="b"/>
              <a:pathLst>
                <a:path w="222" h="241" extrusionOk="0">
                  <a:moveTo>
                    <a:pt x="1" y="1"/>
                  </a:moveTo>
                  <a:lnTo>
                    <a:pt x="1" y="121"/>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2358;p60">
              <a:extLst>
                <a:ext uri="{FF2B5EF4-FFF2-40B4-BE49-F238E27FC236}">
                  <a16:creationId xmlns:a16="http://schemas.microsoft.com/office/drawing/2014/main" id="{DE2473F2-BCAB-BECC-85B6-24A376FF8073}"/>
                </a:ext>
              </a:extLst>
            </p:cNvPr>
            <p:cNvSpPr/>
            <p:nvPr/>
          </p:nvSpPr>
          <p:spPr>
            <a:xfrm>
              <a:off x="6001505" y="2338383"/>
              <a:ext cx="15706" cy="25701"/>
            </a:xfrm>
            <a:custGeom>
              <a:avLst/>
              <a:gdLst/>
              <a:ahLst/>
              <a:cxnLst/>
              <a:rect l="l" t="t" r="r" b="b"/>
              <a:pathLst>
                <a:path w="121" h="198" extrusionOk="0">
                  <a:moveTo>
                    <a:pt x="0" y="1"/>
                  </a:moveTo>
                  <a:lnTo>
                    <a:pt x="0" y="121"/>
                  </a:lnTo>
                  <a:lnTo>
                    <a:pt x="121" y="198"/>
                  </a:lnTo>
                  <a:lnTo>
                    <a:pt x="121" y="78"/>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2359;p60">
              <a:extLst>
                <a:ext uri="{FF2B5EF4-FFF2-40B4-BE49-F238E27FC236}">
                  <a16:creationId xmlns:a16="http://schemas.microsoft.com/office/drawing/2014/main" id="{4CCC5A39-BF25-0F7F-EBDF-70BA4E22BE71}"/>
                </a:ext>
              </a:extLst>
            </p:cNvPr>
            <p:cNvSpPr/>
            <p:nvPr/>
          </p:nvSpPr>
          <p:spPr>
            <a:xfrm>
              <a:off x="6025130" y="2353960"/>
              <a:ext cx="54388" cy="43874"/>
            </a:xfrm>
            <a:custGeom>
              <a:avLst/>
              <a:gdLst/>
              <a:ahLst/>
              <a:cxnLst/>
              <a:rect l="l" t="t" r="r" b="b"/>
              <a:pathLst>
                <a:path w="419" h="338" extrusionOk="0">
                  <a:moveTo>
                    <a:pt x="1" y="1"/>
                  </a:moveTo>
                  <a:lnTo>
                    <a:pt x="1" y="97"/>
                  </a:lnTo>
                  <a:lnTo>
                    <a:pt x="419" y="337"/>
                  </a:lnTo>
                  <a:lnTo>
                    <a:pt x="419" y="217"/>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2360;p60">
              <a:extLst>
                <a:ext uri="{FF2B5EF4-FFF2-40B4-BE49-F238E27FC236}">
                  <a16:creationId xmlns:a16="http://schemas.microsoft.com/office/drawing/2014/main" id="{0E7E8B24-F2B7-1066-CF4D-A161385473D2}"/>
                </a:ext>
              </a:extLst>
            </p:cNvPr>
            <p:cNvSpPr/>
            <p:nvPr/>
          </p:nvSpPr>
          <p:spPr>
            <a:xfrm>
              <a:off x="6085101" y="2387710"/>
              <a:ext cx="38812" cy="36216"/>
            </a:xfrm>
            <a:custGeom>
              <a:avLst/>
              <a:gdLst/>
              <a:ahLst/>
              <a:cxnLst/>
              <a:rect l="l" t="t" r="r" b="b"/>
              <a:pathLst>
                <a:path w="299" h="279" extrusionOk="0">
                  <a:moveTo>
                    <a:pt x="0" y="0"/>
                  </a:moveTo>
                  <a:lnTo>
                    <a:pt x="0" y="120"/>
                  </a:lnTo>
                  <a:lnTo>
                    <a:pt x="298" y="279"/>
                  </a:lnTo>
                  <a:lnTo>
                    <a:pt x="298"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2361;p60">
              <a:extLst>
                <a:ext uri="{FF2B5EF4-FFF2-40B4-BE49-F238E27FC236}">
                  <a16:creationId xmlns:a16="http://schemas.microsoft.com/office/drawing/2014/main" id="{C5FAB9E3-CBD6-4CC0-0DB5-D9829D95E64F}"/>
                </a:ext>
              </a:extLst>
            </p:cNvPr>
            <p:cNvSpPr/>
            <p:nvPr/>
          </p:nvSpPr>
          <p:spPr>
            <a:xfrm>
              <a:off x="5811857" y="2229215"/>
              <a:ext cx="55037" cy="46989"/>
            </a:xfrm>
            <a:custGeom>
              <a:avLst/>
              <a:gdLst/>
              <a:ahLst/>
              <a:cxnLst/>
              <a:rect l="l" t="t" r="r" b="b"/>
              <a:pathLst>
                <a:path w="424" h="362" extrusionOk="0">
                  <a:moveTo>
                    <a:pt x="1" y="1"/>
                  </a:moveTo>
                  <a:lnTo>
                    <a:pt x="1" y="121"/>
                  </a:lnTo>
                  <a:lnTo>
                    <a:pt x="424" y="361"/>
                  </a:lnTo>
                  <a:lnTo>
                    <a:pt x="42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2362;p60">
              <a:extLst>
                <a:ext uri="{FF2B5EF4-FFF2-40B4-BE49-F238E27FC236}">
                  <a16:creationId xmlns:a16="http://schemas.microsoft.com/office/drawing/2014/main" id="{DEC7EAC9-F38B-3B85-C701-A9AB59718C4F}"/>
                </a:ext>
              </a:extLst>
            </p:cNvPr>
            <p:cNvSpPr/>
            <p:nvPr/>
          </p:nvSpPr>
          <p:spPr>
            <a:xfrm>
              <a:off x="5876760" y="2265432"/>
              <a:ext cx="39461" cy="38812"/>
            </a:xfrm>
            <a:custGeom>
              <a:avLst/>
              <a:gdLst/>
              <a:ahLst/>
              <a:cxnLst/>
              <a:rect l="l" t="t" r="r" b="b"/>
              <a:pathLst>
                <a:path w="304" h="299" extrusionOk="0">
                  <a:moveTo>
                    <a:pt x="1" y="1"/>
                  </a:moveTo>
                  <a:lnTo>
                    <a:pt x="1" y="121"/>
                  </a:lnTo>
                  <a:lnTo>
                    <a:pt x="303" y="298"/>
                  </a:lnTo>
                  <a:lnTo>
                    <a:pt x="303" y="178"/>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2363;p60">
              <a:extLst>
                <a:ext uri="{FF2B5EF4-FFF2-40B4-BE49-F238E27FC236}">
                  <a16:creationId xmlns:a16="http://schemas.microsoft.com/office/drawing/2014/main" id="{C86001E6-99BB-66FE-C3C0-2DC0E6E63D05}"/>
                </a:ext>
              </a:extLst>
            </p:cNvPr>
            <p:cNvSpPr/>
            <p:nvPr/>
          </p:nvSpPr>
          <p:spPr>
            <a:xfrm>
              <a:off x="5960356" y="2340850"/>
              <a:ext cx="31283" cy="33879"/>
            </a:xfrm>
            <a:custGeom>
              <a:avLst/>
              <a:gdLst/>
              <a:ahLst/>
              <a:cxnLst/>
              <a:rect l="l" t="t" r="r" b="b"/>
              <a:pathLst>
                <a:path w="241" h="261" extrusionOk="0">
                  <a:moveTo>
                    <a:pt x="0" y="1"/>
                  </a:moveTo>
                  <a:lnTo>
                    <a:pt x="0" y="102"/>
                  </a:lnTo>
                  <a:lnTo>
                    <a:pt x="241" y="260"/>
                  </a:lnTo>
                  <a:lnTo>
                    <a:pt x="241" y="140"/>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2364;p60">
              <a:extLst>
                <a:ext uri="{FF2B5EF4-FFF2-40B4-BE49-F238E27FC236}">
                  <a16:creationId xmlns:a16="http://schemas.microsoft.com/office/drawing/2014/main" id="{D2D2B098-C271-921B-2766-BFC1335AF4C2}"/>
                </a:ext>
              </a:extLst>
            </p:cNvPr>
            <p:cNvSpPr/>
            <p:nvPr/>
          </p:nvSpPr>
          <p:spPr>
            <a:xfrm>
              <a:off x="5923491" y="2319691"/>
              <a:ext cx="28817" cy="31283"/>
            </a:xfrm>
            <a:custGeom>
              <a:avLst/>
              <a:gdLst/>
              <a:ahLst/>
              <a:cxnLst/>
              <a:rect l="l" t="t" r="r" b="b"/>
              <a:pathLst>
                <a:path w="222" h="241" extrusionOk="0">
                  <a:moveTo>
                    <a:pt x="1" y="1"/>
                  </a:moveTo>
                  <a:lnTo>
                    <a:pt x="1" y="121"/>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2365;p60">
              <a:extLst>
                <a:ext uri="{FF2B5EF4-FFF2-40B4-BE49-F238E27FC236}">
                  <a16:creationId xmlns:a16="http://schemas.microsoft.com/office/drawing/2014/main" id="{DEF91CFC-1E67-BDB8-4E67-EB978E96E529}"/>
                </a:ext>
              </a:extLst>
            </p:cNvPr>
            <p:cNvSpPr/>
            <p:nvPr/>
          </p:nvSpPr>
          <p:spPr>
            <a:xfrm>
              <a:off x="6001505" y="2363955"/>
              <a:ext cx="15706" cy="26350"/>
            </a:xfrm>
            <a:custGeom>
              <a:avLst/>
              <a:gdLst/>
              <a:ahLst/>
              <a:cxnLst/>
              <a:rect l="l" t="t" r="r" b="b"/>
              <a:pathLst>
                <a:path w="121" h="203" extrusionOk="0">
                  <a:moveTo>
                    <a:pt x="0" y="1"/>
                  </a:moveTo>
                  <a:lnTo>
                    <a:pt x="0" y="121"/>
                  </a:lnTo>
                  <a:lnTo>
                    <a:pt x="121" y="202"/>
                  </a:lnTo>
                  <a:lnTo>
                    <a:pt x="121" y="82"/>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2366;p60">
              <a:extLst>
                <a:ext uri="{FF2B5EF4-FFF2-40B4-BE49-F238E27FC236}">
                  <a16:creationId xmlns:a16="http://schemas.microsoft.com/office/drawing/2014/main" id="{D56F4E2E-CE82-7451-774C-52A7FC122551}"/>
                </a:ext>
              </a:extLst>
            </p:cNvPr>
            <p:cNvSpPr/>
            <p:nvPr/>
          </p:nvSpPr>
          <p:spPr>
            <a:xfrm>
              <a:off x="6025130" y="2379532"/>
              <a:ext cx="54388" cy="44393"/>
            </a:xfrm>
            <a:custGeom>
              <a:avLst/>
              <a:gdLst/>
              <a:ahLst/>
              <a:cxnLst/>
              <a:rect l="l" t="t" r="r" b="b"/>
              <a:pathLst>
                <a:path w="419" h="342" extrusionOk="0">
                  <a:moveTo>
                    <a:pt x="1" y="1"/>
                  </a:moveTo>
                  <a:lnTo>
                    <a:pt x="1" y="102"/>
                  </a:lnTo>
                  <a:lnTo>
                    <a:pt x="419" y="342"/>
                  </a:lnTo>
                  <a:lnTo>
                    <a:pt x="419" y="22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2367;p60">
              <a:extLst>
                <a:ext uri="{FF2B5EF4-FFF2-40B4-BE49-F238E27FC236}">
                  <a16:creationId xmlns:a16="http://schemas.microsoft.com/office/drawing/2014/main" id="{AF805F9A-B54E-CE72-A323-8533917FA2CE}"/>
                </a:ext>
              </a:extLst>
            </p:cNvPr>
            <p:cNvSpPr/>
            <p:nvPr/>
          </p:nvSpPr>
          <p:spPr>
            <a:xfrm>
              <a:off x="6123784" y="2434441"/>
              <a:ext cx="39331" cy="36345"/>
            </a:xfrm>
            <a:custGeom>
              <a:avLst/>
              <a:gdLst/>
              <a:ahLst/>
              <a:cxnLst/>
              <a:rect l="l" t="t" r="r" b="b"/>
              <a:pathLst>
                <a:path w="303" h="280" extrusionOk="0">
                  <a:moveTo>
                    <a:pt x="0" y="0"/>
                  </a:moveTo>
                  <a:lnTo>
                    <a:pt x="0" y="121"/>
                  </a:lnTo>
                  <a:lnTo>
                    <a:pt x="303" y="279"/>
                  </a:lnTo>
                  <a:lnTo>
                    <a:pt x="303" y="17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2368;p60">
              <a:extLst>
                <a:ext uri="{FF2B5EF4-FFF2-40B4-BE49-F238E27FC236}">
                  <a16:creationId xmlns:a16="http://schemas.microsoft.com/office/drawing/2014/main" id="{BF267240-1E6B-F1E4-D57E-81EE1770CBBB}"/>
                </a:ext>
              </a:extLst>
            </p:cNvPr>
            <p:cNvSpPr/>
            <p:nvPr/>
          </p:nvSpPr>
          <p:spPr>
            <a:xfrm>
              <a:off x="5723977" y="2203124"/>
              <a:ext cx="31283" cy="33749"/>
            </a:xfrm>
            <a:custGeom>
              <a:avLst/>
              <a:gdLst/>
              <a:ahLst/>
              <a:cxnLst/>
              <a:rect l="l" t="t" r="r" b="b"/>
              <a:pathLst>
                <a:path w="241" h="260" extrusionOk="0">
                  <a:moveTo>
                    <a:pt x="1" y="0"/>
                  </a:moveTo>
                  <a:lnTo>
                    <a:pt x="1" y="120"/>
                  </a:lnTo>
                  <a:lnTo>
                    <a:pt x="241" y="260"/>
                  </a:lnTo>
                  <a:lnTo>
                    <a:pt x="241" y="1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2369;p60">
              <a:extLst>
                <a:ext uri="{FF2B5EF4-FFF2-40B4-BE49-F238E27FC236}">
                  <a16:creationId xmlns:a16="http://schemas.microsoft.com/office/drawing/2014/main" id="{6ABBE3DC-BEB1-C75C-59F2-185DC40D811B}"/>
                </a:ext>
              </a:extLst>
            </p:cNvPr>
            <p:cNvSpPr/>
            <p:nvPr/>
          </p:nvSpPr>
          <p:spPr>
            <a:xfrm>
              <a:off x="5788881" y="2241807"/>
              <a:ext cx="15706" cy="23754"/>
            </a:xfrm>
            <a:custGeom>
              <a:avLst/>
              <a:gdLst/>
              <a:ahLst/>
              <a:cxnLst/>
              <a:rect l="l" t="t" r="r" b="b"/>
              <a:pathLst>
                <a:path w="121" h="183" extrusionOk="0">
                  <a:moveTo>
                    <a:pt x="0" y="0"/>
                  </a:moveTo>
                  <a:lnTo>
                    <a:pt x="0" y="120"/>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2370;p60">
              <a:extLst>
                <a:ext uri="{FF2B5EF4-FFF2-40B4-BE49-F238E27FC236}">
                  <a16:creationId xmlns:a16="http://schemas.microsoft.com/office/drawing/2014/main" id="{5CBA134A-F863-3575-C179-6360E407CDCB}"/>
                </a:ext>
              </a:extLst>
            </p:cNvPr>
            <p:cNvSpPr/>
            <p:nvPr/>
          </p:nvSpPr>
          <p:spPr>
            <a:xfrm>
              <a:off x="5811857" y="2254787"/>
              <a:ext cx="55037" cy="46989"/>
            </a:xfrm>
            <a:custGeom>
              <a:avLst/>
              <a:gdLst/>
              <a:ahLst/>
              <a:cxnLst/>
              <a:rect l="l" t="t" r="r" b="b"/>
              <a:pathLst>
                <a:path w="424" h="362" extrusionOk="0">
                  <a:moveTo>
                    <a:pt x="1" y="1"/>
                  </a:moveTo>
                  <a:lnTo>
                    <a:pt x="1" y="121"/>
                  </a:lnTo>
                  <a:lnTo>
                    <a:pt x="424" y="361"/>
                  </a:lnTo>
                  <a:lnTo>
                    <a:pt x="424" y="24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2371;p60">
              <a:extLst>
                <a:ext uri="{FF2B5EF4-FFF2-40B4-BE49-F238E27FC236}">
                  <a16:creationId xmlns:a16="http://schemas.microsoft.com/office/drawing/2014/main" id="{9933FBEA-3B0D-8DC5-CA27-7384A8510B95}"/>
                </a:ext>
              </a:extLst>
            </p:cNvPr>
            <p:cNvSpPr/>
            <p:nvPr/>
          </p:nvSpPr>
          <p:spPr>
            <a:xfrm>
              <a:off x="5882342" y="2319691"/>
              <a:ext cx="33879" cy="34398"/>
            </a:xfrm>
            <a:custGeom>
              <a:avLst/>
              <a:gdLst/>
              <a:ahLst/>
              <a:cxnLst/>
              <a:rect l="l" t="t" r="r" b="b"/>
              <a:pathLst>
                <a:path w="261" h="265" extrusionOk="0">
                  <a:moveTo>
                    <a:pt x="1" y="1"/>
                  </a:moveTo>
                  <a:lnTo>
                    <a:pt x="1" y="121"/>
                  </a:lnTo>
                  <a:lnTo>
                    <a:pt x="260" y="265"/>
                  </a:lnTo>
                  <a:lnTo>
                    <a:pt x="260" y="145"/>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2372;p60">
              <a:extLst>
                <a:ext uri="{FF2B5EF4-FFF2-40B4-BE49-F238E27FC236}">
                  <a16:creationId xmlns:a16="http://schemas.microsoft.com/office/drawing/2014/main" id="{D65EB170-49D8-1A58-72C4-B1BD4E056945}"/>
                </a:ext>
              </a:extLst>
            </p:cNvPr>
            <p:cNvSpPr/>
            <p:nvPr/>
          </p:nvSpPr>
          <p:spPr>
            <a:xfrm>
              <a:off x="5921025" y="2343446"/>
              <a:ext cx="28817" cy="31283"/>
            </a:xfrm>
            <a:custGeom>
              <a:avLst/>
              <a:gdLst/>
              <a:ahLst/>
              <a:cxnLst/>
              <a:rect l="l" t="t" r="r" b="b"/>
              <a:pathLst>
                <a:path w="222" h="241" extrusionOk="0">
                  <a:moveTo>
                    <a:pt x="1" y="0"/>
                  </a:moveTo>
                  <a:lnTo>
                    <a:pt x="1" y="101"/>
                  </a:lnTo>
                  <a:lnTo>
                    <a:pt x="222" y="240"/>
                  </a:lnTo>
                  <a:lnTo>
                    <a:pt x="222" y="12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2373;p60">
              <a:extLst>
                <a:ext uri="{FF2B5EF4-FFF2-40B4-BE49-F238E27FC236}">
                  <a16:creationId xmlns:a16="http://schemas.microsoft.com/office/drawing/2014/main" id="{361D8D6F-4A92-8476-FB6C-8C9E8E188A59}"/>
                </a:ext>
              </a:extLst>
            </p:cNvPr>
            <p:cNvSpPr/>
            <p:nvPr/>
          </p:nvSpPr>
          <p:spPr>
            <a:xfrm>
              <a:off x="5856251" y="2304114"/>
              <a:ext cx="15706" cy="23754"/>
            </a:xfrm>
            <a:custGeom>
              <a:avLst/>
              <a:gdLst/>
              <a:ahLst/>
              <a:cxnLst/>
              <a:rect l="l" t="t" r="r" b="b"/>
              <a:pathLst>
                <a:path w="121" h="183" extrusionOk="0">
                  <a:moveTo>
                    <a:pt x="0" y="0"/>
                  </a:moveTo>
                  <a:lnTo>
                    <a:pt x="0" y="121"/>
                  </a:lnTo>
                  <a:lnTo>
                    <a:pt x="120" y="183"/>
                  </a:lnTo>
                  <a:lnTo>
                    <a:pt x="120" y="82"/>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2374;p60">
              <a:extLst>
                <a:ext uri="{FF2B5EF4-FFF2-40B4-BE49-F238E27FC236}">
                  <a16:creationId xmlns:a16="http://schemas.microsoft.com/office/drawing/2014/main" id="{41AF73EB-9C47-ED4F-6980-066DCC514EAE}"/>
                </a:ext>
              </a:extLst>
            </p:cNvPr>
            <p:cNvSpPr/>
            <p:nvPr/>
          </p:nvSpPr>
          <p:spPr>
            <a:xfrm>
              <a:off x="5796280" y="2270494"/>
              <a:ext cx="52571" cy="44393"/>
            </a:xfrm>
            <a:custGeom>
              <a:avLst/>
              <a:gdLst/>
              <a:ahLst/>
              <a:cxnLst/>
              <a:rect l="l" t="t" r="r" b="b"/>
              <a:pathLst>
                <a:path w="405" h="342" extrusionOk="0">
                  <a:moveTo>
                    <a:pt x="1" y="0"/>
                  </a:moveTo>
                  <a:lnTo>
                    <a:pt x="1" y="101"/>
                  </a:lnTo>
                  <a:lnTo>
                    <a:pt x="404" y="341"/>
                  </a:lnTo>
                  <a:lnTo>
                    <a:pt x="404" y="22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2375;p60">
              <a:extLst>
                <a:ext uri="{FF2B5EF4-FFF2-40B4-BE49-F238E27FC236}">
                  <a16:creationId xmlns:a16="http://schemas.microsoft.com/office/drawing/2014/main" id="{FE587F9F-31AB-1C8F-FD6D-3EE7B7E0D43E}"/>
                </a:ext>
              </a:extLst>
            </p:cNvPr>
            <p:cNvSpPr/>
            <p:nvPr/>
          </p:nvSpPr>
          <p:spPr>
            <a:xfrm>
              <a:off x="5747083" y="2241807"/>
              <a:ext cx="39461" cy="36865"/>
            </a:xfrm>
            <a:custGeom>
              <a:avLst/>
              <a:gdLst/>
              <a:ahLst/>
              <a:cxnLst/>
              <a:rect l="l" t="t" r="r" b="b"/>
              <a:pathLst>
                <a:path w="304" h="284" extrusionOk="0">
                  <a:moveTo>
                    <a:pt x="0" y="0"/>
                  </a:moveTo>
                  <a:lnTo>
                    <a:pt x="0" y="101"/>
                  </a:lnTo>
                  <a:lnTo>
                    <a:pt x="303" y="283"/>
                  </a:lnTo>
                  <a:lnTo>
                    <a:pt x="303" y="16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2376;p60">
              <a:extLst>
                <a:ext uri="{FF2B5EF4-FFF2-40B4-BE49-F238E27FC236}">
                  <a16:creationId xmlns:a16="http://schemas.microsoft.com/office/drawing/2014/main" id="{416C8FF5-5CF3-1C43-EF34-FC6DE8A594B3}"/>
                </a:ext>
              </a:extLst>
            </p:cNvPr>
            <p:cNvSpPr/>
            <p:nvPr/>
          </p:nvSpPr>
          <p:spPr>
            <a:xfrm>
              <a:off x="5960356" y="2363955"/>
              <a:ext cx="38812" cy="36994"/>
            </a:xfrm>
            <a:custGeom>
              <a:avLst/>
              <a:gdLst/>
              <a:ahLst/>
              <a:cxnLst/>
              <a:rect l="l" t="t" r="r" b="b"/>
              <a:pathLst>
                <a:path w="299" h="285" extrusionOk="0">
                  <a:moveTo>
                    <a:pt x="0" y="1"/>
                  </a:moveTo>
                  <a:lnTo>
                    <a:pt x="0" y="121"/>
                  </a:lnTo>
                  <a:lnTo>
                    <a:pt x="298" y="284"/>
                  </a:lnTo>
                  <a:lnTo>
                    <a:pt x="298" y="183"/>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2377;p60">
              <a:extLst>
                <a:ext uri="{FF2B5EF4-FFF2-40B4-BE49-F238E27FC236}">
                  <a16:creationId xmlns:a16="http://schemas.microsoft.com/office/drawing/2014/main" id="{9D1E71C6-B8BE-FB90-442B-8407D6356A0E}"/>
                </a:ext>
              </a:extLst>
            </p:cNvPr>
            <p:cNvSpPr/>
            <p:nvPr/>
          </p:nvSpPr>
          <p:spPr>
            <a:xfrm>
              <a:off x="5960356" y="2387710"/>
              <a:ext cx="31283" cy="33749"/>
            </a:xfrm>
            <a:custGeom>
              <a:avLst/>
              <a:gdLst/>
              <a:ahLst/>
              <a:cxnLst/>
              <a:rect l="l" t="t" r="r" b="b"/>
              <a:pathLst>
                <a:path w="241" h="260" extrusionOk="0">
                  <a:moveTo>
                    <a:pt x="0" y="0"/>
                  </a:moveTo>
                  <a:lnTo>
                    <a:pt x="0" y="120"/>
                  </a:lnTo>
                  <a:lnTo>
                    <a:pt x="241" y="260"/>
                  </a:lnTo>
                  <a:lnTo>
                    <a:pt x="241" y="15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2378;p60">
              <a:extLst>
                <a:ext uri="{FF2B5EF4-FFF2-40B4-BE49-F238E27FC236}">
                  <a16:creationId xmlns:a16="http://schemas.microsoft.com/office/drawing/2014/main" id="{7C35208A-EEA1-7C0D-ADD4-90374EB2260E}"/>
                </a:ext>
              </a:extLst>
            </p:cNvPr>
            <p:cNvSpPr/>
            <p:nvPr/>
          </p:nvSpPr>
          <p:spPr>
            <a:xfrm>
              <a:off x="5923491" y="2369537"/>
              <a:ext cx="28817" cy="31413"/>
            </a:xfrm>
            <a:custGeom>
              <a:avLst/>
              <a:gdLst/>
              <a:ahLst/>
              <a:cxnLst/>
              <a:rect l="l" t="t" r="r" b="b"/>
              <a:pathLst>
                <a:path w="222" h="242" extrusionOk="0">
                  <a:moveTo>
                    <a:pt x="1" y="1"/>
                  </a:moveTo>
                  <a:lnTo>
                    <a:pt x="1" y="97"/>
                  </a:lnTo>
                  <a:lnTo>
                    <a:pt x="222" y="241"/>
                  </a:lnTo>
                  <a:lnTo>
                    <a:pt x="222" y="121"/>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2379;p60">
              <a:extLst>
                <a:ext uri="{FF2B5EF4-FFF2-40B4-BE49-F238E27FC236}">
                  <a16:creationId xmlns:a16="http://schemas.microsoft.com/office/drawing/2014/main" id="{792D7D6E-B1E9-B466-AA6F-6118BF8392EC}"/>
                </a:ext>
              </a:extLst>
            </p:cNvPr>
            <p:cNvSpPr/>
            <p:nvPr/>
          </p:nvSpPr>
          <p:spPr>
            <a:xfrm>
              <a:off x="6001505" y="2413282"/>
              <a:ext cx="15706" cy="23754"/>
            </a:xfrm>
            <a:custGeom>
              <a:avLst/>
              <a:gdLst/>
              <a:ahLst/>
              <a:cxnLst/>
              <a:rect l="l" t="t" r="r" b="b"/>
              <a:pathLst>
                <a:path w="121" h="183" extrusionOk="0">
                  <a:moveTo>
                    <a:pt x="0" y="0"/>
                  </a:moveTo>
                  <a:lnTo>
                    <a:pt x="0" y="120"/>
                  </a:lnTo>
                  <a:lnTo>
                    <a:pt x="121" y="183"/>
                  </a:lnTo>
                  <a:lnTo>
                    <a:pt x="121" y="63"/>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2380;p60">
              <a:extLst>
                <a:ext uri="{FF2B5EF4-FFF2-40B4-BE49-F238E27FC236}">
                  <a16:creationId xmlns:a16="http://schemas.microsoft.com/office/drawing/2014/main" id="{90B70C68-15E4-B51E-E1AC-7A69E8764953}"/>
                </a:ext>
              </a:extLst>
            </p:cNvPr>
            <p:cNvSpPr/>
            <p:nvPr/>
          </p:nvSpPr>
          <p:spPr>
            <a:xfrm>
              <a:off x="6025130" y="2426393"/>
              <a:ext cx="54388" cy="46860"/>
            </a:xfrm>
            <a:custGeom>
              <a:avLst/>
              <a:gdLst/>
              <a:ahLst/>
              <a:cxnLst/>
              <a:rect l="l" t="t" r="r" b="b"/>
              <a:pathLst>
                <a:path w="419" h="361" extrusionOk="0">
                  <a:moveTo>
                    <a:pt x="1" y="0"/>
                  </a:moveTo>
                  <a:lnTo>
                    <a:pt x="1" y="120"/>
                  </a:lnTo>
                  <a:lnTo>
                    <a:pt x="419" y="360"/>
                  </a:lnTo>
                  <a:lnTo>
                    <a:pt x="419" y="24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2381;p60">
              <a:extLst>
                <a:ext uri="{FF2B5EF4-FFF2-40B4-BE49-F238E27FC236}">
                  <a16:creationId xmlns:a16="http://schemas.microsoft.com/office/drawing/2014/main" id="{78CA9B54-546C-2A4D-4713-5849307C2046}"/>
                </a:ext>
              </a:extLst>
            </p:cNvPr>
            <p:cNvSpPr/>
            <p:nvPr/>
          </p:nvSpPr>
          <p:spPr>
            <a:xfrm>
              <a:off x="5705285" y="2241807"/>
              <a:ext cx="52571" cy="44393"/>
            </a:xfrm>
            <a:custGeom>
              <a:avLst/>
              <a:gdLst/>
              <a:ahLst/>
              <a:cxnLst/>
              <a:rect l="l" t="t" r="r" b="b"/>
              <a:pathLst>
                <a:path w="405" h="342" extrusionOk="0">
                  <a:moveTo>
                    <a:pt x="0" y="0"/>
                  </a:moveTo>
                  <a:lnTo>
                    <a:pt x="0" y="120"/>
                  </a:lnTo>
                  <a:lnTo>
                    <a:pt x="404" y="341"/>
                  </a:lnTo>
                  <a:lnTo>
                    <a:pt x="404" y="240"/>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2382;p60">
              <a:extLst>
                <a:ext uri="{FF2B5EF4-FFF2-40B4-BE49-F238E27FC236}">
                  <a16:creationId xmlns:a16="http://schemas.microsoft.com/office/drawing/2014/main" id="{32024606-5A43-6430-2D77-E1C505896687}"/>
                </a:ext>
              </a:extLst>
            </p:cNvPr>
            <p:cNvSpPr/>
            <p:nvPr/>
          </p:nvSpPr>
          <p:spPr>
            <a:xfrm>
              <a:off x="5811857" y="2304114"/>
              <a:ext cx="55037" cy="44393"/>
            </a:xfrm>
            <a:custGeom>
              <a:avLst/>
              <a:gdLst/>
              <a:ahLst/>
              <a:cxnLst/>
              <a:rect l="l" t="t" r="r" b="b"/>
              <a:pathLst>
                <a:path w="424" h="342" extrusionOk="0">
                  <a:moveTo>
                    <a:pt x="1" y="0"/>
                  </a:moveTo>
                  <a:lnTo>
                    <a:pt x="1" y="101"/>
                  </a:lnTo>
                  <a:lnTo>
                    <a:pt x="424" y="342"/>
                  </a:lnTo>
                  <a:lnTo>
                    <a:pt x="424" y="24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2383;p60">
              <a:extLst>
                <a:ext uri="{FF2B5EF4-FFF2-40B4-BE49-F238E27FC236}">
                  <a16:creationId xmlns:a16="http://schemas.microsoft.com/office/drawing/2014/main" id="{A6162787-4559-253F-3DB7-4E4D77019933}"/>
                </a:ext>
              </a:extLst>
            </p:cNvPr>
            <p:cNvSpPr/>
            <p:nvPr/>
          </p:nvSpPr>
          <p:spPr>
            <a:xfrm>
              <a:off x="5876760" y="2340850"/>
              <a:ext cx="39461" cy="36345"/>
            </a:xfrm>
            <a:custGeom>
              <a:avLst/>
              <a:gdLst/>
              <a:ahLst/>
              <a:cxnLst/>
              <a:rect l="l" t="t" r="r" b="b"/>
              <a:pathLst>
                <a:path w="304" h="280" extrusionOk="0">
                  <a:moveTo>
                    <a:pt x="1" y="1"/>
                  </a:moveTo>
                  <a:lnTo>
                    <a:pt x="1" y="121"/>
                  </a:lnTo>
                  <a:lnTo>
                    <a:pt x="303" y="280"/>
                  </a:lnTo>
                  <a:lnTo>
                    <a:pt x="303" y="17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2384;p60">
              <a:extLst>
                <a:ext uri="{FF2B5EF4-FFF2-40B4-BE49-F238E27FC236}">
                  <a16:creationId xmlns:a16="http://schemas.microsoft.com/office/drawing/2014/main" id="{9D32F097-E0AF-0CB4-ABE6-5A220D60F563}"/>
                </a:ext>
              </a:extLst>
            </p:cNvPr>
            <p:cNvSpPr/>
            <p:nvPr/>
          </p:nvSpPr>
          <p:spPr>
            <a:xfrm>
              <a:off x="7384084" y="1801241"/>
              <a:ext cx="543234" cy="789214"/>
            </a:xfrm>
            <a:custGeom>
              <a:avLst/>
              <a:gdLst/>
              <a:ahLst/>
              <a:cxnLst/>
              <a:rect l="l" t="t" r="r" b="b"/>
              <a:pathLst>
                <a:path w="4185" h="6080" extrusionOk="0">
                  <a:moveTo>
                    <a:pt x="4010" y="0"/>
                  </a:moveTo>
                  <a:cubicBezTo>
                    <a:pt x="3988" y="0"/>
                    <a:pt x="3965" y="4"/>
                    <a:pt x="3944" y="12"/>
                  </a:cubicBezTo>
                  <a:lnTo>
                    <a:pt x="159" y="2217"/>
                  </a:lnTo>
                  <a:cubicBezTo>
                    <a:pt x="62" y="2275"/>
                    <a:pt x="0" y="2376"/>
                    <a:pt x="0" y="2496"/>
                  </a:cubicBezTo>
                  <a:lnTo>
                    <a:pt x="0" y="5940"/>
                  </a:lnTo>
                  <a:cubicBezTo>
                    <a:pt x="0" y="6014"/>
                    <a:pt x="71" y="6079"/>
                    <a:pt x="150" y="6079"/>
                  </a:cubicBezTo>
                  <a:cubicBezTo>
                    <a:pt x="173" y="6079"/>
                    <a:pt x="198" y="6074"/>
                    <a:pt x="221" y="6060"/>
                  </a:cubicBezTo>
                  <a:lnTo>
                    <a:pt x="4083" y="3817"/>
                  </a:lnTo>
                  <a:cubicBezTo>
                    <a:pt x="4146" y="3798"/>
                    <a:pt x="4184" y="3735"/>
                    <a:pt x="4184" y="3677"/>
                  </a:cubicBezTo>
                  <a:lnTo>
                    <a:pt x="4184" y="151"/>
                  </a:lnTo>
                  <a:cubicBezTo>
                    <a:pt x="4184" y="56"/>
                    <a:pt x="4097" y="0"/>
                    <a:pt x="4010" y="0"/>
                  </a:cubicBezTo>
                  <a:close/>
                </a:path>
              </a:pathLst>
            </a:custGeom>
            <a:solidFill>
              <a:srgbClr val="FF248A">
                <a:alpha val="55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2385;p60">
              <a:extLst>
                <a:ext uri="{FF2B5EF4-FFF2-40B4-BE49-F238E27FC236}">
                  <a16:creationId xmlns:a16="http://schemas.microsoft.com/office/drawing/2014/main" id="{50D6D293-8648-5F39-8428-70266036246F}"/>
                </a:ext>
              </a:extLst>
            </p:cNvPr>
            <p:cNvSpPr/>
            <p:nvPr/>
          </p:nvSpPr>
          <p:spPr>
            <a:xfrm>
              <a:off x="7381488" y="1800203"/>
              <a:ext cx="545830" cy="792719"/>
            </a:xfrm>
            <a:custGeom>
              <a:avLst/>
              <a:gdLst/>
              <a:ahLst/>
              <a:cxnLst/>
              <a:rect l="l" t="t" r="r" b="b"/>
              <a:pathLst>
                <a:path w="4205" h="6107" extrusionOk="0">
                  <a:moveTo>
                    <a:pt x="4046" y="20"/>
                  </a:moveTo>
                  <a:cubicBezTo>
                    <a:pt x="4123" y="20"/>
                    <a:pt x="4185" y="82"/>
                    <a:pt x="4185" y="159"/>
                  </a:cubicBezTo>
                  <a:lnTo>
                    <a:pt x="4185" y="3685"/>
                  </a:lnTo>
                  <a:cubicBezTo>
                    <a:pt x="4185" y="3743"/>
                    <a:pt x="4142" y="3786"/>
                    <a:pt x="4103" y="3825"/>
                  </a:cubicBezTo>
                  <a:lnTo>
                    <a:pt x="222" y="6068"/>
                  </a:lnTo>
                  <a:cubicBezTo>
                    <a:pt x="203" y="6068"/>
                    <a:pt x="179" y="6088"/>
                    <a:pt x="159" y="6088"/>
                  </a:cubicBezTo>
                  <a:cubicBezTo>
                    <a:pt x="102" y="6088"/>
                    <a:pt x="20" y="6025"/>
                    <a:pt x="20" y="5948"/>
                  </a:cubicBezTo>
                  <a:lnTo>
                    <a:pt x="20" y="2504"/>
                  </a:lnTo>
                  <a:cubicBezTo>
                    <a:pt x="20" y="2384"/>
                    <a:pt x="82" y="2283"/>
                    <a:pt x="179" y="2225"/>
                  </a:cubicBezTo>
                  <a:lnTo>
                    <a:pt x="3983" y="39"/>
                  </a:lnTo>
                  <a:cubicBezTo>
                    <a:pt x="4003" y="20"/>
                    <a:pt x="4022" y="20"/>
                    <a:pt x="4046" y="20"/>
                  </a:cubicBezTo>
                  <a:close/>
                  <a:moveTo>
                    <a:pt x="4046" y="1"/>
                  </a:moveTo>
                  <a:cubicBezTo>
                    <a:pt x="4022" y="1"/>
                    <a:pt x="3983" y="1"/>
                    <a:pt x="3964" y="20"/>
                  </a:cubicBezTo>
                  <a:lnTo>
                    <a:pt x="179" y="2201"/>
                  </a:lnTo>
                  <a:cubicBezTo>
                    <a:pt x="82" y="2263"/>
                    <a:pt x="1" y="2384"/>
                    <a:pt x="1" y="2504"/>
                  </a:cubicBezTo>
                  <a:lnTo>
                    <a:pt x="1" y="5948"/>
                  </a:lnTo>
                  <a:cubicBezTo>
                    <a:pt x="1" y="6025"/>
                    <a:pt x="82" y="6107"/>
                    <a:pt x="159" y="6107"/>
                  </a:cubicBezTo>
                  <a:cubicBezTo>
                    <a:pt x="179" y="6107"/>
                    <a:pt x="222" y="6088"/>
                    <a:pt x="241" y="6088"/>
                  </a:cubicBezTo>
                  <a:lnTo>
                    <a:pt x="4103" y="3844"/>
                  </a:lnTo>
                  <a:cubicBezTo>
                    <a:pt x="4166" y="3806"/>
                    <a:pt x="4204" y="3743"/>
                    <a:pt x="4204" y="3685"/>
                  </a:cubicBezTo>
                  <a:lnTo>
                    <a:pt x="4204" y="159"/>
                  </a:lnTo>
                  <a:cubicBezTo>
                    <a:pt x="4204" y="63"/>
                    <a:pt x="4123" y="1"/>
                    <a:pt x="404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2386;p60">
              <a:extLst>
                <a:ext uri="{FF2B5EF4-FFF2-40B4-BE49-F238E27FC236}">
                  <a16:creationId xmlns:a16="http://schemas.microsoft.com/office/drawing/2014/main" id="{E407BDBB-1941-5592-1FDD-5F4D7A26134B}"/>
                </a:ext>
              </a:extLst>
            </p:cNvPr>
            <p:cNvSpPr/>
            <p:nvPr/>
          </p:nvSpPr>
          <p:spPr>
            <a:xfrm>
              <a:off x="7675242" y="2021005"/>
              <a:ext cx="33749" cy="33749"/>
            </a:xfrm>
            <a:custGeom>
              <a:avLst/>
              <a:gdLst/>
              <a:ahLst/>
              <a:cxnLst/>
              <a:rect l="l" t="t" r="r" b="b"/>
              <a:pathLst>
                <a:path w="260" h="260" extrusionOk="0">
                  <a:moveTo>
                    <a:pt x="260" y="0"/>
                  </a:moveTo>
                  <a:lnTo>
                    <a:pt x="1" y="140"/>
                  </a:lnTo>
                  <a:lnTo>
                    <a:pt x="1" y="260"/>
                  </a:lnTo>
                  <a:lnTo>
                    <a:pt x="260" y="121"/>
                  </a:lnTo>
                  <a:lnTo>
                    <a:pt x="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2387;p60">
              <a:extLst>
                <a:ext uri="{FF2B5EF4-FFF2-40B4-BE49-F238E27FC236}">
                  <a16:creationId xmlns:a16="http://schemas.microsoft.com/office/drawing/2014/main" id="{FA880CE5-F6A9-8FF7-9745-C640B3DB3B1C}"/>
                </a:ext>
              </a:extLst>
            </p:cNvPr>
            <p:cNvSpPr/>
            <p:nvPr/>
          </p:nvSpPr>
          <p:spPr>
            <a:xfrm>
              <a:off x="7638506" y="2044630"/>
              <a:ext cx="31283" cy="31413"/>
            </a:xfrm>
            <a:custGeom>
              <a:avLst/>
              <a:gdLst/>
              <a:ahLst/>
              <a:cxnLst/>
              <a:rect l="l" t="t" r="r" b="b"/>
              <a:pathLst>
                <a:path w="241" h="242" extrusionOk="0">
                  <a:moveTo>
                    <a:pt x="240" y="1"/>
                  </a:moveTo>
                  <a:lnTo>
                    <a:pt x="0" y="121"/>
                  </a:lnTo>
                  <a:lnTo>
                    <a:pt x="0" y="241"/>
                  </a:lnTo>
                  <a:lnTo>
                    <a:pt x="240" y="102"/>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2388;p60">
              <a:extLst>
                <a:ext uri="{FF2B5EF4-FFF2-40B4-BE49-F238E27FC236}">
                  <a16:creationId xmlns:a16="http://schemas.microsoft.com/office/drawing/2014/main" id="{C350BF5E-2483-52CB-D89C-B7CA23CAEB0A}"/>
                </a:ext>
              </a:extLst>
            </p:cNvPr>
            <p:cNvSpPr/>
            <p:nvPr/>
          </p:nvSpPr>
          <p:spPr>
            <a:xfrm>
              <a:off x="7719506" y="2005428"/>
              <a:ext cx="15706" cy="23754"/>
            </a:xfrm>
            <a:custGeom>
              <a:avLst/>
              <a:gdLst/>
              <a:ahLst/>
              <a:cxnLst/>
              <a:rect l="l" t="t" r="r" b="b"/>
              <a:pathLst>
                <a:path w="121" h="183" extrusionOk="0">
                  <a:moveTo>
                    <a:pt x="121" y="0"/>
                  </a:moveTo>
                  <a:lnTo>
                    <a:pt x="1" y="82"/>
                  </a:lnTo>
                  <a:lnTo>
                    <a:pt x="1" y="183"/>
                  </a:lnTo>
                  <a:lnTo>
                    <a:pt x="121" y="120"/>
                  </a:lnTo>
                  <a:lnTo>
                    <a:pt x="1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2389;p60">
              <a:extLst>
                <a:ext uri="{FF2B5EF4-FFF2-40B4-BE49-F238E27FC236}">
                  <a16:creationId xmlns:a16="http://schemas.microsoft.com/office/drawing/2014/main" id="{4DC9F1BF-8F50-1206-8201-F2417CD96275}"/>
                </a:ext>
              </a:extLst>
            </p:cNvPr>
            <p:cNvSpPr/>
            <p:nvPr/>
          </p:nvSpPr>
          <p:spPr>
            <a:xfrm>
              <a:off x="7742612" y="1971678"/>
              <a:ext cx="51922" cy="44393"/>
            </a:xfrm>
            <a:custGeom>
              <a:avLst/>
              <a:gdLst/>
              <a:ahLst/>
              <a:cxnLst/>
              <a:rect l="l" t="t" r="r" b="b"/>
              <a:pathLst>
                <a:path w="400" h="342" extrusionOk="0">
                  <a:moveTo>
                    <a:pt x="399" y="1"/>
                  </a:moveTo>
                  <a:lnTo>
                    <a:pt x="0" y="222"/>
                  </a:lnTo>
                  <a:lnTo>
                    <a:pt x="0" y="342"/>
                  </a:lnTo>
                  <a:lnTo>
                    <a:pt x="399" y="102"/>
                  </a:lnTo>
                  <a:lnTo>
                    <a:pt x="3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2390;p60">
              <a:extLst>
                <a:ext uri="{FF2B5EF4-FFF2-40B4-BE49-F238E27FC236}">
                  <a16:creationId xmlns:a16="http://schemas.microsoft.com/office/drawing/2014/main" id="{942DA73E-9494-D0FC-72A4-6BCFFFA982EE}"/>
                </a:ext>
              </a:extLst>
            </p:cNvPr>
            <p:cNvSpPr/>
            <p:nvPr/>
          </p:nvSpPr>
          <p:spPr>
            <a:xfrm>
              <a:off x="7804919" y="1942991"/>
              <a:ext cx="39461" cy="36994"/>
            </a:xfrm>
            <a:custGeom>
              <a:avLst/>
              <a:gdLst/>
              <a:ahLst/>
              <a:cxnLst/>
              <a:rect l="l" t="t" r="r" b="b"/>
              <a:pathLst>
                <a:path w="304" h="285" extrusionOk="0">
                  <a:moveTo>
                    <a:pt x="303" y="1"/>
                  </a:moveTo>
                  <a:lnTo>
                    <a:pt x="1" y="164"/>
                  </a:lnTo>
                  <a:lnTo>
                    <a:pt x="1" y="284"/>
                  </a:lnTo>
                  <a:lnTo>
                    <a:pt x="303" y="102"/>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2391;p60">
              <a:extLst>
                <a:ext uri="{FF2B5EF4-FFF2-40B4-BE49-F238E27FC236}">
                  <a16:creationId xmlns:a16="http://schemas.microsoft.com/office/drawing/2014/main" id="{367F7E99-4583-1FF1-9D29-1E0D5286EECF}"/>
                </a:ext>
              </a:extLst>
            </p:cNvPr>
            <p:cNvSpPr/>
            <p:nvPr/>
          </p:nvSpPr>
          <p:spPr>
            <a:xfrm>
              <a:off x="7797520" y="1911837"/>
              <a:ext cx="38682" cy="39461"/>
            </a:xfrm>
            <a:custGeom>
              <a:avLst/>
              <a:gdLst/>
              <a:ahLst/>
              <a:cxnLst/>
              <a:rect l="l" t="t" r="r" b="b"/>
              <a:pathLst>
                <a:path w="298" h="304" extrusionOk="0">
                  <a:moveTo>
                    <a:pt x="298" y="1"/>
                  </a:moveTo>
                  <a:lnTo>
                    <a:pt x="0" y="183"/>
                  </a:lnTo>
                  <a:lnTo>
                    <a:pt x="0" y="303"/>
                  </a:lnTo>
                  <a:lnTo>
                    <a:pt x="298" y="12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2392;p60">
              <a:extLst>
                <a:ext uri="{FF2B5EF4-FFF2-40B4-BE49-F238E27FC236}">
                  <a16:creationId xmlns:a16="http://schemas.microsoft.com/office/drawing/2014/main" id="{5E08506C-36BD-9271-19FF-3A088F96F894}"/>
                </a:ext>
              </a:extLst>
            </p:cNvPr>
            <p:cNvSpPr/>
            <p:nvPr/>
          </p:nvSpPr>
          <p:spPr>
            <a:xfrm>
              <a:off x="7688352" y="1974274"/>
              <a:ext cx="38812" cy="39331"/>
            </a:xfrm>
            <a:custGeom>
              <a:avLst/>
              <a:gdLst/>
              <a:ahLst/>
              <a:cxnLst/>
              <a:rect l="l" t="t" r="r" b="b"/>
              <a:pathLst>
                <a:path w="299" h="303" extrusionOk="0">
                  <a:moveTo>
                    <a:pt x="298" y="0"/>
                  </a:moveTo>
                  <a:lnTo>
                    <a:pt x="0" y="183"/>
                  </a:lnTo>
                  <a:lnTo>
                    <a:pt x="0" y="303"/>
                  </a:lnTo>
                  <a:lnTo>
                    <a:pt x="298" y="120"/>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2393;p60">
              <a:extLst>
                <a:ext uri="{FF2B5EF4-FFF2-40B4-BE49-F238E27FC236}">
                  <a16:creationId xmlns:a16="http://schemas.microsoft.com/office/drawing/2014/main" id="{38B4B835-6A41-E3DB-6285-BFB4D1516193}"/>
                </a:ext>
              </a:extLst>
            </p:cNvPr>
            <p:cNvSpPr/>
            <p:nvPr/>
          </p:nvSpPr>
          <p:spPr>
            <a:xfrm>
              <a:off x="7454439" y="2109533"/>
              <a:ext cx="38812" cy="38812"/>
            </a:xfrm>
            <a:custGeom>
              <a:avLst/>
              <a:gdLst/>
              <a:ahLst/>
              <a:cxnLst/>
              <a:rect l="l" t="t" r="r" b="b"/>
              <a:pathLst>
                <a:path w="299" h="299" extrusionOk="0">
                  <a:moveTo>
                    <a:pt x="299" y="1"/>
                  </a:moveTo>
                  <a:lnTo>
                    <a:pt x="1" y="178"/>
                  </a:lnTo>
                  <a:lnTo>
                    <a:pt x="1" y="298"/>
                  </a:lnTo>
                  <a:lnTo>
                    <a:pt x="299" y="121"/>
                  </a:lnTo>
                  <a:lnTo>
                    <a:pt x="2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2394;p60">
              <a:extLst>
                <a:ext uri="{FF2B5EF4-FFF2-40B4-BE49-F238E27FC236}">
                  <a16:creationId xmlns:a16="http://schemas.microsoft.com/office/drawing/2014/main" id="{42941176-D905-4F60-D3E0-8BD7B54DE21B}"/>
                </a:ext>
              </a:extLst>
            </p:cNvPr>
            <p:cNvSpPr/>
            <p:nvPr/>
          </p:nvSpPr>
          <p:spPr>
            <a:xfrm>
              <a:off x="7862294" y="1909370"/>
              <a:ext cx="38812" cy="36345"/>
            </a:xfrm>
            <a:custGeom>
              <a:avLst/>
              <a:gdLst/>
              <a:ahLst/>
              <a:cxnLst/>
              <a:rect l="l" t="t" r="r" b="b"/>
              <a:pathLst>
                <a:path w="299" h="280" extrusionOk="0">
                  <a:moveTo>
                    <a:pt x="299" y="0"/>
                  </a:moveTo>
                  <a:lnTo>
                    <a:pt x="1" y="159"/>
                  </a:lnTo>
                  <a:lnTo>
                    <a:pt x="1" y="279"/>
                  </a:lnTo>
                  <a:lnTo>
                    <a:pt x="299" y="101"/>
                  </a:lnTo>
                  <a:lnTo>
                    <a:pt x="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2395;p60">
              <a:extLst>
                <a:ext uri="{FF2B5EF4-FFF2-40B4-BE49-F238E27FC236}">
                  <a16:creationId xmlns:a16="http://schemas.microsoft.com/office/drawing/2014/main" id="{EEB5C830-7728-9CE4-6CD2-53ED5BE25728}"/>
                </a:ext>
              </a:extLst>
            </p:cNvPr>
            <p:cNvSpPr/>
            <p:nvPr/>
          </p:nvSpPr>
          <p:spPr>
            <a:xfrm>
              <a:off x="7461968" y="2143283"/>
              <a:ext cx="31283" cy="33749"/>
            </a:xfrm>
            <a:custGeom>
              <a:avLst/>
              <a:gdLst/>
              <a:ahLst/>
              <a:cxnLst/>
              <a:rect l="l" t="t" r="r" b="b"/>
              <a:pathLst>
                <a:path w="241" h="260" extrusionOk="0">
                  <a:moveTo>
                    <a:pt x="241" y="0"/>
                  </a:moveTo>
                  <a:lnTo>
                    <a:pt x="1" y="139"/>
                  </a:lnTo>
                  <a:lnTo>
                    <a:pt x="1" y="259"/>
                  </a:lnTo>
                  <a:lnTo>
                    <a:pt x="241" y="120"/>
                  </a:lnTo>
                  <a:lnTo>
                    <a:pt x="2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2396;p60">
              <a:extLst>
                <a:ext uri="{FF2B5EF4-FFF2-40B4-BE49-F238E27FC236}">
                  <a16:creationId xmlns:a16="http://schemas.microsoft.com/office/drawing/2014/main" id="{531147B0-20C5-0CE6-8B2D-57DB6CA94E96}"/>
                </a:ext>
              </a:extLst>
            </p:cNvPr>
            <p:cNvSpPr/>
            <p:nvPr/>
          </p:nvSpPr>
          <p:spPr>
            <a:xfrm>
              <a:off x="7503766" y="2127576"/>
              <a:ext cx="18173" cy="26350"/>
            </a:xfrm>
            <a:custGeom>
              <a:avLst/>
              <a:gdLst/>
              <a:ahLst/>
              <a:cxnLst/>
              <a:rect l="l" t="t" r="r" b="b"/>
              <a:pathLst>
                <a:path w="140" h="203" extrusionOk="0">
                  <a:moveTo>
                    <a:pt x="140" y="1"/>
                  </a:moveTo>
                  <a:lnTo>
                    <a:pt x="0" y="83"/>
                  </a:lnTo>
                  <a:lnTo>
                    <a:pt x="0" y="203"/>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2397;p60">
              <a:extLst>
                <a:ext uri="{FF2B5EF4-FFF2-40B4-BE49-F238E27FC236}">
                  <a16:creationId xmlns:a16="http://schemas.microsoft.com/office/drawing/2014/main" id="{19DEE2E1-0E8A-85ED-3653-13D4A04FEA21}"/>
                </a:ext>
              </a:extLst>
            </p:cNvPr>
            <p:cNvSpPr/>
            <p:nvPr/>
          </p:nvSpPr>
          <p:spPr>
            <a:xfrm>
              <a:off x="7529338" y="2093956"/>
              <a:ext cx="52441" cy="44393"/>
            </a:xfrm>
            <a:custGeom>
              <a:avLst/>
              <a:gdLst/>
              <a:ahLst/>
              <a:cxnLst/>
              <a:rect l="l" t="t" r="r" b="b"/>
              <a:pathLst>
                <a:path w="404" h="342" extrusionOk="0">
                  <a:moveTo>
                    <a:pt x="404" y="0"/>
                  </a:moveTo>
                  <a:lnTo>
                    <a:pt x="0" y="241"/>
                  </a:lnTo>
                  <a:lnTo>
                    <a:pt x="0" y="342"/>
                  </a:lnTo>
                  <a:lnTo>
                    <a:pt x="404" y="121"/>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2398;p60">
              <a:extLst>
                <a:ext uri="{FF2B5EF4-FFF2-40B4-BE49-F238E27FC236}">
                  <a16:creationId xmlns:a16="http://schemas.microsoft.com/office/drawing/2014/main" id="{3668B2CF-6146-A015-033C-07117FF1EA0C}"/>
                </a:ext>
              </a:extLst>
            </p:cNvPr>
            <p:cNvSpPr/>
            <p:nvPr/>
          </p:nvSpPr>
          <p:spPr>
            <a:xfrm>
              <a:off x="7591646" y="2065269"/>
              <a:ext cx="39461" cy="36345"/>
            </a:xfrm>
            <a:custGeom>
              <a:avLst/>
              <a:gdLst/>
              <a:ahLst/>
              <a:cxnLst/>
              <a:rect l="l" t="t" r="r" b="b"/>
              <a:pathLst>
                <a:path w="304" h="280" extrusionOk="0">
                  <a:moveTo>
                    <a:pt x="303" y="1"/>
                  </a:moveTo>
                  <a:lnTo>
                    <a:pt x="1" y="183"/>
                  </a:lnTo>
                  <a:lnTo>
                    <a:pt x="1" y="279"/>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2399;p60">
              <a:extLst>
                <a:ext uri="{FF2B5EF4-FFF2-40B4-BE49-F238E27FC236}">
                  <a16:creationId xmlns:a16="http://schemas.microsoft.com/office/drawing/2014/main" id="{A6475F7B-644F-54D8-A4B4-081C9534AC41}"/>
                </a:ext>
              </a:extLst>
            </p:cNvPr>
            <p:cNvSpPr/>
            <p:nvPr/>
          </p:nvSpPr>
          <p:spPr>
            <a:xfrm>
              <a:off x="7599824" y="2089024"/>
              <a:ext cx="31283" cy="33749"/>
            </a:xfrm>
            <a:custGeom>
              <a:avLst/>
              <a:gdLst/>
              <a:ahLst/>
              <a:cxnLst/>
              <a:rect l="l" t="t" r="r" b="b"/>
              <a:pathLst>
                <a:path w="241" h="260" extrusionOk="0">
                  <a:moveTo>
                    <a:pt x="240" y="0"/>
                  </a:moveTo>
                  <a:lnTo>
                    <a:pt x="0" y="139"/>
                  </a:lnTo>
                  <a:lnTo>
                    <a:pt x="0" y="259"/>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2400;p60">
              <a:extLst>
                <a:ext uri="{FF2B5EF4-FFF2-40B4-BE49-F238E27FC236}">
                  <a16:creationId xmlns:a16="http://schemas.microsoft.com/office/drawing/2014/main" id="{22189160-C739-05CC-9F6F-F9C9C95D8899}"/>
                </a:ext>
              </a:extLst>
            </p:cNvPr>
            <p:cNvSpPr/>
            <p:nvPr/>
          </p:nvSpPr>
          <p:spPr>
            <a:xfrm>
              <a:off x="7638506" y="2067735"/>
              <a:ext cx="28817" cy="31283"/>
            </a:xfrm>
            <a:custGeom>
              <a:avLst/>
              <a:gdLst/>
              <a:ahLst/>
              <a:cxnLst/>
              <a:rect l="l" t="t" r="r" b="b"/>
              <a:pathLst>
                <a:path w="222" h="241" extrusionOk="0">
                  <a:moveTo>
                    <a:pt x="221" y="1"/>
                  </a:moveTo>
                  <a:lnTo>
                    <a:pt x="0" y="140"/>
                  </a:lnTo>
                  <a:lnTo>
                    <a:pt x="0" y="241"/>
                  </a:lnTo>
                  <a:lnTo>
                    <a:pt x="221" y="121"/>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2401;p60">
              <a:extLst>
                <a:ext uri="{FF2B5EF4-FFF2-40B4-BE49-F238E27FC236}">
                  <a16:creationId xmlns:a16="http://schemas.microsoft.com/office/drawing/2014/main" id="{0F286CB8-D93E-984D-6815-9B764B4DB45C}"/>
                </a:ext>
              </a:extLst>
            </p:cNvPr>
            <p:cNvSpPr/>
            <p:nvPr/>
          </p:nvSpPr>
          <p:spPr>
            <a:xfrm>
              <a:off x="7571136" y="2114596"/>
              <a:ext cx="18173" cy="23754"/>
            </a:xfrm>
            <a:custGeom>
              <a:avLst/>
              <a:gdLst/>
              <a:ahLst/>
              <a:cxnLst/>
              <a:rect l="l" t="t" r="r" b="b"/>
              <a:pathLst>
                <a:path w="140" h="183" extrusionOk="0">
                  <a:moveTo>
                    <a:pt x="140" y="0"/>
                  </a:moveTo>
                  <a:lnTo>
                    <a:pt x="0" y="62"/>
                  </a:lnTo>
                  <a:lnTo>
                    <a:pt x="0" y="183"/>
                  </a:lnTo>
                  <a:lnTo>
                    <a:pt x="140" y="101"/>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2402;p60">
              <a:extLst>
                <a:ext uri="{FF2B5EF4-FFF2-40B4-BE49-F238E27FC236}">
                  <a16:creationId xmlns:a16="http://schemas.microsoft.com/office/drawing/2014/main" id="{29976AEF-8F25-954B-16B1-F322E111678D}"/>
                </a:ext>
              </a:extLst>
            </p:cNvPr>
            <p:cNvSpPr/>
            <p:nvPr/>
          </p:nvSpPr>
          <p:spPr>
            <a:xfrm>
              <a:off x="7477545" y="2156264"/>
              <a:ext cx="39461" cy="36345"/>
            </a:xfrm>
            <a:custGeom>
              <a:avLst/>
              <a:gdLst/>
              <a:ahLst/>
              <a:cxnLst/>
              <a:rect l="l" t="t" r="r" b="b"/>
              <a:pathLst>
                <a:path w="304" h="280" extrusionOk="0">
                  <a:moveTo>
                    <a:pt x="303" y="1"/>
                  </a:moveTo>
                  <a:lnTo>
                    <a:pt x="1" y="159"/>
                  </a:lnTo>
                  <a:lnTo>
                    <a:pt x="1" y="280"/>
                  </a:lnTo>
                  <a:lnTo>
                    <a:pt x="303" y="102"/>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2403;p60">
              <a:extLst>
                <a:ext uri="{FF2B5EF4-FFF2-40B4-BE49-F238E27FC236}">
                  <a16:creationId xmlns:a16="http://schemas.microsoft.com/office/drawing/2014/main" id="{761D1603-2147-6215-DA05-260C6B85274B}"/>
                </a:ext>
              </a:extLst>
            </p:cNvPr>
            <p:cNvSpPr/>
            <p:nvPr/>
          </p:nvSpPr>
          <p:spPr>
            <a:xfrm>
              <a:off x="7813097" y="1966745"/>
              <a:ext cx="31283" cy="33749"/>
            </a:xfrm>
            <a:custGeom>
              <a:avLst/>
              <a:gdLst/>
              <a:ahLst/>
              <a:cxnLst/>
              <a:rect l="l" t="t" r="r" b="b"/>
              <a:pathLst>
                <a:path w="241" h="260" extrusionOk="0">
                  <a:moveTo>
                    <a:pt x="240" y="0"/>
                  </a:moveTo>
                  <a:lnTo>
                    <a:pt x="0" y="140"/>
                  </a:lnTo>
                  <a:lnTo>
                    <a:pt x="0" y="260"/>
                  </a:lnTo>
                  <a:lnTo>
                    <a:pt x="240" y="101"/>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2404;p60">
              <a:extLst>
                <a:ext uri="{FF2B5EF4-FFF2-40B4-BE49-F238E27FC236}">
                  <a16:creationId xmlns:a16="http://schemas.microsoft.com/office/drawing/2014/main" id="{48BDF45B-67A0-CD45-3347-08EB38A5E8D2}"/>
                </a:ext>
              </a:extLst>
            </p:cNvPr>
            <p:cNvSpPr/>
            <p:nvPr/>
          </p:nvSpPr>
          <p:spPr>
            <a:xfrm>
              <a:off x="7784410" y="1989851"/>
              <a:ext cx="18173" cy="26221"/>
            </a:xfrm>
            <a:custGeom>
              <a:avLst/>
              <a:gdLst/>
              <a:ahLst/>
              <a:cxnLst/>
              <a:rect l="l" t="t" r="r" b="b"/>
              <a:pathLst>
                <a:path w="140" h="202" extrusionOk="0">
                  <a:moveTo>
                    <a:pt x="140" y="0"/>
                  </a:moveTo>
                  <a:lnTo>
                    <a:pt x="0" y="82"/>
                  </a:lnTo>
                  <a:lnTo>
                    <a:pt x="0" y="202"/>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2405;p60">
              <a:extLst>
                <a:ext uri="{FF2B5EF4-FFF2-40B4-BE49-F238E27FC236}">
                  <a16:creationId xmlns:a16="http://schemas.microsoft.com/office/drawing/2014/main" id="{0B6AA826-B15A-FAC2-316B-11157F8ADC62}"/>
                </a:ext>
              </a:extLst>
            </p:cNvPr>
            <p:cNvSpPr/>
            <p:nvPr/>
          </p:nvSpPr>
          <p:spPr>
            <a:xfrm>
              <a:off x="7724569" y="2005428"/>
              <a:ext cx="54258" cy="44393"/>
            </a:xfrm>
            <a:custGeom>
              <a:avLst/>
              <a:gdLst/>
              <a:ahLst/>
              <a:cxnLst/>
              <a:rect l="l" t="t" r="r" b="b"/>
              <a:pathLst>
                <a:path w="418" h="342" extrusionOk="0">
                  <a:moveTo>
                    <a:pt x="418" y="0"/>
                  </a:moveTo>
                  <a:lnTo>
                    <a:pt x="0" y="221"/>
                  </a:lnTo>
                  <a:lnTo>
                    <a:pt x="0" y="341"/>
                  </a:lnTo>
                  <a:lnTo>
                    <a:pt x="418" y="101"/>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2406;p60">
              <a:extLst>
                <a:ext uri="{FF2B5EF4-FFF2-40B4-BE49-F238E27FC236}">
                  <a16:creationId xmlns:a16="http://schemas.microsoft.com/office/drawing/2014/main" id="{9767CAF7-8DE8-786F-9F53-138077E6A9C3}"/>
                </a:ext>
              </a:extLst>
            </p:cNvPr>
            <p:cNvSpPr/>
            <p:nvPr/>
          </p:nvSpPr>
          <p:spPr>
            <a:xfrm>
              <a:off x="7675242" y="2067735"/>
              <a:ext cx="33749" cy="33879"/>
            </a:xfrm>
            <a:custGeom>
              <a:avLst/>
              <a:gdLst/>
              <a:ahLst/>
              <a:cxnLst/>
              <a:rect l="l" t="t" r="r" b="b"/>
              <a:pathLst>
                <a:path w="260" h="261" extrusionOk="0">
                  <a:moveTo>
                    <a:pt x="260" y="1"/>
                  </a:moveTo>
                  <a:lnTo>
                    <a:pt x="1" y="164"/>
                  </a:lnTo>
                  <a:lnTo>
                    <a:pt x="1" y="260"/>
                  </a:lnTo>
                  <a:lnTo>
                    <a:pt x="260" y="12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2407;p60">
              <a:extLst>
                <a:ext uri="{FF2B5EF4-FFF2-40B4-BE49-F238E27FC236}">
                  <a16:creationId xmlns:a16="http://schemas.microsoft.com/office/drawing/2014/main" id="{D1385852-FDCF-891E-0834-44D0FD3AFE12}"/>
                </a:ext>
              </a:extLst>
            </p:cNvPr>
            <p:cNvSpPr/>
            <p:nvPr/>
          </p:nvSpPr>
          <p:spPr>
            <a:xfrm>
              <a:off x="7638506" y="2091490"/>
              <a:ext cx="31283" cy="31283"/>
            </a:xfrm>
            <a:custGeom>
              <a:avLst/>
              <a:gdLst/>
              <a:ahLst/>
              <a:cxnLst/>
              <a:rect l="l" t="t" r="r" b="b"/>
              <a:pathLst>
                <a:path w="241" h="241" extrusionOk="0">
                  <a:moveTo>
                    <a:pt x="240" y="0"/>
                  </a:moveTo>
                  <a:lnTo>
                    <a:pt x="0" y="140"/>
                  </a:lnTo>
                  <a:lnTo>
                    <a:pt x="0" y="240"/>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2408;p60">
              <a:extLst>
                <a:ext uri="{FF2B5EF4-FFF2-40B4-BE49-F238E27FC236}">
                  <a16:creationId xmlns:a16="http://schemas.microsoft.com/office/drawing/2014/main" id="{4D98DBAC-BD04-6EE8-992A-58FC7082EB72}"/>
                </a:ext>
              </a:extLst>
            </p:cNvPr>
            <p:cNvSpPr/>
            <p:nvPr/>
          </p:nvSpPr>
          <p:spPr>
            <a:xfrm>
              <a:off x="7719506" y="2054625"/>
              <a:ext cx="15706" cy="23884"/>
            </a:xfrm>
            <a:custGeom>
              <a:avLst/>
              <a:gdLst/>
              <a:ahLst/>
              <a:cxnLst/>
              <a:rect l="l" t="t" r="r" b="b"/>
              <a:pathLst>
                <a:path w="121" h="184" extrusionOk="0">
                  <a:moveTo>
                    <a:pt x="121" y="1"/>
                  </a:moveTo>
                  <a:lnTo>
                    <a:pt x="1" y="63"/>
                  </a:lnTo>
                  <a:lnTo>
                    <a:pt x="1" y="183"/>
                  </a:lnTo>
                  <a:lnTo>
                    <a:pt x="121" y="102"/>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2409;p60">
              <a:extLst>
                <a:ext uri="{FF2B5EF4-FFF2-40B4-BE49-F238E27FC236}">
                  <a16:creationId xmlns:a16="http://schemas.microsoft.com/office/drawing/2014/main" id="{5499A35C-C836-9A40-9313-2E11A84CD8A3}"/>
                </a:ext>
              </a:extLst>
            </p:cNvPr>
            <p:cNvSpPr/>
            <p:nvPr/>
          </p:nvSpPr>
          <p:spPr>
            <a:xfrm>
              <a:off x="7742612" y="2018538"/>
              <a:ext cx="51922" cy="46860"/>
            </a:xfrm>
            <a:custGeom>
              <a:avLst/>
              <a:gdLst/>
              <a:ahLst/>
              <a:cxnLst/>
              <a:rect l="l" t="t" r="r" b="b"/>
              <a:pathLst>
                <a:path w="400" h="361" extrusionOk="0">
                  <a:moveTo>
                    <a:pt x="399" y="0"/>
                  </a:moveTo>
                  <a:lnTo>
                    <a:pt x="0" y="240"/>
                  </a:lnTo>
                  <a:lnTo>
                    <a:pt x="0" y="361"/>
                  </a:lnTo>
                  <a:lnTo>
                    <a:pt x="399" y="120"/>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2410;p60">
              <a:extLst>
                <a:ext uri="{FF2B5EF4-FFF2-40B4-BE49-F238E27FC236}">
                  <a16:creationId xmlns:a16="http://schemas.microsoft.com/office/drawing/2014/main" id="{65099276-21CA-6541-9404-F2898A5259B6}"/>
                </a:ext>
              </a:extLst>
            </p:cNvPr>
            <p:cNvSpPr/>
            <p:nvPr/>
          </p:nvSpPr>
          <p:spPr>
            <a:xfrm>
              <a:off x="7804919" y="1989851"/>
              <a:ext cx="39461" cy="36865"/>
            </a:xfrm>
            <a:custGeom>
              <a:avLst/>
              <a:gdLst/>
              <a:ahLst/>
              <a:cxnLst/>
              <a:rect l="l" t="t" r="r" b="b"/>
              <a:pathLst>
                <a:path w="304" h="284" extrusionOk="0">
                  <a:moveTo>
                    <a:pt x="303" y="0"/>
                  </a:moveTo>
                  <a:lnTo>
                    <a:pt x="1" y="183"/>
                  </a:lnTo>
                  <a:lnTo>
                    <a:pt x="1" y="284"/>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2411;p60">
              <a:extLst>
                <a:ext uri="{FF2B5EF4-FFF2-40B4-BE49-F238E27FC236}">
                  <a16:creationId xmlns:a16="http://schemas.microsoft.com/office/drawing/2014/main" id="{4F3FFBE3-A30B-B190-41AE-96603B97EA18}"/>
                </a:ext>
              </a:extLst>
            </p:cNvPr>
            <p:cNvSpPr/>
            <p:nvPr/>
          </p:nvSpPr>
          <p:spPr>
            <a:xfrm>
              <a:off x="7503766" y="2176903"/>
              <a:ext cx="18173" cy="23754"/>
            </a:xfrm>
            <a:custGeom>
              <a:avLst/>
              <a:gdLst/>
              <a:ahLst/>
              <a:cxnLst/>
              <a:rect l="l" t="t" r="r" b="b"/>
              <a:pathLst>
                <a:path w="140" h="183" extrusionOk="0">
                  <a:moveTo>
                    <a:pt x="140" y="0"/>
                  </a:moveTo>
                  <a:lnTo>
                    <a:pt x="0" y="82"/>
                  </a:lnTo>
                  <a:lnTo>
                    <a:pt x="0" y="183"/>
                  </a:lnTo>
                  <a:lnTo>
                    <a:pt x="140" y="121"/>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2412;p60">
              <a:extLst>
                <a:ext uri="{FF2B5EF4-FFF2-40B4-BE49-F238E27FC236}">
                  <a16:creationId xmlns:a16="http://schemas.microsoft.com/office/drawing/2014/main" id="{20D8109F-E6D6-24E8-11FB-79B56667E3E4}"/>
                </a:ext>
              </a:extLst>
            </p:cNvPr>
            <p:cNvSpPr/>
            <p:nvPr/>
          </p:nvSpPr>
          <p:spPr>
            <a:xfrm>
              <a:off x="7529338" y="2140687"/>
              <a:ext cx="52441" cy="46989"/>
            </a:xfrm>
            <a:custGeom>
              <a:avLst/>
              <a:gdLst/>
              <a:ahLst/>
              <a:cxnLst/>
              <a:rect l="l" t="t" r="r" b="b"/>
              <a:pathLst>
                <a:path w="404" h="362" extrusionOk="0">
                  <a:moveTo>
                    <a:pt x="404" y="1"/>
                  </a:moveTo>
                  <a:lnTo>
                    <a:pt x="0" y="241"/>
                  </a:lnTo>
                  <a:lnTo>
                    <a:pt x="0" y="361"/>
                  </a:lnTo>
                  <a:lnTo>
                    <a:pt x="404" y="12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2413;p60">
              <a:extLst>
                <a:ext uri="{FF2B5EF4-FFF2-40B4-BE49-F238E27FC236}">
                  <a16:creationId xmlns:a16="http://schemas.microsoft.com/office/drawing/2014/main" id="{ABA43A07-080E-A82C-AF76-92E219EDC142}"/>
                </a:ext>
              </a:extLst>
            </p:cNvPr>
            <p:cNvSpPr/>
            <p:nvPr/>
          </p:nvSpPr>
          <p:spPr>
            <a:xfrm>
              <a:off x="7591646" y="2112000"/>
              <a:ext cx="39461" cy="39461"/>
            </a:xfrm>
            <a:custGeom>
              <a:avLst/>
              <a:gdLst/>
              <a:ahLst/>
              <a:cxnLst/>
              <a:rect l="l" t="t" r="r" b="b"/>
              <a:pathLst>
                <a:path w="304" h="304" extrusionOk="0">
                  <a:moveTo>
                    <a:pt x="303" y="1"/>
                  </a:moveTo>
                  <a:lnTo>
                    <a:pt x="1" y="183"/>
                  </a:lnTo>
                  <a:lnTo>
                    <a:pt x="1" y="303"/>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2414;p60">
              <a:extLst>
                <a:ext uri="{FF2B5EF4-FFF2-40B4-BE49-F238E27FC236}">
                  <a16:creationId xmlns:a16="http://schemas.microsoft.com/office/drawing/2014/main" id="{68DAB173-5966-A815-5371-B0DE8A0C50D7}"/>
                </a:ext>
              </a:extLst>
            </p:cNvPr>
            <p:cNvSpPr/>
            <p:nvPr/>
          </p:nvSpPr>
          <p:spPr>
            <a:xfrm>
              <a:off x="7599824" y="2138221"/>
              <a:ext cx="31283" cy="33749"/>
            </a:xfrm>
            <a:custGeom>
              <a:avLst/>
              <a:gdLst/>
              <a:ahLst/>
              <a:cxnLst/>
              <a:rect l="l" t="t" r="r" b="b"/>
              <a:pathLst>
                <a:path w="241" h="260" extrusionOk="0">
                  <a:moveTo>
                    <a:pt x="240" y="1"/>
                  </a:moveTo>
                  <a:lnTo>
                    <a:pt x="0" y="140"/>
                  </a:lnTo>
                  <a:lnTo>
                    <a:pt x="0" y="260"/>
                  </a:lnTo>
                  <a:lnTo>
                    <a:pt x="240" y="10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2415;p60">
              <a:extLst>
                <a:ext uri="{FF2B5EF4-FFF2-40B4-BE49-F238E27FC236}">
                  <a16:creationId xmlns:a16="http://schemas.microsoft.com/office/drawing/2014/main" id="{8764B6A0-9F54-2771-0231-B5CBFD5A1C13}"/>
                </a:ext>
              </a:extLst>
            </p:cNvPr>
            <p:cNvSpPr/>
            <p:nvPr/>
          </p:nvSpPr>
          <p:spPr>
            <a:xfrm>
              <a:off x="7638506" y="2117062"/>
              <a:ext cx="28817" cy="31283"/>
            </a:xfrm>
            <a:custGeom>
              <a:avLst/>
              <a:gdLst/>
              <a:ahLst/>
              <a:cxnLst/>
              <a:rect l="l" t="t" r="r" b="b"/>
              <a:pathLst>
                <a:path w="222" h="241" extrusionOk="0">
                  <a:moveTo>
                    <a:pt x="221" y="0"/>
                  </a:moveTo>
                  <a:lnTo>
                    <a:pt x="0" y="120"/>
                  </a:lnTo>
                  <a:lnTo>
                    <a:pt x="0" y="240"/>
                  </a:lnTo>
                  <a:lnTo>
                    <a:pt x="221" y="120"/>
                  </a:lnTo>
                  <a:lnTo>
                    <a:pt x="2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2416;p60">
              <a:extLst>
                <a:ext uri="{FF2B5EF4-FFF2-40B4-BE49-F238E27FC236}">
                  <a16:creationId xmlns:a16="http://schemas.microsoft.com/office/drawing/2014/main" id="{14E83CFC-5122-009A-CA95-7346146FE99D}"/>
                </a:ext>
              </a:extLst>
            </p:cNvPr>
            <p:cNvSpPr/>
            <p:nvPr/>
          </p:nvSpPr>
          <p:spPr>
            <a:xfrm>
              <a:off x="7571136" y="2161326"/>
              <a:ext cx="18173" cy="26350"/>
            </a:xfrm>
            <a:custGeom>
              <a:avLst/>
              <a:gdLst/>
              <a:ahLst/>
              <a:cxnLst/>
              <a:rect l="l" t="t" r="r" b="b"/>
              <a:pathLst>
                <a:path w="140" h="203" extrusionOk="0">
                  <a:moveTo>
                    <a:pt x="140" y="0"/>
                  </a:moveTo>
                  <a:lnTo>
                    <a:pt x="0" y="82"/>
                  </a:lnTo>
                  <a:lnTo>
                    <a:pt x="0" y="202"/>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2417;p60">
              <a:extLst>
                <a:ext uri="{FF2B5EF4-FFF2-40B4-BE49-F238E27FC236}">
                  <a16:creationId xmlns:a16="http://schemas.microsoft.com/office/drawing/2014/main" id="{7C7F7FB0-283B-65E7-272E-20FC8CD17707}"/>
                </a:ext>
              </a:extLst>
            </p:cNvPr>
            <p:cNvSpPr/>
            <p:nvPr/>
          </p:nvSpPr>
          <p:spPr>
            <a:xfrm>
              <a:off x="7448858" y="2221167"/>
              <a:ext cx="39461" cy="36345"/>
            </a:xfrm>
            <a:custGeom>
              <a:avLst/>
              <a:gdLst/>
              <a:ahLst/>
              <a:cxnLst/>
              <a:rect l="l" t="t" r="r" b="b"/>
              <a:pathLst>
                <a:path w="304" h="280" extrusionOk="0">
                  <a:moveTo>
                    <a:pt x="303" y="1"/>
                  </a:moveTo>
                  <a:lnTo>
                    <a:pt x="1" y="159"/>
                  </a:lnTo>
                  <a:lnTo>
                    <a:pt x="1" y="279"/>
                  </a:lnTo>
                  <a:lnTo>
                    <a:pt x="303" y="10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2418;p60">
              <a:extLst>
                <a:ext uri="{FF2B5EF4-FFF2-40B4-BE49-F238E27FC236}">
                  <a16:creationId xmlns:a16="http://schemas.microsoft.com/office/drawing/2014/main" id="{FD4B2C89-F8D6-045C-8898-1B9354A71BB3}"/>
                </a:ext>
              </a:extLst>
            </p:cNvPr>
            <p:cNvSpPr/>
            <p:nvPr/>
          </p:nvSpPr>
          <p:spPr>
            <a:xfrm>
              <a:off x="7724569" y="2052158"/>
              <a:ext cx="54258" cy="46860"/>
            </a:xfrm>
            <a:custGeom>
              <a:avLst/>
              <a:gdLst/>
              <a:ahLst/>
              <a:cxnLst/>
              <a:rect l="l" t="t" r="r" b="b"/>
              <a:pathLst>
                <a:path w="418" h="361"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2419;p60">
              <a:extLst>
                <a:ext uri="{FF2B5EF4-FFF2-40B4-BE49-F238E27FC236}">
                  <a16:creationId xmlns:a16="http://schemas.microsoft.com/office/drawing/2014/main" id="{7D179167-F416-EB2A-5575-4460F9765EB8}"/>
                </a:ext>
              </a:extLst>
            </p:cNvPr>
            <p:cNvSpPr/>
            <p:nvPr/>
          </p:nvSpPr>
          <p:spPr>
            <a:xfrm>
              <a:off x="7675242" y="2089024"/>
              <a:ext cx="38812" cy="38682"/>
            </a:xfrm>
            <a:custGeom>
              <a:avLst/>
              <a:gdLst/>
              <a:ahLst/>
              <a:cxnLst/>
              <a:rect l="l" t="t" r="r" b="b"/>
              <a:pathLst>
                <a:path w="299" h="298" extrusionOk="0">
                  <a:moveTo>
                    <a:pt x="298" y="0"/>
                  </a:moveTo>
                  <a:lnTo>
                    <a:pt x="1" y="178"/>
                  </a:lnTo>
                  <a:lnTo>
                    <a:pt x="1" y="298"/>
                  </a:lnTo>
                  <a:lnTo>
                    <a:pt x="298" y="120"/>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2420;p60">
              <a:extLst>
                <a:ext uri="{FF2B5EF4-FFF2-40B4-BE49-F238E27FC236}">
                  <a16:creationId xmlns:a16="http://schemas.microsoft.com/office/drawing/2014/main" id="{07354269-0FFB-D8AB-ABD5-AEF50B916DA2}"/>
                </a:ext>
              </a:extLst>
            </p:cNvPr>
            <p:cNvSpPr/>
            <p:nvPr/>
          </p:nvSpPr>
          <p:spPr>
            <a:xfrm>
              <a:off x="7599824" y="2163793"/>
              <a:ext cx="31283" cy="34398"/>
            </a:xfrm>
            <a:custGeom>
              <a:avLst/>
              <a:gdLst/>
              <a:ahLst/>
              <a:cxnLst/>
              <a:rect l="l" t="t" r="r" b="b"/>
              <a:pathLst>
                <a:path w="241" h="265" extrusionOk="0">
                  <a:moveTo>
                    <a:pt x="240" y="1"/>
                  </a:moveTo>
                  <a:lnTo>
                    <a:pt x="0" y="145"/>
                  </a:lnTo>
                  <a:lnTo>
                    <a:pt x="0" y="265"/>
                  </a:lnTo>
                  <a:lnTo>
                    <a:pt x="240" y="10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2421;p60">
              <a:extLst>
                <a:ext uri="{FF2B5EF4-FFF2-40B4-BE49-F238E27FC236}">
                  <a16:creationId xmlns:a16="http://schemas.microsoft.com/office/drawing/2014/main" id="{6FDC80F4-CB31-D118-52E4-BF22E326FEC2}"/>
                </a:ext>
              </a:extLst>
            </p:cNvPr>
            <p:cNvSpPr/>
            <p:nvPr/>
          </p:nvSpPr>
          <p:spPr>
            <a:xfrm>
              <a:off x="7638506" y="2143283"/>
              <a:ext cx="28817" cy="31283"/>
            </a:xfrm>
            <a:custGeom>
              <a:avLst/>
              <a:gdLst/>
              <a:ahLst/>
              <a:cxnLst/>
              <a:rect l="l" t="t" r="r" b="b"/>
              <a:pathLst>
                <a:path w="222" h="241" extrusionOk="0">
                  <a:moveTo>
                    <a:pt x="221" y="0"/>
                  </a:moveTo>
                  <a:lnTo>
                    <a:pt x="0" y="120"/>
                  </a:lnTo>
                  <a:lnTo>
                    <a:pt x="0" y="240"/>
                  </a:lnTo>
                  <a:lnTo>
                    <a:pt x="221" y="120"/>
                  </a:lnTo>
                  <a:lnTo>
                    <a:pt x="2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2422;p60">
              <a:extLst>
                <a:ext uri="{FF2B5EF4-FFF2-40B4-BE49-F238E27FC236}">
                  <a16:creationId xmlns:a16="http://schemas.microsoft.com/office/drawing/2014/main" id="{EBA5C83F-6956-EBFB-8BCC-AE8C09E9E20B}"/>
                </a:ext>
              </a:extLst>
            </p:cNvPr>
            <p:cNvSpPr/>
            <p:nvPr/>
          </p:nvSpPr>
          <p:spPr>
            <a:xfrm>
              <a:off x="7571136" y="2187547"/>
              <a:ext cx="18173" cy="23105"/>
            </a:xfrm>
            <a:custGeom>
              <a:avLst/>
              <a:gdLst/>
              <a:ahLst/>
              <a:cxnLst/>
              <a:rect l="l" t="t" r="r" b="b"/>
              <a:pathLst>
                <a:path w="140" h="178" extrusionOk="0">
                  <a:moveTo>
                    <a:pt x="140" y="0"/>
                  </a:moveTo>
                  <a:lnTo>
                    <a:pt x="0" y="82"/>
                  </a:lnTo>
                  <a:lnTo>
                    <a:pt x="0" y="178"/>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2423;p60">
              <a:extLst>
                <a:ext uri="{FF2B5EF4-FFF2-40B4-BE49-F238E27FC236}">
                  <a16:creationId xmlns:a16="http://schemas.microsoft.com/office/drawing/2014/main" id="{6380B6BC-0CF8-6E1F-C5F6-9C2862F975FD}"/>
                </a:ext>
              </a:extLst>
            </p:cNvPr>
            <p:cNvSpPr/>
            <p:nvPr/>
          </p:nvSpPr>
          <p:spPr>
            <a:xfrm>
              <a:off x="7511295" y="2200528"/>
              <a:ext cx="52441" cy="46989"/>
            </a:xfrm>
            <a:custGeom>
              <a:avLst/>
              <a:gdLst/>
              <a:ahLst/>
              <a:cxnLst/>
              <a:rect l="l" t="t" r="r" b="b"/>
              <a:pathLst>
                <a:path w="404" h="362" extrusionOk="0">
                  <a:moveTo>
                    <a:pt x="404" y="1"/>
                  </a:moveTo>
                  <a:lnTo>
                    <a:pt x="0" y="241"/>
                  </a:lnTo>
                  <a:lnTo>
                    <a:pt x="0" y="361"/>
                  </a:lnTo>
                  <a:lnTo>
                    <a:pt x="404" y="12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2424;p60">
              <a:extLst>
                <a:ext uri="{FF2B5EF4-FFF2-40B4-BE49-F238E27FC236}">
                  <a16:creationId xmlns:a16="http://schemas.microsoft.com/office/drawing/2014/main" id="{95DD333C-1103-36DB-3983-8FA4CEDE3414}"/>
                </a:ext>
              </a:extLst>
            </p:cNvPr>
            <p:cNvSpPr/>
            <p:nvPr/>
          </p:nvSpPr>
          <p:spPr>
            <a:xfrm>
              <a:off x="7461968" y="2239211"/>
              <a:ext cx="39461" cy="36994"/>
            </a:xfrm>
            <a:custGeom>
              <a:avLst/>
              <a:gdLst/>
              <a:ahLst/>
              <a:cxnLst/>
              <a:rect l="l" t="t" r="r" b="b"/>
              <a:pathLst>
                <a:path w="304" h="285" extrusionOk="0">
                  <a:moveTo>
                    <a:pt x="303" y="1"/>
                  </a:moveTo>
                  <a:lnTo>
                    <a:pt x="1" y="164"/>
                  </a:lnTo>
                  <a:lnTo>
                    <a:pt x="1" y="284"/>
                  </a:lnTo>
                  <a:lnTo>
                    <a:pt x="303" y="102"/>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2425;p60">
              <a:extLst>
                <a:ext uri="{FF2B5EF4-FFF2-40B4-BE49-F238E27FC236}">
                  <a16:creationId xmlns:a16="http://schemas.microsoft.com/office/drawing/2014/main" id="{2E2B62AC-2AFB-5491-F798-BEF25AE4C530}"/>
                </a:ext>
              </a:extLst>
            </p:cNvPr>
            <p:cNvSpPr/>
            <p:nvPr/>
          </p:nvSpPr>
          <p:spPr>
            <a:xfrm>
              <a:off x="7417704" y="2262965"/>
              <a:ext cx="39461" cy="38812"/>
            </a:xfrm>
            <a:custGeom>
              <a:avLst/>
              <a:gdLst/>
              <a:ahLst/>
              <a:cxnLst/>
              <a:rect l="l" t="t" r="r" b="b"/>
              <a:pathLst>
                <a:path w="304" h="299" extrusionOk="0">
                  <a:moveTo>
                    <a:pt x="303" y="0"/>
                  </a:moveTo>
                  <a:lnTo>
                    <a:pt x="0" y="178"/>
                  </a:lnTo>
                  <a:lnTo>
                    <a:pt x="0" y="298"/>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2426;p60">
              <a:extLst>
                <a:ext uri="{FF2B5EF4-FFF2-40B4-BE49-F238E27FC236}">
                  <a16:creationId xmlns:a16="http://schemas.microsoft.com/office/drawing/2014/main" id="{48DD828A-62E0-1EA3-A8BD-4724067EEF33}"/>
                </a:ext>
              </a:extLst>
            </p:cNvPr>
            <p:cNvSpPr/>
            <p:nvPr/>
          </p:nvSpPr>
          <p:spPr>
            <a:xfrm>
              <a:off x="7813097" y="2039048"/>
              <a:ext cx="31283" cy="34398"/>
            </a:xfrm>
            <a:custGeom>
              <a:avLst/>
              <a:gdLst/>
              <a:ahLst/>
              <a:cxnLst/>
              <a:rect l="l" t="t" r="r" b="b"/>
              <a:pathLst>
                <a:path w="241" h="265" extrusionOk="0">
                  <a:moveTo>
                    <a:pt x="240" y="1"/>
                  </a:moveTo>
                  <a:lnTo>
                    <a:pt x="0" y="145"/>
                  </a:lnTo>
                  <a:lnTo>
                    <a:pt x="0" y="265"/>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2427;p60">
              <a:extLst>
                <a:ext uri="{FF2B5EF4-FFF2-40B4-BE49-F238E27FC236}">
                  <a16:creationId xmlns:a16="http://schemas.microsoft.com/office/drawing/2014/main" id="{F00E99AE-12FA-48AD-F465-C74CAA89E92C}"/>
                </a:ext>
              </a:extLst>
            </p:cNvPr>
            <p:cNvSpPr/>
            <p:nvPr/>
          </p:nvSpPr>
          <p:spPr>
            <a:xfrm>
              <a:off x="7784410" y="2065269"/>
              <a:ext cx="18173" cy="23884"/>
            </a:xfrm>
            <a:custGeom>
              <a:avLst/>
              <a:gdLst/>
              <a:ahLst/>
              <a:cxnLst/>
              <a:rect l="l" t="t" r="r" b="b"/>
              <a:pathLst>
                <a:path w="140" h="184" extrusionOk="0">
                  <a:moveTo>
                    <a:pt x="140" y="1"/>
                  </a:moveTo>
                  <a:lnTo>
                    <a:pt x="0" y="63"/>
                  </a:lnTo>
                  <a:lnTo>
                    <a:pt x="0" y="183"/>
                  </a:lnTo>
                  <a:lnTo>
                    <a:pt x="140" y="10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2428;p60">
              <a:extLst>
                <a:ext uri="{FF2B5EF4-FFF2-40B4-BE49-F238E27FC236}">
                  <a16:creationId xmlns:a16="http://schemas.microsoft.com/office/drawing/2014/main" id="{DC2D4598-5662-7235-19E8-4EE74A2820D5}"/>
                </a:ext>
              </a:extLst>
            </p:cNvPr>
            <p:cNvSpPr/>
            <p:nvPr/>
          </p:nvSpPr>
          <p:spPr>
            <a:xfrm>
              <a:off x="7724569" y="2078379"/>
              <a:ext cx="54258" cy="46860"/>
            </a:xfrm>
            <a:custGeom>
              <a:avLst/>
              <a:gdLst/>
              <a:ahLst/>
              <a:cxnLst/>
              <a:rect l="l" t="t" r="r" b="b"/>
              <a:pathLst>
                <a:path w="418" h="361" extrusionOk="0">
                  <a:moveTo>
                    <a:pt x="418" y="0"/>
                  </a:moveTo>
                  <a:lnTo>
                    <a:pt x="0" y="241"/>
                  </a:lnTo>
                  <a:lnTo>
                    <a:pt x="0" y="361"/>
                  </a:lnTo>
                  <a:lnTo>
                    <a:pt x="418" y="120"/>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2429;p60">
              <a:extLst>
                <a:ext uri="{FF2B5EF4-FFF2-40B4-BE49-F238E27FC236}">
                  <a16:creationId xmlns:a16="http://schemas.microsoft.com/office/drawing/2014/main" id="{DD076B28-7B95-1E94-D0E1-67BDC43C1CC0}"/>
                </a:ext>
              </a:extLst>
            </p:cNvPr>
            <p:cNvSpPr/>
            <p:nvPr/>
          </p:nvSpPr>
          <p:spPr>
            <a:xfrm>
              <a:off x="7675242" y="2143283"/>
              <a:ext cx="33749" cy="33749"/>
            </a:xfrm>
            <a:custGeom>
              <a:avLst/>
              <a:gdLst/>
              <a:ahLst/>
              <a:cxnLst/>
              <a:rect l="l" t="t" r="r" b="b"/>
              <a:pathLst>
                <a:path w="260" h="260" extrusionOk="0">
                  <a:moveTo>
                    <a:pt x="260" y="0"/>
                  </a:moveTo>
                  <a:lnTo>
                    <a:pt x="1" y="139"/>
                  </a:lnTo>
                  <a:lnTo>
                    <a:pt x="1" y="259"/>
                  </a:lnTo>
                  <a:lnTo>
                    <a:pt x="260" y="120"/>
                  </a:lnTo>
                  <a:lnTo>
                    <a:pt x="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2430;p60">
              <a:extLst>
                <a:ext uri="{FF2B5EF4-FFF2-40B4-BE49-F238E27FC236}">
                  <a16:creationId xmlns:a16="http://schemas.microsoft.com/office/drawing/2014/main" id="{D14EFCFD-1D64-7D77-6951-00CBAE9A7BE9}"/>
                </a:ext>
              </a:extLst>
            </p:cNvPr>
            <p:cNvSpPr/>
            <p:nvPr/>
          </p:nvSpPr>
          <p:spPr>
            <a:xfrm>
              <a:off x="7638506" y="2166908"/>
              <a:ext cx="31283" cy="31283"/>
            </a:xfrm>
            <a:custGeom>
              <a:avLst/>
              <a:gdLst/>
              <a:ahLst/>
              <a:cxnLst/>
              <a:rect l="l" t="t" r="r" b="b"/>
              <a:pathLst>
                <a:path w="241" h="241" extrusionOk="0">
                  <a:moveTo>
                    <a:pt x="240" y="1"/>
                  </a:moveTo>
                  <a:lnTo>
                    <a:pt x="0" y="121"/>
                  </a:lnTo>
                  <a:lnTo>
                    <a:pt x="0" y="241"/>
                  </a:lnTo>
                  <a:lnTo>
                    <a:pt x="240" y="97"/>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2431;p60">
              <a:extLst>
                <a:ext uri="{FF2B5EF4-FFF2-40B4-BE49-F238E27FC236}">
                  <a16:creationId xmlns:a16="http://schemas.microsoft.com/office/drawing/2014/main" id="{9956D7A9-CC9E-4C66-478F-A5603667D90C}"/>
                </a:ext>
              </a:extLst>
            </p:cNvPr>
            <p:cNvSpPr/>
            <p:nvPr/>
          </p:nvSpPr>
          <p:spPr>
            <a:xfrm>
              <a:off x="7719506" y="2127576"/>
              <a:ext cx="15706" cy="23884"/>
            </a:xfrm>
            <a:custGeom>
              <a:avLst/>
              <a:gdLst/>
              <a:ahLst/>
              <a:cxnLst/>
              <a:rect l="l" t="t" r="r" b="b"/>
              <a:pathLst>
                <a:path w="121" h="184" extrusionOk="0">
                  <a:moveTo>
                    <a:pt x="121" y="1"/>
                  </a:moveTo>
                  <a:lnTo>
                    <a:pt x="1" y="83"/>
                  </a:lnTo>
                  <a:lnTo>
                    <a:pt x="1" y="183"/>
                  </a:lnTo>
                  <a:lnTo>
                    <a:pt x="121" y="121"/>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2432;p60">
              <a:extLst>
                <a:ext uri="{FF2B5EF4-FFF2-40B4-BE49-F238E27FC236}">
                  <a16:creationId xmlns:a16="http://schemas.microsoft.com/office/drawing/2014/main" id="{50E7EC9E-CC4D-13A4-00E1-CC98DF4FD044}"/>
                </a:ext>
              </a:extLst>
            </p:cNvPr>
            <p:cNvSpPr/>
            <p:nvPr/>
          </p:nvSpPr>
          <p:spPr>
            <a:xfrm>
              <a:off x="7742612" y="2093956"/>
              <a:ext cx="51922" cy="44393"/>
            </a:xfrm>
            <a:custGeom>
              <a:avLst/>
              <a:gdLst/>
              <a:ahLst/>
              <a:cxnLst/>
              <a:rect l="l" t="t" r="r" b="b"/>
              <a:pathLst>
                <a:path w="400" h="342" extrusionOk="0">
                  <a:moveTo>
                    <a:pt x="399" y="0"/>
                  </a:moveTo>
                  <a:lnTo>
                    <a:pt x="0" y="221"/>
                  </a:lnTo>
                  <a:lnTo>
                    <a:pt x="0" y="342"/>
                  </a:lnTo>
                  <a:lnTo>
                    <a:pt x="399" y="101"/>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2433;p60">
              <a:extLst>
                <a:ext uri="{FF2B5EF4-FFF2-40B4-BE49-F238E27FC236}">
                  <a16:creationId xmlns:a16="http://schemas.microsoft.com/office/drawing/2014/main" id="{B2BE61F2-1FBA-F40F-3638-7C4FD8BA1300}"/>
                </a:ext>
              </a:extLst>
            </p:cNvPr>
            <p:cNvSpPr/>
            <p:nvPr/>
          </p:nvSpPr>
          <p:spPr>
            <a:xfrm>
              <a:off x="7825559" y="2052158"/>
              <a:ext cx="39331" cy="39461"/>
            </a:xfrm>
            <a:custGeom>
              <a:avLst/>
              <a:gdLst/>
              <a:ahLst/>
              <a:cxnLst/>
              <a:rect l="l" t="t" r="r" b="b"/>
              <a:pathLst>
                <a:path w="303" h="304" extrusionOk="0">
                  <a:moveTo>
                    <a:pt x="303" y="1"/>
                  </a:moveTo>
                  <a:lnTo>
                    <a:pt x="0" y="183"/>
                  </a:lnTo>
                  <a:lnTo>
                    <a:pt x="0" y="303"/>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2434;p60">
              <a:extLst>
                <a:ext uri="{FF2B5EF4-FFF2-40B4-BE49-F238E27FC236}">
                  <a16:creationId xmlns:a16="http://schemas.microsoft.com/office/drawing/2014/main" id="{D2C61481-A0AB-293D-CADD-8D56D71D43AD}"/>
                </a:ext>
              </a:extLst>
            </p:cNvPr>
            <p:cNvSpPr/>
            <p:nvPr/>
          </p:nvSpPr>
          <p:spPr>
            <a:xfrm>
              <a:off x="7591646" y="2187547"/>
              <a:ext cx="39461" cy="36216"/>
            </a:xfrm>
            <a:custGeom>
              <a:avLst/>
              <a:gdLst/>
              <a:ahLst/>
              <a:cxnLst/>
              <a:rect l="l" t="t" r="r" b="b"/>
              <a:pathLst>
                <a:path w="304" h="279" extrusionOk="0">
                  <a:moveTo>
                    <a:pt x="303" y="0"/>
                  </a:moveTo>
                  <a:lnTo>
                    <a:pt x="1" y="178"/>
                  </a:lnTo>
                  <a:lnTo>
                    <a:pt x="1" y="279"/>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2435;p60">
              <a:extLst>
                <a:ext uri="{FF2B5EF4-FFF2-40B4-BE49-F238E27FC236}">
                  <a16:creationId xmlns:a16="http://schemas.microsoft.com/office/drawing/2014/main" id="{BF101733-2AFA-A2BA-47EB-CC050778232E}"/>
                </a:ext>
              </a:extLst>
            </p:cNvPr>
            <p:cNvSpPr/>
            <p:nvPr/>
          </p:nvSpPr>
          <p:spPr>
            <a:xfrm>
              <a:off x="7599824" y="2210523"/>
              <a:ext cx="31283" cy="34528"/>
            </a:xfrm>
            <a:custGeom>
              <a:avLst/>
              <a:gdLst/>
              <a:ahLst/>
              <a:cxnLst/>
              <a:rect l="l" t="t" r="r" b="b"/>
              <a:pathLst>
                <a:path w="241" h="266" extrusionOk="0">
                  <a:moveTo>
                    <a:pt x="240" y="1"/>
                  </a:moveTo>
                  <a:lnTo>
                    <a:pt x="0" y="145"/>
                  </a:lnTo>
                  <a:lnTo>
                    <a:pt x="0" y="265"/>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2436;p60">
              <a:extLst>
                <a:ext uri="{FF2B5EF4-FFF2-40B4-BE49-F238E27FC236}">
                  <a16:creationId xmlns:a16="http://schemas.microsoft.com/office/drawing/2014/main" id="{7E65A069-0749-4E03-4DB7-0FD87E512C77}"/>
                </a:ext>
              </a:extLst>
            </p:cNvPr>
            <p:cNvSpPr/>
            <p:nvPr/>
          </p:nvSpPr>
          <p:spPr>
            <a:xfrm>
              <a:off x="7638506" y="2190014"/>
              <a:ext cx="28817" cy="31283"/>
            </a:xfrm>
            <a:custGeom>
              <a:avLst/>
              <a:gdLst/>
              <a:ahLst/>
              <a:cxnLst/>
              <a:rect l="l" t="t" r="r" b="b"/>
              <a:pathLst>
                <a:path w="222" h="241" extrusionOk="0">
                  <a:moveTo>
                    <a:pt x="221" y="0"/>
                  </a:moveTo>
                  <a:lnTo>
                    <a:pt x="0" y="140"/>
                  </a:lnTo>
                  <a:lnTo>
                    <a:pt x="0" y="241"/>
                  </a:lnTo>
                  <a:lnTo>
                    <a:pt x="221" y="120"/>
                  </a:lnTo>
                  <a:lnTo>
                    <a:pt x="2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2437;p60">
              <a:extLst>
                <a:ext uri="{FF2B5EF4-FFF2-40B4-BE49-F238E27FC236}">
                  <a16:creationId xmlns:a16="http://schemas.microsoft.com/office/drawing/2014/main" id="{443B49D8-4A53-FB0D-FE91-CD98836D1AEA}"/>
                </a:ext>
              </a:extLst>
            </p:cNvPr>
            <p:cNvSpPr/>
            <p:nvPr/>
          </p:nvSpPr>
          <p:spPr>
            <a:xfrm>
              <a:off x="7571136" y="2236744"/>
              <a:ext cx="18173" cy="23884"/>
            </a:xfrm>
            <a:custGeom>
              <a:avLst/>
              <a:gdLst/>
              <a:ahLst/>
              <a:cxnLst/>
              <a:rect l="l" t="t" r="r" b="b"/>
              <a:pathLst>
                <a:path w="140" h="184" extrusionOk="0">
                  <a:moveTo>
                    <a:pt x="140" y="1"/>
                  </a:moveTo>
                  <a:lnTo>
                    <a:pt x="0" y="63"/>
                  </a:lnTo>
                  <a:lnTo>
                    <a:pt x="0" y="183"/>
                  </a:lnTo>
                  <a:lnTo>
                    <a:pt x="140" y="102"/>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2438;p60">
              <a:extLst>
                <a:ext uri="{FF2B5EF4-FFF2-40B4-BE49-F238E27FC236}">
                  <a16:creationId xmlns:a16="http://schemas.microsoft.com/office/drawing/2014/main" id="{DE789E25-C49C-221E-6CEB-362A5DAB2E73}"/>
                </a:ext>
              </a:extLst>
            </p:cNvPr>
            <p:cNvSpPr/>
            <p:nvPr/>
          </p:nvSpPr>
          <p:spPr>
            <a:xfrm>
              <a:off x="7511295" y="2249855"/>
              <a:ext cx="52441" cy="46860"/>
            </a:xfrm>
            <a:custGeom>
              <a:avLst/>
              <a:gdLst/>
              <a:ahLst/>
              <a:cxnLst/>
              <a:rect l="l" t="t" r="r" b="b"/>
              <a:pathLst>
                <a:path w="404" h="361" extrusionOk="0">
                  <a:moveTo>
                    <a:pt x="404" y="1"/>
                  </a:moveTo>
                  <a:lnTo>
                    <a:pt x="0" y="241"/>
                  </a:lnTo>
                  <a:lnTo>
                    <a:pt x="0" y="361"/>
                  </a:lnTo>
                  <a:lnTo>
                    <a:pt x="404" y="12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2439;p60">
              <a:extLst>
                <a:ext uri="{FF2B5EF4-FFF2-40B4-BE49-F238E27FC236}">
                  <a16:creationId xmlns:a16="http://schemas.microsoft.com/office/drawing/2014/main" id="{8EECD0A1-3029-2BD2-DD35-0D6FF87DE30D}"/>
                </a:ext>
              </a:extLst>
            </p:cNvPr>
            <p:cNvSpPr/>
            <p:nvPr/>
          </p:nvSpPr>
          <p:spPr>
            <a:xfrm>
              <a:off x="7815564" y="2073317"/>
              <a:ext cx="54388" cy="46989"/>
            </a:xfrm>
            <a:custGeom>
              <a:avLst/>
              <a:gdLst/>
              <a:ahLst/>
              <a:cxnLst/>
              <a:rect l="l" t="t" r="r" b="b"/>
              <a:pathLst>
                <a:path w="419" h="362"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2440;p60">
              <a:extLst>
                <a:ext uri="{FF2B5EF4-FFF2-40B4-BE49-F238E27FC236}">
                  <a16:creationId xmlns:a16="http://schemas.microsoft.com/office/drawing/2014/main" id="{744EC53A-287E-4160-C079-6490FDA40DA6}"/>
                </a:ext>
              </a:extLst>
            </p:cNvPr>
            <p:cNvSpPr/>
            <p:nvPr/>
          </p:nvSpPr>
          <p:spPr>
            <a:xfrm>
              <a:off x="7454439" y="2291653"/>
              <a:ext cx="38812" cy="36216"/>
            </a:xfrm>
            <a:custGeom>
              <a:avLst/>
              <a:gdLst/>
              <a:ahLst/>
              <a:cxnLst/>
              <a:rect l="l" t="t" r="r" b="b"/>
              <a:pathLst>
                <a:path w="299" h="279" extrusionOk="0">
                  <a:moveTo>
                    <a:pt x="299" y="0"/>
                  </a:moveTo>
                  <a:lnTo>
                    <a:pt x="1" y="159"/>
                  </a:lnTo>
                  <a:lnTo>
                    <a:pt x="1" y="279"/>
                  </a:lnTo>
                  <a:lnTo>
                    <a:pt x="299" y="96"/>
                  </a:lnTo>
                  <a:lnTo>
                    <a:pt x="2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2441;p60">
              <a:extLst>
                <a:ext uri="{FF2B5EF4-FFF2-40B4-BE49-F238E27FC236}">
                  <a16:creationId xmlns:a16="http://schemas.microsoft.com/office/drawing/2014/main" id="{5FB486BF-3FC3-8DB1-15CB-50E6D3CB2B77}"/>
                </a:ext>
              </a:extLst>
            </p:cNvPr>
            <p:cNvSpPr/>
            <p:nvPr/>
          </p:nvSpPr>
          <p:spPr>
            <a:xfrm>
              <a:off x="7724569" y="2127576"/>
              <a:ext cx="54258" cy="44393"/>
            </a:xfrm>
            <a:custGeom>
              <a:avLst/>
              <a:gdLst/>
              <a:ahLst/>
              <a:cxnLst/>
              <a:rect l="l" t="t" r="r" b="b"/>
              <a:pathLst>
                <a:path w="418" h="342" extrusionOk="0">
                  <a:moveTo>
                    <a:pt x="418" y="1"/>
                  </a:moveTo>
                  <a:lnTo>
                    <a:pt x="0" y="222"/>
                  </a:lnTo>
                  <a:lnTo>
                    <a:pt x="0" y="342"/>
                  </a:lnTo>
                  <a:lnTo>
                    <a:pt x="418" y="102"/>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2442;p60">
              <a:extLst>
                <a:ext uri="{FF2B5EF4-FFF2-40B4-BE49-F238E27FC236}">
                  <a16:creationId xmlns:a16="http://schemas.microsoft.com/office/drawing/2014/main" id="{CB626BE9-A9FC-D293-B84A-64D895D124D9}"/>
                </a:ext>
              </a:extLst>
            </p:cNvPr>
            <p:cNvSpPr/>
            <p:nvPr/>
          </p:nvSpPr>
          <p:spPr>
            <a:xfrm>
              <a:off x="7675242" y="2163793"/>
              <a:ext cx="38812" cy="36865"/>
            </a:xfrm>
            <a:custGeom>
              <a:avLst/>
              <a:gdLst/>
              <a:ahLst/>
              <a:cxnLst/>
              <a:rect l="l" t="t" r="r" b="b"/>
              <a:pathLst>
                <a:path w="299" h="284" extrusionOk="0">
                  <a:moveTo>
                    <a:pt x="298" y="1"/>
                  </a:moveTo>
                  <a:lnTo>
                    <a:pt x="1" y="164"/>
                  </a:lnTo>
                  <a:lnTo>
                    <a:pt x="1" y="284"/>
                  </a:lnTo>
                  <a:lnTo>
                    <a:pt x="298" y="10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2443;p60">
              <a:extLst>
                <a:ext uri="{FF2B5EF4-FFF2-40B4-BE49-F238E27FC236}">
                  <a16:creationId xmlns:a16="http://schemas.microsoft.com/office/drawing/2014/main" id="{B70A082D-5364-D2EA-37E9-3E837283B7B9}"/>
                </a:ext>
              </a:extLst>
            </p:cNvPr>
            <p:cNvSpPr/>
            <p:nvPr/>
          </p:nvSpPr>
          <p:spPr>
            <a:xfrm>
              <a:off x="7675242" y="2198062"/>
              <a:ext cx="33749" cy="33879"/>
            </a:xfrm>
            <a:custGeom>
              <a:avLst/>
              <a:gdLst/>
              <a:ahLst/>
              <a:cxnLst/>
              <a:rect l="l" t="t" r="r" b="b"/>
              <a:pathLst>
                <a:path w="260" h="261" extrusionOk="0">
                  <a:moveTo>
                    <a:pt x="260" y="1"/>
                  </a:moveTo>
                  <a:lnTo>
                    <a:pt x="1" y="140"/>
                  </a:lnTo>
                  <a:lnTo>
                    <a:pt x="1" y="260"/>
                  </a:lnTo>
                  <a:lnTo>
                    <a:pt x="260" y="12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2444;p60">
              <a:extLst>
                <a:ext uri="{FF2B5EF4-FFF2-40B4-BE49-F238E27FC236}">
                  <a16:creationId xmlns:a16="http://schemas.microsoft.com/office/drawing/2014/main" id="{517F0F40-18E7-696E-CADA-56DCB592F359}"/>
                </a:ext>
              </a:extLst>
            </p:cNvPr>
            <p:cNvSpPr/>
            <p:nvPr/>
          </p:nvSpPr>
          <p:spPr>
            <a:xfrm>
              <a:off x="7638506" y="2221167"/>
              <a:ext cx="31283" cy="31283"/>
            </a:xfrm>
            <a:custGeom>
              <a:avLst/>
              <a:gdLst/>
              <a:ahLst/>
              <a:cxnLst/>
              <a:rect l="l" t="t" r="r" b="b"/>
              <a:pathLst>
                <a:path w="241" h="241" extrusionOk="0">
                  <a:moveTo>
                    <a:pt x="240" y="1"/>
                  </a:moveTo>
                  <a:lnTo>
                    <a:pt x="0" y="121"/>
                  </a:lnTo>
                  <a:lnTo>
                    <a:pt x="0" y="241"/>
                  </a:lnTo>
                  <a:lnTo>
                    <a:pt x="240" y="10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2445;p60">
              <a:extLst>
                <a:ext uri="{FF2B5EF4-FFF2-40B4-BE49-F238E27FC236}">
                  <a16:creationId xmlns:a16="http://schemas.microsoft.com/office/drawing/2014/main" id="{2354312F-A4B1-84CA-3535-4C56F542FF4A}"/>
                </a:ext>
              </a:extLst>
            </p:cNvPr>
            <p:cNvSpPr/>
            <p:nvPr/>
          </p:nvSpPr>
          <p:spPr>
            <a:xfrm>
              <a:off x="7719506" y="2182485"/>
              <a:ext cx="15706" cy="23235"/>
            </a:xfrm>
            <a:custGeom>
              <a:avLst/>
              <a:gdLst/>
              <a:ahLst/>
              <a:cxnLst/>
              <a:rect l="l" t="t" r="r" b="b"/>
              <a:pathLst>
                <a:path w="121" h="179" extrusionOk="0">
                  <a:moveTo>
                    <a:pt x="121" y="1"/>
                  </a:moveTo>
                  <a:lnTo>
                    <a:pt x="1" y="78"/>
                  </a:lnTo>
                  <a:lnTo>
                    <a:pt x="1" y="178"/>
                  </a:lnTo>
                  <a:lnTo>
                    <a:pt x="121" y="121"/>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2446;p60">
              <a:extLst>
                <a:ext uri="{FF2B5EF4-FFF2-40B4-BE49-F238E27FC236}">
                  <a16:creationId xmlns:a16="http://schemas.microsoft.com/office/drawing/2014/main" id="{4E1C0B0B-2146-D840-EFEB-C2698D55F11C}"/>
                </a:ext>
              </a:extLst>
            </p:cNvPr>
            <p:cNvSpPr/>
            <p:nvPr/>
          </p:nvSpPr>
          <p:spPr>
            <a:xfrm>
              <a:off x="7742612" y="2148216"/>
              <a:ext cx="51922" cy="44393"/>
            </a:xfrm>
            <a:custGeom>
              <a:avLst/>
              <a:gdLst/>
              <a:ahLst/>
              <a:cxnLst/>
              <a:rect l="l" t="t" r="r" b="b"/>
              <a:pathLst>
                <a:path w="400" h="342" extrusionOk="0">
                  <a:moveTo>
                    <a:pt x="399" y="0"/>
                  </a:moveTo>
                  <a:lnTo>
                    <a:pt x="0" y="221"/>
                  </a:lnTo>
                  <a:lnTo>
                    <a:pt x="0" y="342"/>
                  </a:lnTo>
                  <a:lnTo>
                    <a:pt x="399" y="101"/>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2447;p60">
              <a:extLst>
                <a:ext uri="{FF2B5EF4-FFF2-40B4-BE49-F238E27FC236}">
                  <a16:creationId xmlns:a16="http://schemas.microsoft.com/office/drawing/2014/main" id="{D88F9B30-E7C1-EACB-B1E8-86F42D4F10CF}"/>
                </a:ext>
              </a:extLst>
            </p:cNvPr>
            <p:cNvSpPr/>
            <p:nvPr/>
          </p:nvSpPr>
          <p:spPr>
            <a:xfrm>
              <a:off x="7851780" y="2091490"/>
              <a:ext cx="39331" cy="38812"/>
            </a:xfrm>
            <a:custGeom>
              <a:avLst/>
              <a:gdLst/>
              <a:ahLst/>
              <a:cxnLst/>
              <a:rect l="l" t="t" r="r" b="b"/>
              <a:pathLst>
                <a:path w="303" h="299" extrusionOk="0">
                  <a:moveTo>
                    <a:pt x="303" y="0"/>
                  </a:moveTo>
                  <a:lnTo>
                    <a:pt x="0" y="178"/>
                  </a:lnTo>
                  <a:lnTo>
                    <a:pt x="0" y="298"/>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2448;p60">
              <a:extLst>
                <a:ext uri="{FF2B5EF4-FFF2-40B4-BE49-F238E27FC236}">
                  <a16:creationId xmlns:a16="http://schemas.microsoft.com/office/drawing/2014/main" id="{BE6D89FF-3AE3-5DC5-8605-FE4CF46E929A}"/>
                </a:ext>
              </a:extLst>
            </p:cNvPr>
            <p:cNvSpPr/>
            <p:nvPr/>
          </p:nvSpPr>
          <p:spPr>
            <a:xfrm>
              <a:off x="7461968" y="2319691"/>
              <a:ext cx="31283" cy="34398"/>
            </a:xfrm>
            <a:custGeom>
              <a:avLst/>
              <a:gdLst/>
              <a:ahLst/>
              <a:cxnLst/>
              <a:rect l="l" t="t" r="r" b="b"/>
              <a:pathLst>
                <a:path w="241" h="265" extrusionOk="0">
                  <a:moveTo>
                    <a:pt x="241" y="1"/>
                  </a:moveTo>
                  <a:lnTo>
                    <a:pt x="1" y="164"/>
                  </a:lnTo>
                  <a:lnTo>
                    <a:pt x="1" y="265"/>
                  </a:lnTo>
                  <a:lnTo>
                    <a:pt x="241" y="121"/>
                  </a:lnTo>
                  <a:lnTo>
                    <a:pt x="2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2449;p60">
              <a:extLst>
                <a:ext uri="{FF2B5EF4-FFF2-40B4-BE49-F238E27FC236}">
                  <a16:creationId xmlns:a16="http://schemas.microsoft.com/office/drawing/2014/main" id="{9997B19E-3630-59C0-AC5A-EDFB6654E991}"/>
                </a:ext>
              </a:extLst>
            </p:cNvPr>
            <p:cNvSpPr/>
            <p:nvPr/>
          </p:nvSpPr>
          <p:spPr>
            <a:xfrm>
              <a:off x="7415238" y="2348378"/>
              <a:ext cx="33749" cy="33749"/>
            </a:xfrm>
            <a:custGeom>
              <a:avLst/>
              <a:gdLst/>
              <a:ahLst/>
              <a:cxnLst/>
              <a:rect l="l" t="t" r="r" b="b"/>
              <a:pathLst>
                <a:path w="260" h="260" extrusionOk="0">
                  <a:moveTo>
                    <a:pt x="260" y="1"/>
                  </a:moveTo>
                  <a:lnTo>
                    <a:pt x="0" y="140"/>
                  </a:lnTo>
                  <a:lnTo>
                    <a:pt x="0" y="260"/>
                  </a:lnTo>
                  <a:lnTo>
                    <a:pt x="260" y="10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2450;p60">
              <a:extLst>
                <a:ext uri="{FF2B5EF4-FFF2-40B4-BE49-F238E27FC236}">
                  <a16:creationId xmlns:a16="http://schemas.microsoft.com/office/drawing/2014/main" id="{7802FAC1-6112-2BF9-9AE4-BDA34B431FFE}"/>
                </a:ext>
              </a:extLst>
            </p:cNvPr>
            <p:cNvSpPr/>
            <p:nvPr/>
          </p:nvSpPr>
          <p:spPr>
            <a:xfrm>
              <a:off x="7503766" y="2304114"/>
              <a:ext cx="18173" cy="26350"/>
            </a:xfrm>
            <a:custGeom>
              <a:avLst/>
              <a:gdLst/>
              <a:ahLst/>
              <a:cxnLst/>
              <a:rect l="l" t="t" r="r" b="b"/>
              <a:pathLst>
                <a:path w="140" h="203" extrusionOk="0">
                  <a:moveTo>
                    <a:pt x="140" y="0"/>
                  </a:moveTo>
                  <a:lnTo>
                    <a:pt x="0" y="82"/>
                  </a:lnTo>
                  <a:lnTo>
                    <a:pt x="0" y="202"/>
                  </a:lnTo>
                  <a:lnTo>
                    <a:pt x="140" y="121"/>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2451;p60">
              <a:extLst>
                <a:ext uri="{FF2B5EF4-FFF2-40B4-BE49-F238E27FC236}">
                  <a16:creationId xmlns:a16="http://schemas.microsoft.com/office/drawing/2014/main" id="{FE64142B-906F-3BBC-BE04-97A4D616AF6B}"/>
                </a:ext>
              </a:extLst>
            </p:cNvPr>
            <p:cNvSpPr/>
            <p:nvPr/>
          </p:nvSpPr>
          <p:spPr>
            <a:xfrm>
              <a:off x="7529338" y="2270494"/>
              <a:ext cx="52441" cy="44393"/>
            </a:xfrm>
            <a:custGeom>
              <a:avLst/>
              <a:gdLst/>
              <a:ahLst/>
              <a:cxnLst/>
              <a:rect l="l" t="t" r="r" b="b"/>
              <a:pathLst>
                <a:path w="404" h="342" extrusionOk="0">
                  <a:moveTo>
                    <a:pt x="404" y="0"/>
                  </a:moveTo>
                  <a:lnTo>
                    <a:pt x="0" y="240"/>
                  </a:lnTo>
                  <a:lnTo>
                    <a:pt x="0" y="341"/>
                  </a:lnTo>
                  <a:lnTo>
                    <a:pt x="404" y="120"/>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2452;p60">
              <a:extLst>
                <a:ext uri="{FF2B5EF4-FFF2-40B4-BE49-F238E27FC236}">
                  <a16:creationId xmlns:a16="http://schemas.microsoft.com/office/drawing/2014/main" id="{492FC457-EB3F-4148-AE5B-5029DD8484B7}"/>
                </a:ext>
              </a:extLst>
            </p:cNvPr>
            <p:cNvSpPr/>
            <p:nvPr/>
          </p:nvSpPr>
          <p:spPr>
            <a:xfrm>
              <a:off x="7591646" y="2241807"/>
              <a:ext cx="39461" cy="36865"/>
            </a:xfrm>
            <a:custGeom>
              <a:avLst/>
              <a:gdLst/>
              <a:ahLst/>
              <a:cxnLst/>
              <a:rect l="l" t="t" r="r" b="b"/>
              <a:pathLst>
                <a:path w="304" h="284" extrusionOk="0">
                  <a:moveTo>
                    <a:pt x="303" y="0"/>
                  </a:moveTo>
                  <a:lnTo>
                    <a:pt x="1" y="183"/>
                  </a:lnTo>
                  <a:lnTo>
                    <a:pt x="1" y="283"/>
                  </a:lnTo>
                  <a:lnTo>
                    <a:pt x="303" y="120"/>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2453;p60">
              <a:extLst>
                <a:ext uri="{FF2B5EF4-FFF2-40B4-BE49-F238E27FC236}">
                  <a16:creationId xmlns:a16="http://schemas.microsoft.com/office/drawing/2014/main" id="{B2B06AB5-F43C-59B7-40BD-8E6929292788}"/>
                </a:ext>
              </a:extLst>
            </p:cNvPr>
            <p:cNvSpPr/>
            <p:nvPr/>
          </p:nvSpPr>
          <p:spPr>
            <a:xfrm>
              <a:off x="7599824" y="2265432"/>
              <a:ext cx="31283" cy="33879"/>
            </a:xfrm>
            <a:custGeom>
              <a:avLst/>
              <a:gdLst/>
              <a:ahLst/>
              <a:cxnLst/>
              <a:rect l="l" t="t" r="r" b="b"/>
              <a:pathLst>
                <a:path w="241" h="261" extrusionOk="0">
                  <a:moveTo>
                    <a:pt x="240" y="1"/>
                  </a:moveTo>
                  <a:lnTo>
                    <a:pt x="0" y="140"/>
                  </a:lnTo>
                  <a:lnTo>
                    <a:pt x="0" y="260"/>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2454;p60">
              <a:extLst>
                <a:ext uri="{FF2B5EF4-FFF2-40B4-BE49-F238E27FC236}">
                  <a16:creationId xmlns:a16="http://schemas.microsoft.com/office/drawing/2014/main" id="{9027036D-BDB4-D969-8496-4B24C224B339}"/>
                </a:ext>
              </a:extLst>
            </p:cNvPr>
            <p:cNvSpPr/>
            <p:nvPr/>
          </p:nvSpPr>
          <p:spPr>
            <a:xfrm>
              <a:off x="7651487" y="2236744"/>
              <a:ext cx="28817" cy="31283"/>
            </a:xfrm>
            <a:custGeom>
              <a:avLst/>
              <a:gdLst/>
              <a:ahLst/>
              <a:cxnLst/>
              <a:rect l="l" t="t" r="r" b="b"/>
              <a:pathLst>
                <a:path w="222" h="241" extrusionOk="0">
                  <a:moveTo>
                    <a:pt x="222" y="1"/>
                  </a:moveTo>
                  <a:lnTo>
                    <a:pt x="1" y="140"/>
                  </a:lnTo>
                  <a:lnTo>
                    <a:pt x="1" y="241"/>
                  </a:lnTo>
                  <a:lnTo>
                    <a:pt x="222" y="121"/>
                  </a:lnTo>
                  <a:lnTo>
                    <a:pt x="2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2455;p60">
              <a:extLst>
                <a:ext uri="{FF2B5EF4-FFF2-40B4-BE49-F238E27FC236}">
                  <a16:creationId xmlns:a16="http://schemas.microsoft.com/office/drawing/2014/main" id="{735B5CF6-23D3-5309-D506-E30600F7EBBD}"/>
                </a:ext>
              </a:extLst>
            </p:cNvPr>
            <p:cNvSpPr/>
            <p:nvPr/>
          </p:nvSpPr>
          <p:spPr>
            <a:xfrm>
              <a:off x="7571136" y="2291653"/>
              <a:ext cx="18173" cy="23235"/>
            </a:xfrm>
            <a:custGeom>
              <a:avLst/>
              <a:gdLst/>
              <a:ahLst/>
              <a:cxnLst/>
              <a:rect l="l" t="t" r="r" b="b"/>
              <a:pathLst>
                <a:path w="140" h="179" extrusionOk="0">
                  <a:moveTo>
                    <a:pt x="140" y="0"/>
                  </a:moveTo>
                  <a:lnTo>
                    <a:pt x="0" y="58"/>
                  </a:lnTo>
                  <a:lnTo>
                    <a:pt x="0" y="178"/>
                  </a:lnTo>
                  <a:lnTo>
                    <a:pt x="140" y="96"/>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2456;p60">
              <a:extLst>
                <a:ext uri="{FF2B5EF4-FFF2-40B4-BE49-F238E27FC236}">
                  <a16:creationId xmlns:a16="http://schemas.microsoft.com/office/drawing/2014/main" id="{323AF1D5-2E78-8E11-BF26-F01732714A65}"/>
                </a:ext>
              </a:extLst>
            </p:cNvPr>
            <p:cNvSpPr/>
            <p:nvPr/>
          </p:nvSpPr>
          <p:spPr>
            <a:xfrm>
              <a:off x="7511295" y="2304114"/>
              <a:ext cx="52441" cy="46860"/>
            </a:xfrm>
            <a:custGeom>
              <a:avLst/>
              <a:gdLst/>
              <a:ahLst/>
              <a:cxnLst/>
              <a:rect l="l" t="t" r="r" b="b"/>
              <a:pathLst>
                <a:path w="404" h="361" extrusionOk="0">
                  <a:moveTo>
                    <a:pt x="404" y="0"/>
                  </a:moveTo>
                  <a:lnTo>
                    <a:pt x="0" y="241"/>
                  </a:lnTo>
                  <a:lnTo>
                    <a:pt x="0" y="361"/>
                  </a:lnTo>
                  <a:lnTo>
                    <a:pt x="404" y="121"/>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2457;p60">
              <a:extLst>
                <a:ext uri="{FF2B5EF4-FFF2-40B4-BE49-F238E27FC236}">
                  <a16:creationId xmlns:a16="http://schemas.microsoft.com/office/drawing/2014/main" id="{E1EA43F6-C355-3815-5C0E-24641996B935}"/>
                </a:ext>
              </a:extLst>
            </p:cNvPr>
            <p:cNvSpPr/>
            <p:nvPr/>
          </p:nvSpPr>
          <p:spPr>
            <a:xfrm>
              <a:off x="7407709" y="2372133"/>
              <a:ext cx="38812" cy="38682"/>
            </a:xfrm>
            <a:custGeom>
              <a:avLst/>
              <a:gdLst/>
              <a:ahLst/>
              <a:cxnLst/>
              <a:rect l="l" t="t" r="r" b="b"/>
              <a:pathLst>
                <a:path w="299" h="298" extrusionOk="0">
                  <a:moveTo>
                    <a:pt x="298" y="0"/>
                  </a:moveTo>
                  <a:lnTo>
                    <a:pt x="1" y="178"/>
                  </a:lnTo>
                  <a:lnTo>
                    <a:pt x="1" y="298"/>
                  </a:lnTo>
                  <a:lnTo>
                    <a:pt x="298" y="120"/>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2458;p60">
              <a:extLst>
                <a:ext uri="{FF2B5EF4-FFF2-40B4-BE49-F238E27FC236}">
                  <a16:creationId xmlns:a16="http://schemas.microsoft.com/office/drawing/2014/main" id="{82F83CE7-1E87-57FF-C5BA-C938DD3ED417}"/>
                </a:ext>
              </a:extLst>
            </p:cNvPr>
            <p:cNvSpPr/>
            <p:nvPr/>
          </p:nvSpPr>
          <p:spPr>
            <a:xfrm>
              <a:off x="7813097" y="2143283"/>
              <a:ext cx="31283" cy="33749"/>
            </a:xfrm>
            <a:custGeom>
              <a:avLst/>
              <a:gdLst/>
              <a:ahLst/>
              <a:cxnLst/>
              <a:rect l="l" t="t" r="r" b="b"/>
              <a:pathLst>
                <a:path w="241" h="260" extrusionOk="0">
                  <a:moveTo>
                    <a:pt x="240" y="0"/>
                  </a:moveTo>
                  <a:lnTo>
                    <a:pt x="0" y="139"/>
                  </a:lnTo>
                  <a:lnTo>
                    <a:pt x="0" y="259"/>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2459;p60">
              <a:extLst>
                <a:ext uri="{FF2B5EF4-FFF2-40B4-BE49-F238E27FC236}">
                  <a16:creationId xmlns:a16="http://schemas.microsoft.com/office/drawing/2014/main" id="{7FC1AF37-7D72-D947-0E42-3BDFD04ECE66}"/>
                </a:ext>
              </a:extLst>
            </p:cNvPr>
            <p:cNvSpPr/>
            <p:nvPr/>
          </p:nvSpPr>
          <p:spPr>
            <a:xfrm>
              <a:off x="7867357" y="2112000"/>
              <a:ext cx="31283" cy="33879"/>
            </a:xfrm>
            <a:custGeom>
              <a:avLst/>
              <a:gdLst/>
              <a:ahLst/>
              <a:cxnLst/>
              <a:rect l="l" t="t" r="r" b="b"/>
              <a:pathLst>
                <a:path w="241" h="261" extrusionOk="0">
                  <a:moveTo>
                    <a:pt x="240" y="1"/>
                  </a:moveTo>
                  <a:lnTo>
                    <a:pt x="0" y="140"/>
                  </a:lnTo>
                  <a:lnTo>
                    <a:pt x="0" y="260"/>
                  </a:lnTo>
                  <a:lnTo>
                    <a:pt x="240" y="102"/>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2460;p60">
              <a:extLst>
                <a:ext uri="{FF2B5EF4-FFF2-40B4-BE49-F238E27FC236}">
                  <a16:creationId xmlns:a16="http://schemas.microsoft.com/office/drawing/2014/main" id="{AA19FFA6-61B7-36B1-18BF-1B2D7328CFD9}"/>
                </a:ext>
              </a:extLst>
            </p:cNvPr>
            <p:cNvSpPr/>
            <p:nvPr/>
          </p:nvSpPr>
          <p:spPr>
            <a:xfrm>
              <a:off x="7784410" y="2166908"/>
              <a:ext cx="18173" cy="25701"/>
            </a:xfrm>
            <a:custGeom>
              <a:avLst/>
              <a:gdLst/>
              <a:ahLst/>
              <a:cxnLst/>
              <a:rect l="l" t="t" r="r" b="b"/>
              <a:pathLst>
                <a:path w="140" h="198" extrusionOk="0">
                  <a:moveTo>
                    <a:pt x="140" y="1"/>
                  </a:moveTo>
                  <a:lnTo>
                    <a:pt x="0" y="77"/>
                  </a:lnTo>
                  <a:lnTo>
                    <a:pt x="0" y="198"/>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2461;p60">
              <a:extLst>
                <a:ext uri="{FF2B5EF4-FFF2-40B4-BE49-F238E27FC236}">
                  <a16:creationId xmlns:a16="http://schemas.microsoft.com/office/drawing/2014/main" id="{39EBFC54-CDA4-3251-3C52-38B99542214E}"/>
                </a:ext>
              </a:extLst>
            </p:cNvPr>
            <p:cNvSpPr/>
            <p:nvPr/>
          </p:nvSpPr>
          <p:spPr>
            <a:xfrm>
              <a:off x="7724569" y="2182485"/>
              <a:ext cx="54258" cy="43744"/>
            </a:xfrm>
            <a:custGeom>
              <a:avLst/>
              <a:gdLst/>
              <a:ahLst/>
              <a:cxnLst/>
              <a:rect l="l" t="t" r="r" b="b"/>
              <a:pathLst>
                <a:path w="418" h="337" extrusionOk="0">
                  <a:moveTo>
                    <a:pt x="418" y="1"/>
                  </a:moveTo>
                  <a:lnTo>
                    <a:pt x="0" y="217"/>
                  </a:lnTo>
                  <a:lnTo>
                    <a:pt x="0" y="337"/>
                  </a:lnTo>
                  <a:lnTo>
                    <a:pt x="418" y="97"/>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2462;p60">
              <a:extLst>
                <a:ext uri="{FF2B5EF4-FFF2-40B4-BE49-F238E27FC236}">
                  <a16:creationId xmlns:a16="http://schemas.microsoft.com/office/drawing/2014/main" id="{67AA8794-0CDF-CB10-60BC-C3DD91252E0D}"/>
                </a:ext>
              </a:extLst>
            </p:cNvPr>
            <p:cNvSpPr/>
            <p:nvPr/>
          </p:nvSpPr>
          <p:spPr>
            <a:xfrm>
              <a:off x="7675242" y="2247388"/>
              <a:ext cx="33749" cy="31283"/>
            </a:xfrm>
            <a:custGeom>
              <a:avLst/>
              <a:gdLst/>
              <a:ahLst/>
              <a:cxnLst/>
              <a:rect l="l" t="t" r="r" b="b"/>
              <a:pathLst>
                <a:path w="260" h="241" extrusionOk="0">
                  <a:moveTo>
                    <a:pt x="260" y="0"/>
                  </a:moveTo>
                  <a:lnTo>
                    <a:pt x="1" y="140"/>
                  </a:lnTo>
                  <a:lnTo>
                    <a:pt x="1" y="240"/>
                  </a:lnTo>
                  <a:lnTo>
                    <a:pt x="260" y="101"/>
                  </a:lnTo>
                  <a:lnTo>
                    <a:pt x="2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2463;p60">
              <a:extLst>
                <a:ext uri="{FF2B5EF4-FFF2-40B4-BE49-F238E27FC236}">
                  <a16:creationId xmlns:a16="http://schemas.microsoft.com/office/drawing/2014/main" id="{5044A956-841B-3B3E-C300-39F6B3276F11}"/>
                </a:ext>
              </a:extLst>
            </p:cNvPr>
            <p:cNvSpPr/>
            <p:nvPr/>
          </p:nvSpPr>
          <p:spPr>
            <a:xfrm>
              <a:off x="7638506" y="2267898"/>
              <a:ext cx="31283" cy="31413"/>
            </a:xfrm>
            <a:custGeom>
              <a:avLst/>
              <a:gdLst/>
              <a:ahLst/>
              <a:cxnLst/>
              <a:rect l="l" t="t" r="r" b="b"/>
              <a:pathLst>
                <a:path w="241" h="242" extrusionOk="0">
                  <a:moveTo>
                    <a:pt x="240" y="1"/>
                  </a:moveTo>
                  <a:lnTo>
                    <a:pt x="0" y="140"/>
                  </a:lnTo>
                  <a:lnTo>
                    <a:pt x="0" y="241"/>
                  </a:lnTo>
                  <a:lnTo>
                    <a:pt x="240" y="121"/>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2464;p60">
              <a:extLst>
                <a:ext uri="{FF2B5EF4-FFF2-40B4-BE49-F238E27FC236}">
                  <a16:creationId xmlns:a16="http://schemas.microsoft.com/office/drawing/2014/main" id="{B1D88846-2DB8-4160-A2E7-19FC8283F763}"/>
                </a:ext>
              </a:extLst>
            </p:cNvPr>
            <p:cNvSpPr/>
            <p:nvPr/>
          </p:nvSpPr>
          <p:spPr>
            <a:xfrm>
              <a:off x="7719506" y="2231812"/>
              <a:ext cx="15706" cy="23105"/>
            </a:xfrm>
            <a:custGeom>
              <a:avLst/>
              <a:gdLst/>
              <a:ahLst/>
              <a:cxnLst/>
              <a:rect l="l" t="t" r="r" b="b"/>
              <a:pathLst>
                <a:path w="121" h="178" extrusionOk="0">
                  <a:moveTo>
                    <a:pt x="121" y="0"/>
                  </a:moveTo>
                  <a:lnTo>
                    <a:pt x="1" y="58"/>
                  </a:lnTo>
                  <a:lnTo>
                    <a:pt x="1" y="178"/>
                  </a:lnTo>
                  <a:lnTo>
                    <a:pt x="121" y="101"/>
                  </a:lnTo>
                  <a:lnTo>
                    <a:pt x="1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2465;p60">
              <a:extLst>
                <a:ext uri="{FF2B5EF4-FFF2-40B4-BE49-F238E27FC236}">
                  <a16:creationId xmlns:a16="http://schemas.microsoft.com/office/drawing/2014/main" id="{5CAA867A-03B0-9658-7984-A07FF493F382}"/>
                </a:ext>
              </a:extLst>
            </p:cNvPr>
            <p:cNvSpPr/>
            <p:nvPr/>
          </p:nvSpPr>
          <p:spPr>
            <a:xfrm>
              <a:off x="7742612" y="2194946"/>
              <a:ext cx="51922" cy="46989"/>
            </a:xfrm>
            <a:custGeom>
              <a:avLst/>
              <a:gdLst/>
              <a:ahLst/>
              <a:cxnLst/>
              <a:rect l="l" t="t" r="r" b="b"/>
              <a:pathLst>
                <a:path w="400" h="362" extrusionOk="0">
                  <a:moveTo>
                    <a:pt x="399" y="1"/>
                  </a:moveTo>
                  <a:lnTo>
                    <a:pt x="0" y="241"/>
                  </a:lnTo>
                  <a:lnTo>
                    <a:pt x="0" y="361"/>
                  </a:lnTo>
                  <a:lnTo>
                    <a:pt x="399" y="121"/>
                  </a:lnTo>
                  <a:lnTo>
                    <a:pt x="39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2466;p60">
              <a:extLst>
                <a:ext uri="{FF2B5EF4-FFF2-40B4-BE49-F238E27FC236}">
                  <a16:creationId xmlns:a16="http://schemas.microsoft.com/office/drawing/2014/main" id="{D3EF5FDF-3175-F450-38DE-A576EA303B51}"/>
                </a:ext>
              </a:extLst>
            </p:cNvPr>
            <p:cNvSpPr/>
            <p:nvPr/>
          </p:nvSpPr>
          <p:spPr>
            <a:xfrm>
              <a:off x="7804919" y="2166908"/>
              <a:ext cx="39461" cy="38812"/>
            </a:xfrm>
            <a:custGeom>
              <a:avLst/>
              <a:gdLst/>
              <a:ahLst/>
              <a:cxnLst/>
              <a:rect l="l" t="t" r="r" b="b"/>
              <a:pathLst>
                <a:path w="304" h="299" extrusionOk="0">
                  <a:moveTo>
                    <a:pt x="303" y="1"/>
                  </a:moveTo>
                  <a:lnTo>
                    <a:pt x="1" y="178"/>
                  </a:lnTo>
                  <a:lnTo>
                    <a:pt x="1" y="298"/>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2467;p60">
              <a:extLst>
                <a:ext uri="{FF2B5EF4-FFF2-40B4-BE49-F238E27FC236}">
                  <a16:creationId xmlns:a16="http://schemas.microsoft.com/office/drawing/2014/main" id="{5EAC7306-FB99-AD1C-9BD1-6314086BDF1B}"/>
                </a:ext>
              </a:extLst>
            </p:cNvPr>
            <p:cNvSpPr/>
            <p:nvPr/>
          </p:nvSpPr>
          <p:spPr>
            <a:xfrm>
              <a:off x="7423286" y="2392643"/>
              <a:ext cx="33879" cy="31283"/>
            </a:xfrm>
            <a:custGeom>
              <a:avLst/>
              <a:gdLst/>
              <a:ahLst/>
              <a:cxnLst/>
              <a:rect l="l" t="t" r="r" b="b"/>
              <a:pathLst>
                <a:path w="261" h="241" extrusionOk="0">
                  <a:moveTo>
                    <a:pt x="260" y="1"/>
                  </a:moveTo>
                  <a:lnTo>
                    <a:pt x="1" y="140"/>
                  </a:lnTo>
                  <a:lnTo>
                    <a:pt x="1" y="241"/>
                  </a:lnTo>
                  <a:lnTo>
                    <a:pt x="260" y="102"/>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2468;p60">
              <a:extLst>
                <a:ext uri="{FF2B5EF4-FFF2-40B4-BE49-F238E27FC236}">
                  <a16:creationId xmlns:a16="http://schemas.microsoft.com/office/drawing/2014/main" id="{584210F0-3DAC-F794-9717-043E7937C438}"/>
                </a:ext>
              </a:extLst>
            </p:cNvPr>
            <p:cNvSpPr/>
            <p:nvPr/>
          </p:nvSpPr>
          <p:spPr>
            <a:xfrm>
              <a:off x="7529338" y="2319691"/>
              <a:ext cx="52441" cy="44393"/>
            </a:xfrm>
            <a:custGeom>
              <a:avLst/>
              <a:gdLst/>
              <a:ahLst/>
              <a:cxnLst/>
              <a:rect l="l" t="t" r="r" b="b"/>
              <a:pathLst>
                <a:path w="404" h="342" extrusionOk="0">
                  <a:moveTo>
                    <a:pt x="404" y="1"/>
                  </a:moveTo>
                  <a:lnTo>
                    <a:pt x="0" y="222"/>
                  </a:lnTo>
                  <a:lnTo>
                    <a:pt x="0" y="342"/>
                  </a:lnTo>
                  <a:lnTo>
                    <a:pt x="404" y="101"/>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2469;p60">
              <a:extLst>
                <a:ext uri="{FF2B5EF4-FFF2-40B4-BE49-F238E27FC236}">
                  <a16:creationId xmlns:a16="http://schemas.microsoft.com/office/drawing/2014/main" id="{3510534A-AAB8-786D-84D7-B71429CC07EF}"/>
                </a:ext>
              </a:extLst>
            </p:cNvPr>
            <p:cNvSpPr/>
            <p:nvPr/>
          </p:nvSpPr>
          <p:spPr>
            <a:xfrm>
              <a:off x="7591646" y="2291653"/>
              <a:ext cx="39461" cy="36216"/>
            </a:xfrm>
            <a:custGeom>
              <a:avLst/>
              <a:gdLst/>
              <a:ahLst/>
              <a:cxnLst/>
              <a:rect l="l" t="t" r="r" b="b"/>
              <a:pathLst>
                <a:path w="304" h="279" extrusionOk="0">
                  <a:moveTo>
                    <a:pt x="303" y="0"/>
                  </a:moveTo>
                  <a:lnTo>
                    <a:pt x="1" y="159"/>
                  </a:lnTo>
                  <a:lnTo>
                    <a:pt x="1" y="279"/>
                  </a:lnTo>
                  <a:lnTo>
                    <a:pt x="303" y="96"/>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2470;p60">
              <a:extLst>
                <a:ext uri="{FF2B5EF4-FFF2-40B4-BE49-F238E27FC236}">
                  <a16:creationId xmlns:a16="http://schemas.microsoft.com/office/drawing/2014/main" id="{812D2C1C-0DB2-D24F-84DA-65C6B728371C}"/>
                </a:ext>
              </a:extLst>
            </p:cNvPr>
            <p:cNvSpPr/>
            <p:nvPr/>
          </p:nvSpPr>
          <p:spPr>
            <a:xfrm>
              <a:off x="7638506" y="2294119"/>
              <a:ext cx="28817" cy="31283"/>
            </a:xfrm>
            <a:custGeom>
              <a:avLst/>
              <a:gdLst/>
              <a:ahLst/>
              <a:cxnLst/>
              <a:rect l="l" t="t" r="r" b="b"/>
              <a:pathLst>
                <a:path w="222" h="241" extrusionOk="0">
                  <a:moveTo>
                    <a:pt x="221" y="1"/>
                  </a:moveTo>
                  <a:lnTo>
                    <a:pt x="0" y="121"/>
                  </a:lnTo>
                  <a:lnTo>
                    <a:pt x="0" y="241"/>
                  </a:lnTo>
                  <a:lnTo>
                    <a:pt x="221" y="121"/>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2471;p60">
              <a:extLst>
                <a:ext uri="{FF2B5EF4-FFF2-40B4-BE49-F238E27FC236}">
                  <a16:creationId xmlns:a16="http://schemas.microsoft.com/office/drawing/2014/main" id="{E20E96A4-ED30-3A78-4227-7E27488CE512}"/>
                </a:ext>
              </a:extLst>
            </p:cNvPr>
            <p:cNvSpPr/>
            <p:nvPr/>
          </p:nvSpPr>
          <p:spPr>
            <a:xfrm>
              <a:off x="7571136" y="2338383"/>
              <a:ext cx="18173" cy="25701"/>
            </a:xfrm>
            <a:custGeom>
              <a:avLst/>
              <a:gdLst/>
              <a:ahLst/>
              <a:cxnLst/>
              <a:rect l="l" t="t" r="r" b="b"/>
              <a:pathLst>
                <a:path w="140" h="198" extrusionOk="0">
                  <a:moveTo>
                    <a:pt x="140" y="1"/>
                  </a:moveTo>
                  <a:lnTo>
                    <a:pt x="0" y="78"/>
                  </a:lnTo>
                  <a:lnTo>
                    <a:pt x="0" y="198"/>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2472;p60">
              <a:extLst>
                <a:ext uri="{FF2B5EF4-FFF2-40B4-BE49-F238E27FC236}">
                  <a16:creationId xmlns:a16="http://schemas.microsoft.com/office/drawing/2014/main" id="{735064C0-6D47-A561-721F-666E031C21FA}"/>
                </a:ext>
              </a:extLst>
            </p:cNvPr>
            <p:cNvSpPr/>
            <p:nvPr/>
          </p:nvSpPr>
          <p:spPr>
            <a:xfrm>
              <a:off x="7511295" y="2353960"/>
              <a:ext cx="52441" cy="43874"/>
            </a:xfrm>
            <a:custGeom>
              <a:avLst/>
              <a:gdLst/>
              <a:ahLst/>
              <a:cxnLst/>
              <a:rect l="l" t="t" r="r" b="b"/>
              <a:pathLst>
                <a:path w="404" h="338" extrusionOk="0">
                  <a:moveTo>
                    <a:pt x="404" y="1"/>
                  </a:moveTo>
                  <a:lnTo>
                    <a:pt x="0" y="217"/>
                  </a:lnTo>
                  <a:lnTo>
                    <a:pt x="0" y="337"/>
                  </a:lnTo>
                  <a:lnTo>
                    <a:pt x="404" y="97"/>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2473;p60">
              <a:extLst>
                <a:ext uri="{FF2B5EF4-FFF2-40B4-BE49-F238E27FC236}">
                  <a16:creationId xmlns:a16="http://schemas.microsoft.com/office/drawing/2014/main" id="{FB380C01-BE02-FBB3-C903-96BC33796325}"/>
                </a:ext>
              </a:extLst>
            </p:cNvPr>
            <p:cNvSpPr/>
            <p:nvPr/>
          </p:nvSpPr>
          <p:spPr>
            <a:xfrm>
              <a:off x="7466901" y="2387710"/>
              <a:ext cx="39461" cy="36216"/>
            </a:xfrm>
            <a:custGeom>
              <a:avLst/>
              <a:gdLst/>
              <a:ahLst/>
              <a:cxnLst/>
              <a:rect l="l" t="t" r="r" b="b"/>
              <a:pathLst>
                <a:path w="304" h="279" extrusionOk="0">
                  <a:moveTo>
                    <a:pt x="304" y="0"/>
                  </a:moveTo>
                  <a:lnTo>
                    <a:pt x="1" y="159"/>
                  </a:lnTo>
                  <a:lnTo>
                    <a:pt x="1" y="279"/>
                  </a:lnTo>
                  <a:lnTo>
                    <a:pt x="304" y="120"/>
                  </a:lnTo>
                  <a:lnTo>
                    <a:pt x="3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2474;p60">
              <a:extLst>
                <a:ext uri="{FF2B5EF4-FFF2-40B4-BE49-F238E27FC236}">
                  <a16:creationId xmlns:a16="http://schemas.microsoft.com/office/drawing/2014/main" id="{0B31745F-8E44-9842-45B0-6C9D679A8FD5}"/>
                </a:ext>
              </a:extLst>
            </p:cNvPr>
            <p:cNvSpPr/>
            <p:nvPr/>
          </p:nvSpPr>
          <p:spPr>
            <a:xfrm>
              <a:off x="7724569" y="2229215"/>
              <a:ext cx="54258" cy="46989"/>
            </a:xfrm>
            <a:custGeom>
              <a:avLst/>
              <a:gdLst/>
              <a:ahLst/>
              <a:cxnLst/>
              <a:rect l="l" t="t" r="r" b="b"/>
              <a:pathLst>
                <a:path w="418" h="362"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2475;p60">
              <a:extLst>
                <a:ext uri="{FF2B5EF4-FFF2-40B4-BE49-F238E27FC236}">
                  <a16:creationId xmlns:a16="http://schemas.microsoft.com/office/drawing/2014/main" id="{A8949CDC-F89E-3A75-E0AD-495600C453A3}"/>
                </a:ext>
              </a:extLst>
            </p:cNvPr>
            <p:cNvSpPr/>
            <p:nvPr/>
          </p:nvSpPr>
          <p:spPr>
            <a:xfrm>
              <a:off x="7675242" y="2265432"/>
              <a:ext cx="38812" cy="38812"/>
            </a:xfrm>
            <a:custGeom>
              <a:avLst/>
              <a:gdLst/>
              <a:ahLst/>
              <a:cxnLst/>
              <a:rect l="l" t="t" r="r" b="b"/>
              <a:pathLst>
                <a:path w="299" h="299" extrusionOk="0">
                  <a:moveTo>
                    <a:pt x="298" y="1"/>
                  </a:moveTo>
                  <a:lnTo>
                    <a:pt x="1" y="178"/>
                  </a:lnTo>
                  <a:lnTo>
                    <a:pt x="1" y="298"/>
                  </a:lnTo>
                  <a:lnTo>
                    <a:pt x="298" y="12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2476;p60">
              <a:extLst>
                <a:ext uri="{FF2B5EF4-FFF2-40B4-BE49-F238E27FC236}">
                  <a16:creationId xmlns:a16="http://schemas.microsoft.com/office/drawing/2014/main" id="{92BCDCD2-26E3-7483-B551-5DE9DCD70CBB}"/>
                </a:ext>
              </a:extLst>
            </p:cNvPr>
            <p:cNvSpPr/>
            <p:nvPr/>
          </p:nvSpPr>
          <p:spPr>
            <a:xfrm>
              <a:off x="7599824" y="2340850"/>
              <a:ext cx="31283" cy="33879"/>
            </a:xfrm>
            <a:custGeom>
              <a:avLst/>
              <a:gdLst/>
              <a:ahLst/>
              <a:cxnLst/>
              <a:rect l="l" t="t" r="r" b="b"/>
              <a:pathLst>
                <a:path w="241" h="261" extrusionOk="0">
                  <a:moveTo>
                    <a:pt x="240" y="1"/>
                  </a:moveTo>
                  <a:lnTo>
                    <a:pt x="0" y="140"/>
                  </a:lnTo>
                  <a:lnTo>
                    <a:pt x="0" y="260"/>
                  </a:lnTo>
                  <a:lnTo>
                    <a:pt x="240" y="102"/>
                  </a:lnTo>
                  <a:lnTo>
                    <a:pt x="2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2477;p60">
              <a:extLst>
                <a:ext uri="{FF2B5EF4-FFF2-40B4-BE49-F238E27FC236}">
                  <a16:creationId xmlns:a16="http://schemas.microsoft.com/office/drawing/2014/main" id="{150D413C-3CC0-AF27-D52B-45D72CE5BF2D}"/>
                </a:ext>
              </a:extLst>
            </p:cNvPr>
            <p:cNvSpPr/>
            <p:nvPr/>
          </p:nvSpPr>
          <p:spPr>
            <a:xfrm>
              <a:off x="7638506" y="2319691"/>
              <a:ext cx="28817" cy="31283"/>
            </a:xfrm>
            <a:custGeom>
              <a:avLst/>
              <a:gdLst/>
              <a:ahLst/>
              <a:cxnLst/>
              <a:rect l="l" t="t" r="r" b="b"/>
              <a:pathLst>
                <a:path w="222" h="241" extrusionOk="0">
                  <a:moveTo>
                    <a:pt x="221" y="1"/>
                  </a:moveTo>
                  <a:lnTo>
                    <a:pt x="0" y="121"/>
                  </a:lnTo>
                  <a:lnTo>
                    <a:pt x="0" y="241"/>
                  </a:lnTo>
                  <a:lnTo>
                    <a:pt x="221" y="121"/>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2478;p60">
              <a:extLst>
                <a:ext uri="{FF2B5EF4-FFF2-40B4-BE49-F238E27FC236}">
                  <a16:creationId xmlns:a16="http://schemas.microsoft.com/office/drawing/2014/main" id="{6A05BFC5-CC5E-4E19-EAA1-1343A93259C7}"/>
                </a:ext>
              </a:extLst>
            </p:cNvPr>
            <p:cNvSpPr/>
            <p:nvPr/>
          </p:nvSpPr>
          <p:spPr>
            <a:xfrm>
              <a:off x="7571136" y="2363955"/>
              <a:ext cx="18173" cy="26350"/>
            </a:xfrm>
            <a:custGeom>
              <a:avLst/>
              <a:gdLst/>
              <a:ahLst/>
              <a:cxnLst/>
              <a:rect l="l" t="t" r="r" b="b"/>
              <a:pathLst>
                <a:path w="140" h="203" extrusionOk="0">
                  <a:moveTo>
                    <a:pt x="140" y="1"/>
                  </a:moveTo>
                  <a:lnTo>
                    <a:pt x="0" y="82"/>
                  </a:lnTo>
                  <a:lnTo>
                    <a:pt x="0" y="202"/>
                  </a:lnTo>
                  <a:lnTo>
                    <a:pt x="140" y="121"/>
                  </a:lnTo>
                  <a:lnTo>
                    <a:pt x="14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2479;p60">
              <a:extLst>
                <a:ext uri="{FF2B5EF4-FFF2-40B4-BE49-F238E27FC236}">
                  <a16:creationId xmlns:a16="http://schemas.microsoft.com/office/drawing/2014/main" id="{5A1C627A-F643-2D20-3F85-C82EA87CED23}"/>
                </a:ext>
              </a:extLst>
            </p:cNvPr>
            <p:cNvSpPr/>
            <p:nvPr/>
          </p:nvSpPr>
          <p:spPr>
            <a:xfrm>
              <a:off x="7511295" y="2379532"/>
              <a:ext cx="52441" cy="44393"/>
            </a:xfrm>
            <a:custGeom>
              <a:avLst/>
              <a:gdLst/>
              <a:ahLst/>
              <a:cxnLst/>
              <a:rect l="l" t="t" r="r" b="b"/>
              <a:pathLst>
                <a:path w="404" h="342" extrusionOk="0">
                  <a:moveTo>
                    <a:pt x="404" y="1"/>
                  </a:moveTo>
                  <a:lnTo>
                    <a:pt x="0" y="222"/>
                  </a:lnTo>
                  <a:lnTo>
                    <a:pt x="0" y="342"/>
                  </a:lnTo>
                  <a:lnTo>
                    <a:pt x="404" y="102"/>
                  </a:lnTo>
                  <a:lnTo>
                    <a:pt x="4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2480;p60">
              <a:extLst>
                <a:ext uri="{FF2B5EF4-FFF2-40B4-BE49-F238E27FC236}">
                  <a16:creationId xmlns:a16="http://schemas.microsoft.com/office/drawing/2014/main" id="{2861A589-5FC0-3794-63B7-8D7B416EC131}"/>
                </a:ext>
              </a:extLst>
            </p:cNvPr>
            <p:cNvSpPr/>
            <p:nvPr/>
          </p:nvSpPr>
          <p:spPr>
            <a:xfrm>
              <a:off x="7428348" y="2434441"/>
              <a:ext cx="38682" cy="36345"/>
            </a:xfrm>
            <a:custGeom>
              <a:avLst/>
              <a:gdLst/>
              <a:ahLst/>
              <a:cxnLst/>
              <a:rect l="l" t="t" r="r" b="b"/>
              <a:pathLst>
                <a:path w="298" h="280" extrusionOk="0">
                  <a:moveTo>
                    <a:pt x="298" y="0"/>
                  </a:moveTo>
                  <a:lnTo>
                    <a:pt x="0" y="178"/>
                  </a:lnTo>
                  <a:lnTo>
                    <a:pt x="0" y="279"/>
                  </a:lnTo>
                  <a:lnTo>
                    <a:pt x="298" y="121"/>
                  </a:lnTo>
                  <a:lnTo>
                    <a:pt x="2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2481;p60">
              <a:extLst>
                <a:ext uri="{FF2B5EF4-FFF2-40B4-BE49-F238E27FC236}">
                  <a16:creationId xmlns:a16="http://schemas.microsoft.com/office/drawing/2014/main" id="{E7B34E59-A467-41B9-F147-061607C0409C}"/>
                </a:ext>
              </a:extLst>
            </p:cNvPr>
            <p:cNvSpPr/>
            <p:nvPr/>
          </p:nvSpPr>
          <p:spPr>
            <a:xfrm>
              <a:off x="7836073" y="2203124"/>
              <a:ext cx="31413" cy="33749"/>
            </a:xfrm>
            <a:custGeom>
              <a:avLst/>
              <a:gdLst/>
              <a:ahLst/>
              <a:cxnLst/>
              <a:rect l="l" t="t" r="r" b="b"/>
              <a:pathLst>
                <a:path w="242" h="260" extrusionOk="0">
                  <a:moveTo>
                    <a:pt x="241" y="0"/>
                  </a:moveTo>
                  <a:lnTo>
                    <a:pt x="1" y="140"/>
                  </a:lnTo>
                  <a:lnTo>
                    <a:pt x="1" y="260"/>
                  </a:lnTo>
                  <a:lnTo>
                    <a:pt x="241" y="120"/>
                  </a:lnTo>
                  <a:lnTo>
                    <a:pt x="24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2482;p60">
              <a:extLst>
                <a:ext uri="{FF2B5EF4-FFF2-40B4-BE49-F238E27FC236}">
                  <a16:creationId xmlns:a16="http://schemas.microsoft.com/office/drawing/2014/main" id="{06D3C75D-AAD0-E7ED-556A-59E515690365}"/>
                </a:ext>
              </a:extLst>
            </p:cNvPr>
            <p:cNvSpPr/>
            <p:nvPr/>
          </p:nvSpPr>
          <p:spPr>
            <a:xfrm>
              <a:off x="7784410" y="2241807"/>
              <a:ext cx="18173" cy="23754"/>
            </a:xfrm>
            <a:custGeom>
              <a:avLst/>
              <a:gdLst/>
              <a:ahLst/>
              <a:cxnLst/>
              <a:rect l="l" t="t" r="r" b="b"/>
              <a:pathLst>
                <a:path w="140" h="183" extrusionOk="0">
                  <a:moveTo>
                    <a:pt x="140" y="0"/>
                  </a:moveTo>
                  <a:lnTo>
                    <a:pt x="0" y="82"/>
                  </a:lnTo>
                  <a:lnTo>
                    <a:pt x="0" y="183"/>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2483;p60">
              <a:extLst>
                <a:ext uri="{FF2B5EF4-FFF2-40B4-BE49-F238E27FC236}">
                  <a16:creationId xmlns:a16="http://schemas.microsoft.com/office/drawing/2014/main" id="{F3949C60-439E-5B76-AD60-292013B97D1D}"/>
                </a:ext>
              </a:extLst>
            </p:cNvPr>
            <p:cNvSpPr/>
            <p:nvPr/>
          </p:nvSpPr>
          <p:spPr>
            <a:xfrm>
              <a:off x="7724569" y="2254787"/>
              <a:ext cx="54258" cy="46989"/>
            </a:xfrm>
            <a:custGeom>
              <a:avLst/>
              <a:gdLst/>
              <a:ahLst/>
              <a:cxnLst/>
              <a:rect l="l" t="t" r="r" b="b"/>
              <a:pathLst>
                <a:path w="418" h="362" extrusionOk="0">
                  <a:moveTo>
                    <a:pt x="418" y="1"/>
                  </a:moveTo>
                  <a:lnTo>
                    <a:pt x="0" y="241"/>
                  </a:lnTo>
                  <a:lnTo>
                    <a:pt x="0" y="361"/>
                  </a:lnTo>
                  <a:lnTo>
                    <a:pt x="418" y="121"/>
                  </a:lnTo>
                  <a:lnTo>
                    <a:pt x="4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2484;p60">
              <a:extLst>
                <a:ext uri="{FF2B5EF4-FFF2-40B4-BE49-F238E27FC236}">
                  <a16:creationId xmlns:a16="http://schemas.microsoft.com/office/drawing/2014/main" id="{FA824CDB-1B68-D348-7967-13C46FDA3ED3}"/>
                </a:ext>
              </a:extLst>
            </p:cNvPr>
            <p:cNvSpPr/>
            <p:nvPr/>
          </p:nvSpPr>
          <p:spPr>
            <a:xfrm>
              <a:off x="7675242" y="2319691"/>
              <a:ext cx="33749" cy="34398"/>
            </a:xfrm>
            <a:custGeom>
              <a:avLst/>
              <a:gdLst/>
              <a:ahLst/>
              <a:cxnLst/>
              <a:rect l="l" t="t" r="r" b="b"/>
              <a:pathLst>
                <a:path w="260" h="265" extrusionOk="0">
                  <a:moveTo>
                    <a:pt x="260" y="1"/>
                  </a:moveTo>
                  <a:lnTo>
                    <a:pt x="1" y="145"/>
                  </a:lnTo>
                  <a:lnTo>
                    <a:pt x="1" y="265"/>
                  </a:lnTo>
                  <a:lnTo>
                    <a:pt x="260" y="121"/>
                  </a:lnTo>
                  <a:lnTo>
                    <a:pt x="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2485;p60">
              <a:extLst>
                <a:ext uri="{FF2B5EF4-FFF2-40B4-BE49-F238E27FC236}">
                  <a16:creationId xmlns:a16="http://schemas.microsoft.com/office/drawing/2014/main" id="{4361AFD2-56E9-99BE-2878-1FA533A8063F}"/>
                </a:ext>
              </a:extLst>
            </p:cNvPr>
            <p:cNvSpPr/>
            <p:nvPr/>
          </p:nvSpPr>
          <p:spPr>
            <a:xfrm>
              <a:off x="7638506" y="2343446"/>
              <a:ext cx="31283" cy="31283"/>
            </a:xfrm>
            <a:custGeom>
              <a:avLst/>
              <a:gdLst/>
              <a:ahLst/>
              <a:cxnLst/>
              <a:rect l="l" t="t" r="r" b="b"/>
              <a:pathLst>
                <a:path w="241" h="241" extrusionOk="0">
                  <a:moveTo>
                    <a:pt x="240" y="0"/>
                  </a:moveTo>
                  <a:lnTo>
                    <a:pt x="0" y="120"/>
                  </a:lnTo>
                  <a:lnTo>
                    <a:pt x="0" y="240"/>
                  </a:lnTo>
                  <a:lnTo>
                    <a:pt x="240" y="101"/>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2486;p60">
              <a:extLst>
                <a:ext uri="{FF2B5EF4-FFF2-40B4-BE49-F238E27FC236}">
                  <a16:creationId xmlns:a16="http://schemas.microsoft.com/office/drawing/2014/main" id="{7A3D50D7-555E-F70B-090D-F0908C4A3927}"/>
                </a:ext>
              </a:extLst>
            </p:cNvPr>
            <p:cNvSpPr/>
            <p:nvPr/>
          </p:nvSpPr>
          <p:spPr>
            <a:xfrm>
              <a:off x="7719506" y="2304114"/>
              <a:ext cx="15706" cy="23754"/>
            </a:xfrm>
            <a:custGeom>
              <a:avLst/>
              <a:gdLst/>
              <a:ahLst/>
              <a:cxnLst/>
              <a:rect l="l" t="t" r="r" b="b"/>
              <a:pathLst>
                <a:path w="121" h="183" extrusionOk="0">
                  <a:moveTo>
                    <a:pt x="121" y="0"/>
                  </a:moveTo>
                  <a:lnTo>
                    <a:pt x="1" y="82"/>
                  </a:lnTo>
                  <a:lnTo>
                    <a:pt x="1" y="183"/>
                  </a:lnTo>
                  <a:lnTo>
                    <a:pt x="121" y="121"/>
                  </a:lnTo>
                  <a:lnTo>
                    <a:pt x="12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2487;p60">
              <a:extLst>
                <a:ext uri="{FF2B5EF4-FFF2-40B4-BE49-F238E27FC236}">
                  <a16:creationId xmlns:a16="http://schemas.microsoft.com/office/drawing/2014/main" id="{632292FA-FC80-8D19-DE7B-E7EE8A1E67E2}"/>
                </a:ext>
              </a:extLst>
            </p:cNvPr>
            <p:cNvSpPr/>
            <p:nvPr/>
          </p:nvSpPr>
          <p:spPr>
            <a:xfrm>
              <a:off x="7742612" y="2270494"/>
              <a:ext cx="51922" cy="44393"/>
            </a:xfrm>
            <a:custGeom>
              <a:avLst/>
              <a:gdLst/>
              <a:ahLst/>
              <a:cxnLst/>
              <a:rect l="l" t="t" r="r" b="b"/>
              <a:pathLst>
                <a:path w="400" h="342" extrusionOk="0">
                  <a:moveTo>
                    <a:pt x="399" y="0"/>
                  </a:moveTo>
                  <a:lnTo>
                    <a:pt x="0" y="221"/>
                  </a:lnTo>
                  <a:lnTo>
                    <a:pt x="0" y="341"/>
                  </a:lnTo>
                  <a:lnTo>
                    <a:pt x="399" y="101"/>
                  </a:lnTo>
                  <a:lnTo>
                    <a:pt x="39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2488;p60">
              <a:extLst>
                <a:ext uri="{FF2B5EF4-FFF2-40B4-BE49-F238E27FC236}">
                  <a16:creationId xmlns:a16="http://schemas.microsoft.com/office/drawing/2014/main" id="{06C9E9BD-4B84-AB16-2B8B-D14041B6E769}"/>
                </a:ext>
              </a:extLst>
            </p:cNvPr>
            <p:cNvSpPr/>
            <p:nvPr/>
          </p:nvSpPr>
          <p:spPr>
            <a:xfrm>
              <a:off x="7804919" y="2241807"/>
              <a:ext cx="39461" cy="36865"/>
            </a:xfrm>
            <a:custGeom>
              <a:avLst/>
              <a:gdLst/>
              <a:ahLst/>
              <a:cxnLst/>
              <a:rect l="l" t="t" r="r" b="b"/>
              <a:pathLst>
                <a:path w="304" h="284" extrusionOk="0">
                  <a:moveTo>
                    <a:pt x="303" y="0"/>
                  </a:moveTo>
                  <a:lnTo>
                    <a:pt x="1" y="163"/>
                  </a:lnTo>
                  <a:lnTo>
                    <a:pt x="1" y="283"/>
                  </a:lnTo>
                  <a:lnTo>
                    <a:pt x="303" y="101"/>
                  </a:lnTo>
                  <a:lnTo>
                    <a:pt x="3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2489;p60">
              <a:extLst>
                <a:ext uri="{FF2B5EF4-FFF2-40B4-BE49-F238E27FC236}">
                  <a16:creationId xmlns:a16="http://schemas.microsoft.com/office/drawing/2014/main" id="{02137978-A225-07DD-4F5B-DAB9314ECABF}"/>
                </a:ext>
              </a:extLst>
            </p:cNvPr>
            <p:cNvSpPr/>
            <p:nvPr/>
          </p:nvSpPr>
          <p:spPr>
            <a:xfrm>
              <a:off x="7591646" y="2363955"/>
              <a:ext cx="39461" cy="36994"/>
            </a:xfrm>
            <a:custGeom>
              <a:avLst/>
              <a:gdLst/>
              <a:ahLst/>
              <a:cxnLst/>
              <a:rect l="l" t="t" r="r" b="b"/>
              <a:pathLst>
                <a:path w="304" h="285" extrusionOk="0">
                  <a:moveTo>
                    <a:pt x="303" y="1"/>
                  </a:moveTo>
                  <a:lnTo>
                    <a:pt x="1" y="183"/>
                  </a:lnTo>
                  <a:lnTo>
                    <a:pt x="1" y="284"/>
                  </a:lnTo>
                  <a:lnTo>
                    <a:pt x="303" y="121"/>
                  </a:lnTo>
                  <a:lnTo>
                    <a:pt x="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2490;p60">
              <a:extLst>
                <a:ext uri="{FF2B5EF4-FFF2-40B4-BE49-F238E27FC236}">
                  <a16:creationId xmlns:a16="http://schemas.microsoft.com/office/drawing/2014/main" id="{25B02072-DECF-12BD-B70A-854326A8D5FA}"/>
                </a:ext>
              </a:extLst>
            </p:cNvPr>
            <p:cNvSpPr/>
            <p:nvPr/>
          </p:nvSpPr>
          <p:spPr>
            <a:xfrm>
              <a:off x="7599824" y="2387710"/>
              <a:ext cx="31283" cy="33749"/>
            </a:xfrm>
            <a:custGeom>
              <a:avLst/>
              <a:gdLst/>
              <a:ahLst/>
              <a:cxnLst/>
              <a:rect l="l" t="t" r="r" b="b"/>
              <a:pathLst>
                <a:path w="241" h="260" extrusionOk="0">
                  <a:moveTo>
                    <a:pt x="240" y="0"/>
                  </a:moveTo>
                  <a:lnTo>
                    <a:pt x="0" y="159"/>
                  </a:lnTo>
                  <a:lnTo>
                    <a:pt x="0" y="260"/>
                  </a:lnTo>
                  <a:lnTo>
                    <a:pt x="240" y="120"/>
                  </a:lnTo>
                  <a:lnTo>
                    <a:pt x="2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2491;p60">
              <a:extLst>
                <a:ext uri="{FF2B5EF4-FFF2-40B4-BE49-F238E27FC236}">
                  <a16:creationId xmlns:a16="http://schemas.microsoft.com/office/drawing/2014/main" id="{7F946A75-378F-DFE7-8A50-29724FC58CE3}"/>
                </a:ext>
              </a:extLst>
            </p:cNvPr>
            <p:cNvSpPr/>
            <p:nvPr/>
          </p:nvSpPr>
          <p:spPr>
            <a:xfrm>
              <a:off x="7638506" y="2369537"/>
              <a:ext cx="28817" cy="31413"/>
            </a:xfrm>
            <a:custGeom>
              <a:avLst/>
              <a:gdLst/>
              <a:ahLst/>
              <a:cxnLst/>
              <a:rect l="l" t="t" r="r" b="b"/>
              <a:pathLst>
                <a:path w="222" h="242" extrusionOk="0">
                  <a:moveTo>
                    <a:pt x="221" y="1"/>
                  </a:moveTo>
                  <a:lnTo>
                    <a:pt x="0" y="121"/>
                  </a:lnTo>
                  <a:lnTo>
                    <a:pt x="0" y="241"/>
                  </a:lnTo>
                  <a:lnTo>
                    <a:pt x="221" y="97"/>
                  </a:lnTo>
                  <a:lnTo>
                    <a:pt x="2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2492;p60">
              <a:extLst>
                <a:ext uri="{FF2B5EF4-FFF2-40B4-BE49-F238E27FC236}">
                  <a16:creationId xmlns:a16="http://schemas.microsoft.com/office/drawing/2014/main" id="{92DE508E-0C75-6D8E-AC0D-4FC09D49C8CB}"/>
                </a:ext>
              </a:extLst>
            </p:cNvPr>
            <p:cNvSpPr/>
            <p:nvPr/>
          </p:nvSpPr>
          <p:spPr>
            <a:xfrm>
              <a:off x="7571136" y="2413282"/>
              <a:ext cx="18173" cy="23754"/>
            </a:xfrm>
            <a:custGeom>
              <a:avLst/>
              <a:gdLst/>
              <a:ahLst/>
              <a:cxnLst/>
              <a:rect l="l" t="t" r="r" b="b"/>
              <a:pathLst>
                <a:path w="140" h="183" extrusionOk="0">
                  <a:moveTo>
                    <a:pt x="140" y="0"/>
                  </a:moveTo>
                  <a:lnTo>
                    <a:pt x="0" y="63"/>
                  </a:lnTo>
                  <a:lnTo>
                    <a:pt x="0" y="183"/>
                  </a:lnTo>
                  <a:lnTo>
                    <a:pt x="140" y="120"/>
                  </a:lnTo>
                  <a:lnTo>
                    <a:pt x="1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2493;p60">
              <a:extLst>
                <a:ext uri="{FF2B5EF4-FFF2-40B4-BE49-F238E27FC236}">
                  <a16:creationId xmlns:a16="http://schemas.microsoft.com/office/drawing/2014/main" id="{36EB9689-2765-C442-0303-6E2681F4C88A}"/>
                </a:ext>
              </a:extLst>
            </p:cNvPr>
            <p:cNvSpPr/>
            <p:nvPr/>
          </p:nvSpPr>
          <p:spPr>
            <a:xfrm>
              <a:off x="7511295" y="2426393"/>
              <a:ext cx="52441" cy="46860"/>
            </a:xfrm>
            <a:custGeom>
              <a:avLst/>
              <a:gdLst/>
              <a:ahLst/>
              <a:cxnLst/>
              <a:rect l="l" t="t" r="r" b="b"/>
              <a:pathLst>
                <a:path w="404" h="361" extrusionOk="0">
                  <a:moveTo>
                    <a:pt x="404" y="0"/>
                  </a:moveTo>
                  <a:lnTo>
                    <a:pt x="0" y="240"/>
                  </a:lnTo>
                  <a:lnTo>
                    <a:pt x="0" y="360"/>
                  </a:lnTo>
                  <a:lnTo>
                    <a:pt x="404" y="120"/>
                  </a:lnTo>
                  <a:lnTo>
                    <a:pt x="4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2494;p60">
              <a:extLst>
                <a:ext uri="{FF2B5EF4-FFF2-40B4-BE49-F238E27FC236}">
                  <a16:creationId xmlns:a16="http://schemas.microsoft.com/office/drawing/2014/main" id="{83D71A0F-40DE-FBF7-25BE-7B23415A8EB9}"/>
                </a:ext>
              </a:extLst>
            </p:cNvPr>
            <p:cNvSpPr/>
            <p:nvPr/>
          </p:nvSpPr>
          <p:spPr>
            <a:xfrm>
              <a:off x="7831141" y="2241807"/>
              <a:ext cx="54388" cy="44393"/>
            </a:xfrm>
            <a:custGeom>
              <a:avLst/>
              <a:gdLst/>
              <a:ahLst/>
              <a:cxnLst/>
              <a:rect l="l" t="t" r="r" b="b"/>
              <a:pathLst>
                <a:path w="419" h="342" extrusionOk="0">
                  <a:moveTo>
                    <a:pt x="418" y="0"/>
                  </a:moveTo>
                  <a:lnTo>
                    <a:pt x="1" y="240"/>
                  </a:lnTo>
                  <a:lnTo>
                    <a:pt x="1" y="341"/>
                  </a:lnTo>
                  <a:lnTo>
                    <a:pt x="418" y="120"/>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2495;p60">
              <a:extLst>
                <a:ext uri="{FF2B5EF4-FFF2-40B4-BE49-F238E27FC236}">
                  <a16:creationId xmlns:a16="http://schemas.microsoft.com/office/drawing/2014/main" id="{3FF4A236-F20E-5F37-7CF5-84C76B96AA0F}"/>
                </a:ext>
              </a:extLst>
            </p:cNvPr>
            <p:cNvSpPr/>
            <p:nvPr/>
          </p:nvSpPr>
          <p:spPr>
            <a:xfrm>
              <a:off x="7724569" y="2304114"/>
              <a:ext cx="54258" cy="44393"/>
            </a:xfrm>
            <a:custGeom>
              <a:avLst/>
              <a:gdLst/>
              <a:ahLst/>
              <a:cxnLst/>
              <a:rect l="l" t="t" r="r" b="b"/>
              <a:pathLst>
                <a:path w="418" h="342" extrusionOk="0">
                  <a:moveTo>
                    <a:pt x="418" y="0"/>
                  </a:moveTo>
                  <a:lnTo>
                    <a:pt x="0" y="241"/>
                  </a:lnTo>
                  <a:lnTo>
                    <a:pt x="0" y="342"/>
                  </a:lnTo>
                  <a:lnTo>
                    <a:pt x="418" y="101"/>
                  </a:lnTo>
                  <a:lnTo>
                    <a:pt x="4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2496;p60">
              <a:extLst>
                <a:ext uri="{FF2B5EF4-FFF2-40B4-BE49-F238E27FC236}">
                  <a16:creationId xmlns:a16="http://schemas.microsoft.com/office/drawing/2014/main" id="{03195105-6700-A558-F058-3B2D7F9A8879}"/>
                </a:ext>
              </a:extLst>
            </p:cNvPr>
            <p:cNvSpPr/>
            <p:nvPr/>
          </p:nvSpPr>
          <p:spPr>
            <a:xfrm>
              <a:off x="7675242" y="2340850"/>
              <a:ext cx="38812" cy="36345"/>
            </a:xfrm>
            <a:custGeom>
              <a:avLst/>
              <a:gdLst/>
              <a:ahLst/>
              <a:cxnLst/>
              <a:rect l="l" t="t" r="r" b="b"/>
              <a:pathLst>
                <a:path w="299" h="280" extrusionOk="0">
                  <a:moveTo>
                    <a:pt x="298" y="1"/>
                  </a:moveTo>
                  <a:lnTo>
                    <a:pt x="1" y="179"/>
                  </a:lnTo>
                  <a:lnTo>
                    <a:pt x="1" y="280"/>
                  </a:lnTo>
                  <a:lnTo>
                    <a:pt x="298" y="121"/>
                  </a:lnTo>
                  <a:lnTo>
                    <a:pt x="2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2497;p60">
              <a:extLst>
                <a:ext uri="{FF2B5EF4-FFF2-40B4-BE49-F238E27FC236}">
                  <a16:creationId xmlns:a16="http://schemas.microsoft.com/office/drawing/2014/main" id="{D385C8DF-845F-3458-071D-05389FAA7DED}"/>
                </a:ext>
              </a:extLst>
            </p:cNvPr>
            <p:cNvSpPr/>
            <p:nvPr/>
          </p:nvSpPr>
          <p:spPr>
            <a:xfrm>
              <a:off x="5749549" y="3086722"/>
              <a:ext cx="242086" cy="140449"/>
            </a:xfrm>
            <a:custGeom>
              <a:avLst/>
              <a:gdLst/>
              <a:ahLst/>
              <a:cxnLst/>
              <a:rect l="l" t="t" r="r" b="b"/>
              <a:pathLst>
                <a:path w="1865" h="1082" extrusionOk="0">
                  <a:moveTo>
                    <a:pt x="740" y="1"/>
                  </a:moveTo>
                  <a:lnTo>
                    <a:pt x="1" y="438"/>
                  </a:lnTo>
                  <a:lnTo>
                    <a:pt x="1125" y="1081"/>
                  </a:lnTo>
                  <a:lnTo>
                    <a:pt x="1865" y="639"/>
                  </a:lnTo>
                  <a:lnTo>
                    <a:pt x="740"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2498;p60">
              <a:extLst>
                <a:ext uri="{FF2B5EF4-FFF2-40B4-BE49-F238E27FC236}">
                  <a16:creationId xmlns:a16="http://schemas.microsoft.com/office/drawing/2014/main" id="{E498EA5E-3547-04C7-3EFF-DFD6B13BE2F7}"/>
                </a:ext>
              </a:extLst>
            </p:cNvPr>
            <p:cNvSpPr/>
            <p:nvPr/>
          </p:nvSpPr>
          <p:spPr>
            <a:xfrm>
              <a:off x="5892337" y="3169669"/>
              <a:ext cx="99301" cy="59970"/>
            </a:xfrm>
            <a:custGeom>
              <a:avLst/>
              <a:gdLst/>
              <a:ahLst/>
              <a:cxnLst/>
              <a:rect l="l" t="t" r="r" b="b"/>
              <a:pathLst>
                <a:path w="765" h="462" extrusionOk="0">
                  <a:moveTo>
                    <a:pt x="765" y="0"/>
                  </a:moveTo>
                  <a:lnTo>
                    <a:pt x="1" y="442"/>
                  </a:lnTo>
                  <a:lnTo>
                    <a:pt x="1" y="462"/>
                  </a:lnTo>
                  <a:lnTo>
                    <a:pt x="765" y="20"/>
                  </a:lnTo>
                  <a:lnTo>
                    <a:pt x="765" y="0"/>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2499;p60">
              <a:extLst>
                <a:ext uri="{FF2B5EF4-FFF2-40B4-BE49-F238E27FC236}">
                  <a16:creationId xmlns:a16="http://schemas.microsoft.com/office/drawing/2014/main" id="{4DD044BC-7058-7EDF-931D-2BAB3690DC9A}"/>
                </a:ext>
              </a:extLst>
            </p:cNvPr>
            <p:cNvSpPr/>
            <p:nvPr/>
          </p:nvSpPr>
          <p:spPr>
            <a:xfrm>
              <a:off x="5749549" y="3143447"/>
              <a:ext cx="142915" cy="86191"/>
            </a:xfrm>
            <a:custGeom>
              <a:avLst/>
              <a:gdLst/>
              <a:ahLst/>
              <a:cxnLst/>
              <a:rect l="l" t="t" r="r" b="b"/>
              <a:pathLst>
                <a:path w="1101" h="664" extrusionOk="0">
                  <a:moveTo>
                    <a:pt x="1" y="1"/>
                  </a:moveTo>
                  <a:lnTo>
                    <a:pt x="1101" y="664"/>
                  </a:lnTo>
                  <a:lnTo>
                    <a:pt x="1101" y="644"/>
                  </a:lnTo>
                  <a:lnTo>
                    <a:pt x="1"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2500;p60">
              <a:extLst>
                <a:ext uri="{FF2B5EF4-FFF2-40B4-BE49-F238E27FC236}">
                  <a16:creationId xmlns:a16="http://schemas.microsoft.com/office/drawing/2014/main" id="{D75B1253-88C4-2505-FF66-FCAAA8C25F78}"/>
                </a:ext>
              </a:extLst>
            </p:cNvPr>
            <p:cNvSpPr/>
            <p:nvPr/>
          </p:nvSpPr>
          <p:spPr>
            <a:xfrm>
              <a:off x="5843140" y="2981708"/>
              <a:ext cx="146031" cy="190554"/>
            </a:xfrm>
            <a:custGeom>
              <a:avLst/>
              <a:gdLst/>
              <a:ahLst/>
              <a:cxnLst/>
              <a:rect l="l" t="t" r="r" b="b"/>
              <a:pathLst>
                <a:path w="1125" h="1468" extrusionOk="0">
                  <a:moveTo>
                    <a:pt x="61" y="0"/>
                  </a:moveTo>
                  <a:cubicBezTo>
                    <a:pt x="35" y="0"/>
                    <a:pt x="0" y="22"/>
                    <a:pt x="0" y="65"/>
                  </a:cubicBezTo>
                  <a:lnTo>
                    <a:pt x="0" y="829"/>
                  </a:lnTo>
                  <a:lnTo>
                    <a:pt x="1124" y="1468"/>
                  </a:lnTo>
                  <a:lnTo>
                    <a:pt x="1124" y="665"/>
                  </a:lnTo>
                  <a:cubicBezTo>
                    <a:pt x="1124" y="627"/>
                    <a:pt x="1100" y="589"/>
                    <a:pt x="1062" y="569"/>
                  </a:cubicBezTo>
                  <a:lnTo>
                    <a:pt x="82" y="7"/>
                  </a:lnTo>
                  <a:cubicBezTo>
                    <a:pt x="77" y="2"/>
                    <a:pt x="70" y="0"/>
                    <a:pt x="61"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2501;p60">
              <a:extLst>
                <a:ext uri="{FF2B5EF4-FFF2-40B4-BE49-F238E27FC236}">
                  <a16:creationId xmlns:a16="http://schemas.microsoft.com/office/drawing/2014/main" id="{24DC9DBC-1D8F-F4F5-F9CA-14FD831B22C8}"/>
                </a:ext>
              </a:extLst>
            </p:cNvPr>
            <p:cNvSpPr/>
            <p:nvPr/>
          </p:nvSpPr>
          <p:spPr>
            <a:xfrm>
              <a:off x="5848722" y="2985083"/>
              <a:ext cx="134867" cy="179780"/>
            </a:xfrm>
            <a:custGeom>
              <a:avLst/>
              <a:gdLst/>
              <a:ahLst/>
              <a:cxnLst/>
              <a:rect l="l" t="t" r="r" b="b"/>
              <a:pathLst>
                <a:path w="1039" h="1385" extrusionOk="0">
                  <a:moveTo>
                    <a:pt x="0" y="0"/>
                  </a:moveTo>
                  <a:lnTo>
                    <a:pt x="0" y="784"/>
                  </a:lnTo>
                  <a:lnTo>
                    <a:pt x="1038" y="1384"/>
                  </a:lnTo>
                  <a:lnTo>
                    <a:pt x="1038" y="601"/>
                  </a:lnTo>
                  <a:lnTo>
                    <a:pt x="0" y="0"/>
                  </a:lnTo>
                  <a:close/>
                </a:path>
              </a:pathLst>
            </a:custGeom>
            <a:solidFill>
              <a:srgbClr val="F5F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2502;p60">
              <a:extLst>
                <a:ext uri="{FF2B5EF4-FFF2-40B4-BE49-F238E27FC236}">
                  <a16:creationId xmlns:a16="http://schemas.microsoft.com/office/drawing/2014/main" id="{FEEC32DD-C26A-7049-6025-F97BCD861F42}"/>
                </a:ext>
              </a:extLst>
            </p:cNvPr>
            <p:cNvSpPr/>
            <p:nvPr/>
          </p:nvSpPr>
          <p:spPr>
            <a:xfrm>
              <a:off x="5843140" y="3096717"/>
              <a:ext cx="15706" cy="10774"/>
            </a:xfrm>
            <a:custGeom>
              <a:avLst/>
              <a:gdLst/>
              <a:ahLst/>
              <a:cxnLst/>
              <a:rect l="l" t="t" r="r" b="b"/>
              <a:pathLst>
                <a:path w="121" h="83" extrusionOk="0">
                  <a:moveTo>
                    <a:pt x="19" y="0"/>
                  </a:moveTo>
                  <a:lnTo>
                    <a:pt x="0" y="20"/>
                  </a:lnTo>
                  <a:lnTo>
                    <a:pt x="0" y="44"/>
                  </a:lnTo>
                  <a:lnTo>
                    <a:pt x="63" y="82"/>
                  </a:lnTo>
                  <a:lnTo>
                    <a:pt x="82" y="82"/>
                  </a:lnTo>
                  <a:lnTo>
                    <a:pt x="101" y="63"/>
                  </a:lnTo>
                  <a:lnTo>
                    <a:pt x="120" y="44"/>
                  </a:lnTo>
                  <a:lnTo>
                    <a:pt x="4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2503;p60">
              <a:extLst>
                <a:ext uri="{FF2B5EF4-FFF2-40B4-BE49-F238E27FC236}">
                  <a16:creationId xmlns:a16="http://schemas.microsoft.com/office/drawing/2014/main" id="{E7DA5F4B-8800-E7A2-7390-DE1E676E5E6E}"/>
                </a:ext>
              </a:extLst>
            </p:cNvPr>
            <p:cNvSpPr/>
            <p:nvPr/>
          </p:nvSpPr>
          <p:spPr>
            <a:xfrm>
              <a:off x="5853654" y="3104765"/>
              <a:ext cx="15706" cy="7658"/>
            </a:xfrm>
            <a:custGeom>
              <a:avLst/>
              <a:gdLst/>
              <a:ahLst/>
              <a:cxnLst/>
              <a:rect l="l" t="t" r="r" b="b"/>
              <a:pathLst>
                <a:path w="121" h="59" extrusionOk="0">
                  <a:moveTo>
                    <a:pt x="39" y="1"/>
                  </a:moveTo>
                  <a:lnTo>
                    <a:pt x="1" y="20"/>
                  </a:lnTo>
                  <a:lnTo>
                    <a:pt x="83" y="58"/>
                  </a:lnTo>
                  <a:lnTo>
                    <a:pt x="121" y="39"/>
                  </a:lnTo>
                  <a:lnTo>
                    <a:pt x="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2504;p60">
              <a:extLst>
                <a:ext uri="{FF2B5EF4-FFF2-40B4-BE49-F238E27FC236}">
                  <a16:creationId xmlns:a16="http://schemas.microsoft.com/office/drawing/2014/main" id="{C3E3FBB2-8104-ACC5-4F97-C9965898310B}"/>
                </a:ext>
              </a:extLst>
            </p:cNvPr>
            <p:cNvSpPr/>
            <p:nvPr/>
          </p:nvSpPr>
          <p:spPr>
            <a:xfrm>
              <a:off x="5866765" y="3112294"/>
              <a:ext cx="13240" cy="8178"/>
            </a:xfrm>
            <a:custGeom>
              <a:avLst/>
              <a:gdLst/>
              <a:ahLst/>
              <a:cxnLst/>
              <a:rect l="l" t="t" r="r" b="b"/>
              <a:pathLst>
                <a:path w="102" h="63" extrusionOk="0">
                  <a:moveTo>
                    <a:pt x="1" y="0"/>
                  </a:moveTo>
                  <a:lnTo>
                    <a:pt x="1" y="20"/>
                  </a:lnTo>
                  <a:lnTo>
                    <a:pt x="58" y="63"/>
                  </a:lnTo>
                  <a:lnTo>
                    <a:pt x="78" y="63"/>
                  </a:lnTo>
                  <a:lnTo>
                    <a:pt x="102" y="44"/>
                  </a:lnTo>
                  <a:lnTo>
                    <a:pt x="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2505;p60">
              <a:extLst>
                <a:ext uri="{FF2B5EF4-FFF2-40B4-BE49-F238E27FC236}">
                  <a16:creationId xmlns:a16="http://schemas.microsoft.com/office/drawing/2014/main" id="{9B156A57-EE8E-3C56-F0C2-002C476C0CF0}"/>
                </a:ext>
              </a:extLst>
            </p:cNvPr>
            <p:cNvSpPr/>
            <p:nvPr/>
          </p:nvSpPr>
          <p:spPr>
            <a:xfrm>
              <a:off x="5876760" y="3117875"/>
              <a:ext cx="15706" cy="7658"/>
            </a:xfrm>
            <a:custGeom>
              <a:avLst/>
              <a:gdLst/>
              <a:ahLst/>
              <a:cxnLst/>
              <a:rect l="l" t="t" r="r" b="b"/>
              <a:pathLst>
                <a:path w="121" h="59" extrusionOk="0">
                  <a:moveTo>
                    <a:pt x="44" y="1"/>
                  </a:moveTo>
                  <a:lnTo>
                    <a:pt x="1" y="20"/>
                  </a:lnTo>
                  <a:lnTo>
                    <a:pt x="82" y="58"/>
                  </a:lnTo>
                  <a:lnTo>
                    <a:pt x="121" y="39"/>
                  </a:lnTo>
                  <a:lnTo>
                    <a:pt x="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2506;p60">
              <a:extLst>
                <a:ext uri="{FF2B5EF4-FFF2-40B4-BE49-F238E27FC236}">
                  <a16:creationId xmlns:a16="http://schemas.microsoft.com/office/drawing/2014/main" id="{AC3FB68D-C016-196C-9B54-B5483ABE130C}"/>
                </a:ext>
              </a:extLst>
            </p:cNvPr>
            <p:cNvSpPr/>
            <p:nvPr/>
          </p:nvSpPr>
          <p:spPr>
            <a:xfrm>
              <a:off x="5887404" y="3125404"/>
              <a:ext cx="15706" cy="8178"/>
            </a:xfrm>
            <a:custGeom>
              <a:avLst/>
              <a:gdLst/>
              <a:ahLst/>
              <a:cxnLst/>
              <a:rect l="l" t="t" r="r" b="b"/>
              <a:pathLst>
                <a:path w="121" h="63" extrusionOk="0">
                  <a:moveTo>
                    <a:pt x="39" y="0"/>
                  </a:moveTo>
                  <a:lnTo>
                    <a:pt x="19" y="20"/>
                  </a:lnTo>
                  <a:lnTo>
                    <a:pt x="0" y="20"/>
                  </a:lnTo>
                  <a:lnTo>
                    <a:pt x="82" y="63"/>
                  </a:lnTo>
                  <a:lnTo>
                    <a:pt x="101" y="63"/>
                  </a:lnTo>
                  <a:lnTo>
                    <a:pt x="12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2507;p60">
              <a:extLst>
                <a:ext uri="{FF2B5EF4-FFF2-40B4-BE49-F238E27FC236}">
                  <a16:creationId xmlns:a16="http://schemas.microsoft.com/office/drawing/2014/main" id="{1EC6D47A-3F74-55E3-2270-77F7E5A2FC20}"/>
                </a:ext>
              </a:extLst>
            </p:cNvPr>
            <p:cNvSpPr/>
            <p:nvPr/>
          </p:nvSpPr>
          <p:spPr>
            <a:xfrm>
              <a:off x="5900515" y="3130337"/>
              <a:ext cx="15706" cy="10774"/>
            </a:xfrm>
            <a:custGeom>
              <a:avLst/>
              <a:gdLst/>
              <a:ahLst/>
              <a:cxnLst/>
              <a:rect l="l" t="t" r="r" b="b"/>
              <a:pathLst>
                <a:path w="121" h="83" extrusionOk="0">
                  <a:moveTo>
                    <a:pt x="39" y="1"/>
                  </a:moveTo>
                  <a:lnTo>
                    <a:pt x="0" y="25"/>
                  </a:lnTo>
                  <a:lnTo>
                    <a:pt x="0" y="44"/>
                  </a:lnTo>
                  <a:lnTo>
                    <a:pt x="58" y="82"/>
                  </a:lnTo>
                  <a:lnTo>
                    <a:pt x="82" y="82"/>
                  </a:lnTo>
                  <a:lnTo>
                    <a:pt x="120" y="63"/>
                  </a:lnTo>
                  <a:lnTo>
                    <a:pt x="120" y="44"/>
                  </a:lnTo>
                  <a:lnTo>
                    <a:pt x="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2508;p60">
              <a:extLst>
                <a:ext uri="{FF2B5EF4-FFF2-40B4-BE49-F238E27FC236}">
                  <a16:creationId xmlns:a16="http://schemas.microsoft.com/office/drawing/2014/main" id="{532BB9BC-8D92-47D9-F898-6D117FD8718D}"/>
                </a:ext>
              </a:extLst>
            </p:cNvPr>
            <p:cNvSpPr/>
            <p:nvPr/>
          </p:nvSpPr>
          <p:spPr>
            <a:xfrm>
              <a:off x="5911029" y="3138515"/>
              <a:ext cx="15706" cy="7529"/>
            </a:xfrm>
            <a:custGeom>
              <a:avLst/>
              <a:gdLst/>
              <a:ahLst/>
              <a:cxnLst/>
              <a:rect l="l" t="t" r="r" b="b"/>
              <a:pathLst>
                <a:path w="121" h="58" extrusionOk="0">
                  <a:moveTo>
                    <a:pt x="39" y="0"/>
                  </a:moveTo>
                  <a:lnTo>
                    <a:pt x="1" y="19"/>
                  </a:lnTo>
                  <a:lnTo>
                    <a:pt x="78" y="58"/>
                  </a:lnTo>
                  <a:lnTo>
                    <a:pt x="97" y="58"/>
                  </a:lnTo>
                  <a:lnTo>
                    <a:pt x="121" y="39"/>
                  </a:lnTo>
                  <a:lnTo>
                    <a:pt x="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2509;p60">
              <a:extLst>
                <a:ext uri="{FF2B5EF4-FFF2-40B4-BE49-F238E27FC236}">
                  <a16:creationId xmlns:a16="http://schemas.microsoft.com/office/drawing/2014/main" id="{AAF7F1FF-786E-C712-2EF8-4875586EA02F}"/>
                </a:ext>
              </a:extLst>
            </p:cNvPr>
            <p:cNvSpPr/>
            <p:nvPr/>
          </p:nvSpPr>
          <p:spPr>
            <a:xfrm>
              <a:off x="5923491" y="3143447"/>
              <a:ext cx="15836" cy="10774"/>
            </a:xfrm>
            <a:custGeom>
              <a:avLst/>
              <a:gdLst/>
              <a:ahLst/>
              <a:cxnLst/>
              <a:rect l="l" t="t" r="r" b="b"/>
              <a:pathLst>
                <a:path w="122" h="83" extrusionOk="0">
                  <a:moveTo>
                    <a:pt x="25" y="1"/>
                  </a:moveTo>
                  <a:lnTo>
                    <a:pt x="1" y="20"/>
                  </a:lnTo>
                  <a:lnTo>
                    <a:pt x="1" y="44"/>
                  </a:lnTo>
                  <a:lnTo>
                    <a:pt x="63" y="82"/>
                  </a:lnTo>
                  <a:lnTo>
                    <a:pt x="83" y="82"/>
                  </a:lnTo>
                  <a:lnTo>
                    <a:pt x="102" y="63"/>
                  </a:lnTo>
                  <a:lnTo>
                    <a:pt x="121" y="44"/>
                  </a:lnTo>
                  <a:lnTo>
                    <a:pt x="4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2510;p60">
              <a:extLst>
                <a:ext uri="{FF2B5EF4-FFF2-40B4-BE49-F238E27FC236}">
                  <a16:creationId xmlns:a16="http://schemas.microsoft.com/office/drawing/2014/main" id="{F50D7A93-13C3-A1CC-BDCD-A5B76244A3B1}"/>
                </a:ext>
              </a:extLst>
            </p:cNvPr>
            <p:cNvSpPr/>
            <p:nvPr/>
          </p:nvSpPr>
          <p:spPr>
            <a:xfrm>
              <a:off x="5934135" y="3151625"/>
              <a:ext cx="15706" cy="7529"/>
            </a:xfrm>
            <a:custGeom>
              <a:avLst/>
              <a:gdLst/>
              <a:ahLst/>
              <a:cxnLst/>
              <a:rect l="l" t="t" r="r" b="b"/>
              <a:pathLst>
                <a:path w="121" h="58" extrusionOk="0">
                  <a:moveTo>
                    <a:pt x="39" y="0"/>
                  </a:moveTo>
                  <a:lnTo>
                    <a:pt x="1" y="19"/>
                  </a:lnTo>
                  <a:lnTo>
                    <a:pt x="82" y="58"/>
                  </a:lnTo>
                  <a:lnTo>
                    <a:pt x="121" y="39"/>
                  </a:lnTo>
                  <a:lnTo>
                    <a:pt x="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2511;p60">
              <a:extLst>
                <a:ext uri="{FF2B5EF4-FFF2-40B4-BE49-F238E27FC236}">
                  <a16:creationId xmlns:a16="http://schemas.microsoft.com/office/drawing/2014/main" id="{F190C194-F34B-BC40-4B20-FC95E8AF108E}"/>
                </a:ext>
              </a:extLst>
            </p:cNvPr>
            <p:cNvSpPr/>
            <p:nvPr/>
          </p:nvSpPr>
          <p:spPr>
            <a:xfrm>
              <a:off x="5947246" y="3156558"/>
              <a:ext cx="13240" cy="10774"/>
            </a:xfrm>
            <a:custGeom>
              <a:avLst/>
              <a:gdLst/>
              <a:ahLst/>
              <a:cxnLst/>
              <a:rect l="l" t="t" r="r" b="b"/>
              <a:pathLst>
                <a:path w="102" h="83" extrusionOk="0">
                  <a:moveTo>
                    <a:pt x="39" y="1"/>
                  </a:moveTo>
                  <a:lnTo>
                    <a:pt x="20" y="20"/>
                  </a:lnTo>
                  <a:lnTo>
                    <a:pt x="0" y="20"/>
                  </a:lnTo>
                  <a:lnTo>
                    <a:pt x="0" y="39"/>
                  </a:lnTo>
                  <a:lnTo>
                    <a:pt x="58" y="82"/>
                  </a:lnTo>
                  <a:lnTo>
                    <a:pt x="82" y="82"/>
                  </a:lnTo>
                  <a:lnTo>
                    <a:pt x="101" y="63"/>
                  </a:lnTo>
                  <a:lnTo>
                    <a:pt x="101" y="39"/>
                  </a:lnTo>
                  <a:lnTo>
                    <a:pt x="3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2512;p60">
              <a:extLst>
                <a:ext uri="{FF2B5EF4-FFF2-40B4-BE49-F238E27FC236}">
                  <a16:creationId xmlns:a16="http://schemas.microsoft.com/office/drawing/2014/main" id="{222C9C49-3DF5-DC2C-0759-1E7AE3F46A69}"/>
                </a:ext>
              </a:extLst>
            </p:cNvPr>
            <p:cNvSpPr/>
            <p:nvPr/>
          </p:nvSpPr>
          <p:spPr>
            <a:xfrm>
              <a:off x="5957890" y="3164736"/>
              <a:ext cx="15706" cy="7529"/>
            </a:xfrm>
            <a:custGeom>
              <a:avLst/>
              <a:gdLst/>
              <a:ahLst/>
              <a:cxnLst/>
              <a:rect l="l" t="t" r="r" b="b"/>
              <a:pathLst>
                <a:path w="121" h="58" extrusionOk="0">
                  <a:moveTo>
                    <a:pt x="39" y="0"/>
                  </a:moveTo>
                  <a:lnTo>
                    <a:pt x="0" y="19"/>
                  </a:lnTo>
                  <a:lnTo>
                    <a:pt x="77" y="58"/>
                  </a:lnTo>
                  <a:lnTo>
                    <a:pt x="120" y="38"/>
                  </a:lnTo>
                  <a:lnTo>
                    <a:pt x="3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2513;p60">
              <a:extLst>
                <a:ext uri="{FF2B5EF4-FFF2-40B4-BE49-F238E27FC236}">
                  <a16:creationId xmlns:a16="http://schemas.microsoft.com/office/drawing/2014/main" id="{4D156E48-50E0-4C87-87BF-3F5522BE0EC1}"/>
                </a:ext>
              </a:extLst>
            </p:cNvPr>
            <p:cNvSpPr/>
            <p:nvPr/>
          </p:nvSpPr>
          <p:spPr>
            <a:xfrm>
              <a:off x="5833145" y="3102299"/>
              <a:ext cx="18173" cy="10125"/>
            </a:xfrm>
            <a:custGeom>
              <a:avLst/>
              <a:gdLst/>
              <a:ahLst/>
              <a:cxnLst/>
              <a:rect l="l" t="t" r="r" b="b"/>
              <a:pathLst>
                <a:path w="140" h="78" extrusionOk="0">
                  <a:moveTo>
                    <a:pt x="58" y="1"/>
                  </a:moveTo>
                  <a:lnTo>
                    <a:pt x="0" y="39"/>
                  </a:lnTo>
                  <a:lnTo>
                    <a:pt x="58" y="77"/>
                  </a:lnTo>
                  <a:lnTo>
                    <a:pt x="77" y="77"/>
                  </a:lnTo>
                  <a:lnTo>
                    <a:pt x="140"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2514;p60">
              <a:extLst>
                <a:ext uri="{FF2B5EF4-FFF2-40B4-BE49-F238E27FC236}">
                  <a16:creationId xmlns:a16="http://schemas.microsoft.com/office/drawing/2014/main" id="{0C7699C7-D36F-215B-4068-E2BC0647113F}"/>
                </a:ext>
              </a:extLst>
            </p:cNvPr>
            <p:cNvSpPr/>
            <p:nvPr/>
          </p:nvSpPr>
          <p:spPr>
            <a:xfrm>
              <a:off x="5843140" y="3109827"/>
              <a:ext cx="18173" cy="10644"/>
            </a:xfrm>
            <a:custGeom>
              <a:avLst/>
              <a:gdLst/>
              <a:ahLst/>
              <a:cxnLst/>
              <a:rect l="l" t="t" r="r" b="b"/>
              <a:pathLst>
                <a:path w="140" h="82" extrusionOk="0">
                  <a:moveTo>
                    <a:pt x="63" y="0"/>
                  </a:moveTo>
                  <a:lnTo>
                    <a:pt x="0" y="19"/>
                  </a:lnTo>
                  <a:lnTo>
                    <a:pt x="0" y="39"/>
                  </a:lnTo>
                  <a:lnTo>
                    <a:pt x="82" y="82"/>
                  </a:lnTo>
                  <a:lnTo>
                    <a:pt x="101" y="63"/>
                  </a:lnTo>
                  <a:lnTo>
                    <a:pt x="140" y="39"/>
                  </a:lnTo>
                  <a:lnTo>
                    <a:pt x="140"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2515;p60">
              <a:extLst>
                <a:ext uri="{FF2B5EF4-FFF2-40B4-BE49-F238E27FC236}">
                  <a16:creationId xmlns:a16="http://schemas.microsoft.com/office/drawing/2014/main" id="{5D66D263-41AC-B3C4-D7DC-92DA129714E0}"/>
                </a:ext>
              </a:extLst>
            </p:cNvPr>
            <p:cNvSpPr/>
            <p:nvPr/>
          </p:nvSpPr>
          <p:spPr>
            <a:xfrm>
              <a:off x="5856251" y="3114760"/>
              <a:ext cx="18173" cy="10774"/>
            </a:xfrm>
            <a:custGeom>
              <a:avLst/>
              <a:gdLst/>
              <a:ahLst/>
              <a:cxnLst/>
              <a:rect l="l" t="t" r="r" b="b"/>
              <a:pathLst>
                <a:path w="140" h="83" extrusionOk="0">
                  <a:moveTo>
                    <a:pt x="39" y="1"/>
                  </a:moveTo>
                  <a:lnTo>
                    <a:pt x="0" y="44"/>
                  </a:lnTo>
                  <a:lnTo>
                    <a:pt x="63" y="82"/>
                  </a:lnTo>
                  <a:lnTo>
                    <a:pt x="82" y="82"/>
                  </a:lnTo>
                  <a:lnTo>
                    <a:pt x="139" y="63"/>
                  </a:lnTo>
                  <a:lnTo>
                    <a:pt x="139" y="44"/>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2516;p60">
              <a:extLst>
                <a:ext uri="{FF2B5EF4-FFF2-40B4-BE49-F238E27FC236}">
                  <a16:creationId xmlns:a16="http://schemas.microsoft.com/office/drawing/2014/main" id="{2EDF8E58-41FE-918A-7A97-938D9A2D1E8B}"/>
                </a:ext>
              </a:extLst>
            </p:cNvPr>
            <p:cNvSpPr/>
            <p:nvPr/>
          </p:nvSpPr>
          <p:spPr>
            <a:xfrm>
              <a:off x="5866765" y="3122938"/>
              <a:ext cx="18303" cy="10644"/>
            </a:xfrm>
            <a:custGeom>
              <a:avLst/>
              <a:gdLst/>
              <a:ahLst/>
              <a:cxnLst/>
              <a:rect l="l" t="t" r="r" b="b"/>
              <a:pathLst>
                <a:path w="141" h="82" extrusionOk="0">
                  <a:moveTo>
                    <a:pt x="58" y="0"/>
                  </a:moveTo>
                  <a:lnTo>
                    <a:pt x="1" y="19"/>
                  </a:lnTo>
                  <a:lnTo>
                    <a:pt x="1" y="39"/>
                  </a:lnTo>
                  <a:lnTo>
                    <a:pt x="78" y="82"/>
                  </a:lnTo>
                  <a:lnTo>
                    <a:pt x="140" y="39"/>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2517;p60">
              <a:extLst>
                <a:ext uri="{FF2B5EF4-FFF2-40B4-BE49-F238E27FC236}">
                  <a16:creationId xmlns:a16="http://schemas.microsoft.com/office/drawing/2014/main" id="{E5B0B577-1DB9-C4C3-F017-0A9ECF7BD2FA}"/>
                </a:ext>
              </a:extLst>
            </p:cNvPr>
            <p:cNvSpPr/>
            <p:nvPr/>
          </p:nvSpPr>
          <p:spPr>
            <a:xfrm>
              <a:off x="5879876" y="3127871"/>
              <a:ext cx="18173" cy="10774"/>
            </a:xfrm>
            <a:custGeom>
              <a:avLst/>
              <a:gdLst/>
              <a:ahLst/>
              <a:cxnLst/>
              <a:rect l="l" t="t" r="r" b="b"/>
              <a:pathLst>
                <a:path w="140" h="83" extrusionOk="0">
                  <a:moveTo>
                    <a:pt x="39" y="1"/>
                  </a:moveTo>
                  <a:lnTo>
                    <a:pt x="1" y="44"/>
                  </a:lnTo>
                  <a:lnTo>
                    <a:pt x="58" y="82"/>
                  </a:lnTo>
                  <a:lnTo>
                    <a:pt x="77" y="82"/>
                  </a:lnTo>
                  <a:lnTo>
                    <a:pt x="121" y="63"/>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2518;p60">
              <a:extLst>
                <a:ext uri="{FF2B5EF4-FFF2-40B4-BE49-F238E27FC236}">
                  <a16:creationId xmlns:a16="http://schemas.microsoft.com/office/drawing/2014/main" id="{532070FA-10CB-C251-EBA1-E207335D2714}"/>
                </a:ext>
              </a:extLst>
            </p:cNvPr>
            <p:cNvSpPr/>
            <p:nvPr/>
          </p:nvSpPr>
          <p:spPr>
            <a:xfrm>
              <a:off x="5889871" y="3136048"/>
              <a:ext cx="18173" cy="9995"/>
            </a:xfrm>
            <a:custGeom>
              <a:avLst/>
              <a:gdLst/>
              <a:ahLst/>
              <a:cxnLst/>
              <a:rect l="l" t="t" r="r" b="b"/>
              <a:pathLst>
                <a:path w="140" h="77" extrusionOk="0">
                  <a:moveTo>
                    <a:pt x="63" y="0"/>
                  </a:moveTo>
                  <a:lnTo>
                    <a:pt x="0" y="19"/>
                  </a:lnTo>
                  <a:lnTo>
                    <a:pt x="0" y="38"/>
                  </a:lnTo>
                  <a:lnTo>
                    <a:pt x="63" y="77"/>
                  </a:lnTo>
                  <a:lnTo>
                    <a:pt x="82" y="77"/>
                  </a:lnTo>
                  <a:lnTo>
                    <a:pt x="140" y="38"/>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2519;p60">
              <a:extLst>
                <a:ext uri="{FF2B5EF4-FFF2-40B4-BE49-F238E27FC236}">
                  <a16:creationId xmlns:a16="http://schemas.microsoft.com/office/drawing/2014/main" id="{A6060D66-1F7F-A855-20CE-CA29A09DF01F}"/>
                </a:ext>
              </a:extLst>
            </p:cNvPr>
            <p:cNvSpPr/>
            <p:nvPr/>
          </p:nvSpPr>
          <p:spPr>
            <a:xfrm>
              <a:off x="5900515" y="3140981"/>
              <a:ext cx="18173" cy="10774"/>
            </a:xfrm>
            <a:custGeom>
              <a:avLst/>
              <a:gdLst/>
              <a:ahLst/>
              <a:cxnLst/>
              <a:rect l="l" t="t" r="r" b="b"/>
              <a:pathLst>
                <a:path w="140" h="83" extrusionOk="0">
                  <a:moveTo>
                    <a:pt x="58" y="0"/>
                  </a:moveTo>
                  <a:lnTo>
                    <a:pt x="19" y="39"/>
                  </a:lnTo>
                  <a:lnTo>
                    <a:pt x="0" y="39"/>
                  </a:lnTo>
                  <a:lnTo>
                    <a:pt x="82" y="82"/>
                  </a:lnTo>
                  <a:lnTo>
                    <a:pt x="101" y="82"/>
                  </a:lnTo>
                  <a:lnTo>
                    <a:pt x="139" y="63"/>
                  </a:lnTo>
                  <a:lnTo>
                    <a:pt x="139"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2520;p60">
              <a:extLst>
                <a:ext uri="{FF2B5EF4-FFF2-40B4-BE49-F238E27FC236}">
                  <a16:creationId xmlns:a16="http://schemas.microsoft.com/office/drawing/2014/main" id="{26E0557D-4248-2767-CF3F-BCDF0E3B7384}"/>
                </a:ext>
              </a:extLst>
            </p:cNvPr>
            <p:cNvSpPr/>
            <p:nvPr/>
          </p:nvSpPr>
          <p:spPr>
            <a:xfrm>
              <a:off x="5913626" y="3149029"/>
              <a:ext cx="18173" cy="10125"/>
            </a:xfrm>
            <a:custGeom>
              <a:avLst/>
              <a:gdLst/>
              <a:ahLst/>
              <a:cxnLst/>
              <a:rect l="l" t="t" r="r" b="b"/>
              <a:pathLst>
                <a:path w="140" h="78" extrusionOk="0">
                  <a:moveTo>
                    <a:pt x="58" y="1"/>
                  </a:moveTo>
                  <a:lnTo>
                    <a:pt x="0" y="20"/>
                  </a:lnTo>
                  <a:lnTo>
                    <a:pt x="0" y="39"/>
                  </a:lnTo>
                  <a:lnTo>
                    <a:pt x="58" y="78"/>
                  </a:lnTo>
                  <a:lnTo>
                    <a:pt x="77" y="78"/>
                  </a:lnTo>
                  <a:lnTo>
                    <a:pt x="139"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2521;p60">
              <a:extLst>
                <a:ext uri="{FF2B5EF4-FFF2-40B4-BE49-F238E27FC236}">
                  <a16:creationId xmlns:a16="http://schemas.microsoft.com/office/drawing/2014/main" id="{9DAC26D9-2D55-7012-A874-C04102480101}"/>
                </a:ext>
              </a:extLst>
            </p:cNvPr>
            <p:cNvSpPr/>
            <p:nvPr/>
          </p:nvSpPr>
          <p:spPr>
            <a:xfrm>
              <a:off x="5923491" y="3154092"/>
              <a:ext cx="18952" cy="10774"/>
            </a:xfrm>
            <a:custGeom>
              <a:avLst/>
              <a:gdLst/>
              <a:ahLst/>
              <a:cxnLst/>
              <a:rect l="l" t="t" r="r" b="b"/>
              <a:pathLst>
                <a:path w="146" h="83" extrusionOk="0">
                  <a:moveTo>
                    <a:pt x="83" y="0"/>
                  </a:moveTo>
                  <a:lnTo>
                    <a:pt x="63" y="20"/>
                  </a:lnTo>
                  <a:lnTo>
                    <a:pt x="1" y="39"/>
                  </a:lnTo>
                  <a:lnTo>
                    <a:pt x="1" y="58"/>
                  </a:lnTo>
                  <a:lnTo>
                    <a:pt x="83" y="82"/>
                  </a:lnTo>
                  <a:lnTo>
                    <a:pt x="102" y="82"/>
                  </a:lnTo>
                  <a:lnTo>
                    <a:pt x="145" y="58"/>
                  </a:lnTo>
                  <a:lnTo>
                    <a:pt x="145" y="3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2522;p60">
              <a:extLst>
                <a:ext uri="{FF2B5EF4-FFF2-40B4-BE49-F238E27FC236}">
                  <a16:creationId xmlns:a16="http://schemas.microsoft.com/office/drawing/2014/main" id="{C18C8D94-0CF9-CD63-C476-0A74DD2BC9F4}"/>
                </a:ext>
              </a:extLst>
            </p:cNvPr>
            <p:cNvSpPr/>
            <p:nvPr/>
          </p:nvSpPr>
          <p:spPr>
            <a:xfrm>
              <a:off x="5936601" y="3161620"/>
              <a:ext cx="18303" cy="10644"/>
            </a:xfrm>
            <a:custGeom>
              <a:avLst/>
              <a:gdLst/>
              <a:ahLst/>
              <a:cxnLst/>
              <a:rect l="l" t="t" r="r" b="b"/>
              <a:pathLst>
                <a:path w="141" h="82" extrusionOk="0">
                  <a:moveTo>
                    <a:pt x="44" y="0"/>
                  </a:moveTo>
                  <a:lnTo>
                    <a:pt x="1" y="43"/>
                  </a:lnTo>
                  <a:lnTo>
                    <a:pt x="63" y="82"/>
                  </a:lnTo>
                  <a:lnTo>
                    <a:pt x="82" y="82"/>
                  </a:lnTo>
                  <a:lnTo>
                    <a:pt x="140" y="43"/>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2523;p60">
              <a:extLst>
                <a:ext uri="{FF2B5EF4-FFF2-40B4-BE49-F238E27FC236}">
                  <a16:creationId xmlns:a16="http://schemas.microsoft.com/office/drawing/2014/main" id="{A34D4EB3-C8B5-237F-4620-2C6EAC173DFE}"/>
                </a:ext>
              </a:extLst>
            </p:cNvPr>
            <p:cNvSpPr/>
            <p:nvPr/>
          </p:nvSpPr>
          <p:spPr>
            <a:xfrm>
              <a:off x="5947246" y="3169669"/>
              <a:ext cx="18173" cy="10774"/>
            </a:xfrm>
            <a:custGeom>
              <a:avLst/>
              <a:gdLst/>
              <a:ahLst/>
              <a:cxnLst/>
              <a:rect l="l" t="t" r="r" b="b"/>
              <a:pathLst>
                <a:path w="140" h="83" extrusionOk="0">
                  <a:moveTo>
                    <a:pt x="58" y="0"/>
                  </a:moveTo>
                  <a:lnTo>
                    <a:pt x="0" y="20"/>
                  </a:lnTo>
                  <a:lnTo>
                    <a:pt x="0" y="39"/>
                  </a:lnTo>
                  <a:lnTo>
                    <a:pt x="82" y="82"/>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2524;p60">
              <a:extLst>
                <a:ext uri="{FF2B5EF4-FFF2-40B4-BE49-F238E27FC236}">
                  <a16:creationId xmlns:a16="http://schemas.microsoft.com/office/drawing/2014/main" id="{A6B13A2A-8D8A-53EE-F03A-7E9A4A8ECFFE}"/>
                </a:ext>
              </a:extLst>
            </p:cNvPr>
            <p:cNvSpPr/>
            <p:nvPr/>
          </p:nvSpPr>
          <p:spPr>
            <a:xfrm>
              <a:off x="5822501" y="3107361"/>
              <a:ext cx="18173" cy="10644"/>
            </a:xfrm>
            <a:custGeom>
              <a:avLst/>
              <a:gdLst/>
              <a:ahLst/>
              <a:cxnLst/>
              <a:rect l="l" t="t" r="r" b="b"/>
              <a:pathLst>
                <a:path w="140" h="82" extrusionOk="0">
                  <a:moveTo>
                    <a:pt x="58" y="0"/>
                  </a:moveTo>
                  <a:lnTo>
                    <a:pt x="1" y="38"/>
                  </a:lnTo>
                  <a:lnTo>
                    <a:pt x="58" y="82"/>
                  </a:lnTo>
                  <a:lnTo>
                    <a:pt x="82" y="82"/>
                  </a:lnTo>
                  <a:lnTo>
                    <a:pt x="140" y="58"/>
                  </a:lnTo>
                  <a:lnTo>
                    <a:pt x="140" y="38"/>
                  </a:lnTo>
                  <a:lnTo>
                    <a:pt x="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2525;p60">
              <a:extLst>
                <a:ext uri="{FF2B5EF4-FFF2-40B4-BE49-F238E27FC236}">
                  <a16:creationId xmlns:a16="http://schemas.microsoft.com/office/drawing/2014/main" id="{754061CC-6EE6-B415-1BF7-A23D03667353}"/>
                </a:ext>
              </a:extLst>
            </p:cNvPr>
            <p:cNvSpPr/>
            <p:nvPr/>
          </p:nvSpPr>
          <p:spPr>
            <a:xfrm>
              <a:off x="5833145" y="3114760"/>
              <a:ext cx="18173" cy="10774"/>
            </a:xfrm>
            <a:custGeom>
              <a:avLst/>
              <a:gdLst/>
              <a:ahLst/>
              <a:cxnLst/>
              <a:rect l="l" t="t" r="r" b="b"/>
              <a:pathLst>
                <a:path w="140" h="83" extrusionOk="0">
                  <a:moveTo>
                    <a:pt x="58" y="1"/>
                  </a:moveTo>
                  <a:lnTo>
                    <a:pt x="20" y="25"/>
                  </a:lnTo>
                  <a:lnTo>
                    <a:pt x="0" y="44"/>
                  </a:lnTo>
                  <a:lnTo>
                    <a:pt x="77" y="82"/>
                  </a:lnTo>
                  <a:lnTo>
                    <a:pt x="96" y="82"/>
                  </a:lnTo>
                  <a:lnTo>
                    <a:pt x="140" y="44"/>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2526;p60">
              <a:extLst>
                <a:ext uri="{FF2B5EF4-FFF2-40B4-BE49-F238E27FC236}">
                  <a16:creationId xmlns:a16="http://schemas.microsoft.com/office/drawing/2014/main" id="{B359C50B-5C7E-F87F-ED70-FAC0D6A33AAD}"/>
                </a:ext>
              </a:extLst>
            </p:cNvPr>
            <p:cNvSpPr/>
            <p:nvPr/>
          </p:nvSpPr>
          <p:spPr>
            <a:xfrm>
              <a:off x="5845606" y="3120342"/>
              <a:ext cx="18822" cy="10125"/>
            </a:xfrm>
            <a:custGeom>
              <a:avLst/>
              <a:gdLst/>
              <a:ahLst/>
              <a:cxnLst/>
              <a:rect l="l" t="t" r="r" b="b"/>
              <a:pathLst>
                <a:path w="145" h="78" extrusionOk="0">
                  <a:moveTo>
                    <a:pt x="63" y="1"/>
                  </a:moveTo>
                  <a:lnTo>
                    <a:pt x="0" y="39"/>
                  </a:lnTo>
                  <a:lnTo>
                    <a:pt x="63" y="78"/>
                  </a:lnTo>
                  <a:lnTo>
                    <a:pt x="82" y="78"/>
                  </a:lnTo>
                  <a:lnTo>
                    <a:pt x="145" y="59"/>
                  </a:lnTo>
                  <a:lnTo>
                    <a:pt x="145" y="39"/>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2527;p60">
              <a:extLst>
                <a:ext uri="{FF2B5EF4-FFF2-40B4-BE49-F238E27FC236}">
                  <a16:creationId xmlns:a16="http://schemas.microsoft.com/office/drawing/2014/main" id="{09149089-DB45-EC30-5DF6-48BD7ABC2312}"/>
                </a:ext>
              </a:extLst>
            </p:cNvPr>
            <p:cNvSpPr/>
            <p:nvPr/>
          </p:nvSpPr>
          <p:spPr>
            <a:xfrm>
              <a:off x="5856251" y="3127871"/>
              <a:ext cx="18173" cy="10774"/>
            </a:xfrm>
            <a:custGeom>
              <a:avLst/>
              <a:gdLst/>
              <a:ahLst/>
              <a:cxnLst/>
              <a:rect l="l" t="t" r="r" b="b"/>
              <a:pathLst>
                <a:path w="140" h="83" extrusionOk="0">
                  <a:moveTo>
                    <a:pt x="63" y="1"/>
                  </a:moveTo>
                  <a:lnTo>
                    <a:pt x="0" y="20"/>
                  </a:lnTo>
                  <a:lnTo>
                    <a:pt x="0" y="44"/>
                  </a:lnTo>
                  <a:lnTo>
                    <a:pt x="82" y="82"/>
                  </a:lnTo>
                  <a:lnTo>
                    <a:pt x="139"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2528;p60">
              <a:extLst>
                <a:ext uri="{FF2B5EF4-FFF2-40B4-BE49-F238E27FC236}">
                  <a16:creationId xmlns:a16="http://schemas.microsoft.com/office/drawing/2014/main" id="{35E84295-FD44-CA47-FA72-EE3A42A0854A}"/>
                </a:ext>
              </a:extLst>
            </p:cNvPr>
            <p:cNvSpPr/>
            <p:nvPr/>
          </p:nvSpPr>
          <p:spPr>
            <a:xfrm>
              <a:off x="5869231" y="3133452"/>
              <a:ext cx="18303" cy="10125"/>
            </a:xfrm>
            <a:custGeom>
              <a:avLst/>
              <a:gdLst/>
              <a:ahLst/>
              <a:cxnLst/>
              <a:rect l="l" t="t" r="r" b="b"/>
              <a:pathLst>
                <a:path w="141" h="78" extrusionOk="0">
                  <a:moveTo>
                    <a:pt x="59" y="1"/>
                  </a:moveTo>
                  <a:lnTo>
                    <a:pt x="39" y="20"/>
                  </a:lnTo>
                  <a:lnTo>
                    <a:pt x="1" y="39"/>
                  </a:lnTo>
                  <a:lnTo>
                    <a:pt x="1" y="58"/>
                  </a:lnTo>
                  <a:lnTo>
                    <a:pt x="59" y="78"/>
                  </a:lnTo>
                  <a:lnTo>
                    <a:pt x="83" y="78"/>
                  </a:lnTo>
                  <a:lnTo>
                    <a:pt x="121" y="58"/>
                  </a:lnTo>
                  <a:lnTo>
                    <a:pt x="140" y="39"/>
                  </a:lnTo>
                  <a:lnTo>
                    <a:pt x="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2529;p60">
              <a:extLst>
                <a:ext uri="{FF2B5EF4-FFF2-40B4-BE49-F238E27FC236}">
                  <a16:creationId xmlns:a16="http://schemas.microsoft.com/office/drawing/2014/main" id="{AFD159D3-8F5B-C62F-5EB3-1A3B5C631DA1}"/>
                </a:ext>
              </a:extLst>
            </p:cNvPr>
            <p:cNvSpPr/>
            <p:nvPr/>
          </p:nvSpPr>
          <p:spPr>
            <a:xfrm>
              <a:off x="5879876" y="3140981"/>
              <a:ext cx="18173" cy="10774"/>
            </a:xfrm>
            <a:custGeom>
              <a:avLst/>
              <a:gdLst/>
              <a:ahLst/>
              <a:cxnLst/>
              <a:rect l="l" t="t" r="r" b="b"/>
              <a:pathLst>
                <a:path w="140" h="83" extrusionOk="0">
                  <a:moveTo>
                    <a:pt x="58" y="0"/>
                  </a:moveTo>
                  <a:lnTo>
                    <a:pt x="1" y="39"/>
                  </a:lnTo>
                  <a:lnTo>
                    <a:pt x="77" y="82"/>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2530;p60">
              <a:extLst>
                <a:ext uri="{FF2B5EF4-FFF2-40B4-BE49-F238E27FC236}">
                  <a16:creationId xmlns:a16="http://schemas.microsoft.com/office/drawing/2014/main" id="{73E29E82-990B-BAD8-6A33-6C23A47FA52B}"/>
                </a:ext>
              </a:extLst>
            </p:cNvPr>
            <p:cNvSpPr/>
            <p:nvPr/>
          </p:nvSpPr>
          <p:spPr>
            <a:xfrm>
              <a:off x="5892337" y="3149029"/>
              <a:ext cx="15706" cy="10125"/>
            </a:xfrm>
            <a:custGeom>
              <a:avLst/>
              <a:gdLst/>
              <a:ahLst/>
              <a:cxnLst/>
              <a:rect l="l" t="t" r="r" b="b"/>
              <a:pathLst>
                <a:path w="121" h="78" extrusionOk="0">
                  <a:moveTo>
                    <a:pt x="44" y="1"/>
                  </a:moveTo>
                  <a:lnTo>
                    <a:pt x="1" y="20"/>
                  </a:lnTo>
                  <a:lnTo>
                    <a:pt x="1" y="39"/>
                  </a:lnTo>
                  <a:lnTo>
                    <a:pt x="63" y="78"/>
                  </a:lnTo>
                  <a:lnTo>
                    <a:pt x="82" y="78"/>
                  </a:lnTo>
                  <a:lnTo>
                    <a:pt x="121" y="39"/>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2531;p60">
              <a:extLst>
                <a:ext uri="{FF2B5EF4-FFF2-40B4-BE49-F238E27FC236}">
                  <a16:creationId xmlns:a16="http://schemas.microsoft.com/office/drawing/2014/main" id="{9926A91A-B182-2F39-D210-310BCD72E3C3}"/>
                </a:ext>
              </a:extLst>
            </p:cNvPr>
            <p:cNvSpPr/>
            <p:nvPr/>
          </p:nvSpPr>
          <p:spPr>
            <a:xfrm>
              <a:off x="5902981" y="3154092"/>
              <a:ext cx="18173" cy="10774"/>
            </a:xfrm>
            <a:custGeom>
              <a:avLst/>
              <a:gdLst/>
              <a:ahLst/>
              <a:cxnLst/>
              <a:rect l="l" t="t" r="r" b="b"/>
              <a:pathLst>
                <a:path w="140" h="83" extrusionOk="0">
                  <a:moveTo>
                    <a:pt x="63" y="0"/>
                  </a:moveTo>
                  <a:lnTo>
                    <a:pt x="0" y="39"/>
                  </a:lnTo>
                  <a:lnTo>
                    <a:pt x="63" y="82"/>
                  </a:lnTo>
                  <a:lnTo>
                    <a:pt x="82" y="82"/>
                  </a:lnTo>
                  <a:lnTo>
                    <a:pt x="140" y="58"/>
                  </a:lnTo>
                  <a:lnTo>
                    <a:pt x="14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2532;p60">
              <a:extLst>
                <a:ext uri="{FF2B5EF4-FFF2-40B4-BE49-F238E27FC236}">
                  <a16:creationId xmlns:a16="http://schemas.microsoft.com/office/drawing/2014/main" id="{4A053988-4A0A-7472-E60B-E3DC2589B435}"/>
                </a:ext>
              </a:extLst>
            </p:cNvPr>
            <p:cNvSpPr/>
            <p:nvPr/>
          </p:nvSpPr>
          <p:spPr>
            <a:xfrm>
              <a:off x="5913626" y="3161620"/>
              <a:ext cx="18173" cy="10644"/>
            </a:xfrm>
            <a:custGeom>
              <a:avLst/>
              <a:gdLst/>
              <a:ahLst/>
              <a:cxnLst/>
              <a:rect l="l" t="t" r="r" b="b"/>
              <a:pathLst>
                <a:path w="140" h="82" extrusionOk="0">
                  <a:moveTo>
                    <a:pt x="58" y="0"/>
                  </a:moveTo>
                  <a:lnTo>
                    <a:pt x="19" y="24"/>
                  </a:lnTo>
                  <a:lnTo>
                    <a:pt x="0" y="43"/>
                  </a:lnTo>
                  <a:lnTo>
                    <a:pt x="77" y="82"/>
                  </a:lnTo>
                  <a:lnTo>
                    <a:pt x="101" y="82"/>
                  </a:lnTo>
                  <a:lnTo>
                    <a:pt x="139" y="43"/>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2533;p60">
              <a:extLst>
                <a:ext uri="{FF2B5EF4-FFF2-40B4-BE49-F238E27FC236}">
                  <a16:creationId xmlns:a16="http://schemas.microsoft.com/office/drawing/2014/main" id="{267A64CD-19D7-AB4F-9E18-75B47458E907}"/>
                </a:ext>
              </a:extLst>
            </p:cNvPr>
            <p:cNvSpPr/>
            <p:nvPr/>
          </p:nvSpPr>
          <p:spPr>
            <a:xfrm>
              <a:off x="5926606" y="3167202"/>
              <a:ext cx="18303" cy="10125"/>
            </a:xfrm>
            <a:custGeom>
              <a:avLst/>
              <a:gdLst/>
              <a:ahLst/>
              <a:cxnLst/>
              <a:rect l="l" t="t" r="r" b="b"/>
              <a:pathLst>
                <a:path w="141" h="78" extrusionOk="0">
                  <a:moveTo>
                    <a:pt x="59" y="0"/>
                  </a:moveTo>
                  <a:lnTo>
                    <a:pt x="1" y="39"/>
                  </a:lnTo>
                  <a:lnTo>
                    <a:pt x="59" y="77"/>
                  </a:lnTo>
                  <a:lnTo>
                    <a:pt x="78" y="77"/>
                  </a:lnTo>
                  <a:lnTo>
                    <a:pt x="140" y="58"/>
                  </a:lnTo>
                  <a:lnTo>
                    <a:pt x="140" y="39"/>
                  </a:lnTo>
                  <a:lnTo>
                    <a:pt x="5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2534;p60">
              <a:extLst>
                <a:ext uri="{FF2B5EF4-FFF2-40B4-BE49-F238E27FC236}">
                  <a16:creationId xmlns:a16="http://schemas.microsoft.com/office/drawing/2014/main" id="{5435523A-BF76-5492-FB3A-8F76AFE4F220}"/>
                </a:ext>
              </a:extLst>
            </p:cNvPr>
            <p:cNvSpPr/>
            <p:nvPr/>
          </p:nvSpPr>
          <p:spPr>
            <a:xfrm>
              <a:off x="5936601" y="3174601"/>
              <a:ext cx="18303" cy="10774"/>
            </a:xfrm>
            <a:custGeom>
              <a:avLst/>
              <a:gdLst/>
              <a:ahLst/>
              <a:cxnLst/>
              <a:rect l="l" t="t" r="r" b="b"/>
              <a:pathLst>
                <a:path w="141" h="83" extrusionOk="0">
                  <a:moveTo>
                    <a:pt x="63" y="1"/>
                  </a:moveTo>
                  <a:lnTo>
                    <a:pt x="1" y="20"/>
                  </a:lnTo>
                  <a:lnTo>
                    <a:pt x="1" y="44"/>
                  </a:lnTo>
                  <a:lnTo>
                    <a:pt x="82" y="83"/>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2535;p60">
              <a:extLst>
                <a:ext uri="{FF2B5EF4-FFF2-40B4-BE49-F238E27FC236}">
                  <a16:creationId xmlns:a16="http://schemas.microsoft.com/office/drawing/2014/main" id="{D4080C81-93F6-114A-B8E0-773FA22E314D}"/>
                </a:ext>
              </a:extLst>
            </p:cNvPr>
            <p:cNvSpPr/>
            <p:nvPr/>
          </p:nvSpPr>
          <p:spPr>
            <a:xfrm>
              <a:off x="5811857" y="3112294"/>
              <a:ext cx="18303" cy="10774"/>
            </a:xfrm>
            <a:custGeom>
              <a:avLst/>
              <a:gdLst/>
              <a:ahLst/>
              <a:cxnLst/>
              <a:rect l="l" t="t" r="r" b="b"/>
              <a:pathLst>
                <a:path w="141" h="83" extrusionOk="0">
                  <a:moveTo>
                    <a:pt x="83" y="0"/>
                  </a:moveTo>
                  <a:lnTo>
                    <a:pt x="63" y="20"/>
                  </a:lnTo>
                  <a:lnTo>
                    <a:pt x="1" y="44"/>
                  </a:lnTo>
                  <a:lnTo>
                    <a:pt x="1" y="63"/>
                  </a:lnTo>
                  <a:lnTo>
                    <a:pt x="63" y="82"/>
                  </a:lnTo>
                  <a:lnTo>
                    <a:pt x="83" y="82"/>
                  </a:lnTo>
                  <a:lnTo>
                    <a:pt x="140" y="63"/>
                  </a:lnTo>
                  <a:lnTo>
                    <a:pt x="140" y="44"/>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2536;p60">
              <a:extLst>
                <a:ext uri="{FF2B5EF4-FFF2-40B4-BE49-F238E27FC236}">
                  <a16:creationId xmlns:a16="http://schemas.microsoft.com/office/drawing/2014/main" id="{56F4934E-BA17-491B-C923-EEBFDE7C974B}"/>
                </a:ext>
              </a:extLst>
            </p:cNvPr>
            <p:cNvSpPr/>
            <p:nvPr/>
          </p:nvSpPr>
          <p:spPr>
            <a:xfrm>
              <a:off x="5822501" y="3120342"/>
              <a:ext cx="18173" cy="10125"/>
            </a:xfrm>
            <a:custGeom>
              <a:avLst/>
              <a:gdLst/>
              <a:ahLst/>
              <a:cxnLst/>
              <a:rect l="l" t="t" r="r" b="b"/>
              <a:pathLst>
                <a:path w="140" h="78" extrusionOk="0">
                  <a:moveTo>
                    <a:pt x="58" y="1"/>
                  </a:moveTo>
                  <a:lnTo>
                    <a:pt x="20" y="39"/>
                  </a:lnTo>
                  <a:lnTo>
                    <a:pt x="1" y="39"/>
                  </a:lnTo>
                  <a:lnTo>
                    <a:pt x="82" y="78"/>
                  </a:lnTo>
                  <a:lnTo>
                    <a:pt x="102" y="78"/>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2537;p60">
              <a:extLst>
                <a:ext uri="{FF2B5EF4-FFF2-40B4-BE49-F238E27FC236}">
                  <a16:creationId xmlns:a16="http://schemas.microsoft.com/office/drawing/2014/main" id="{EF49E72B-53BF-5BEA-0FB9-BAA27D844B9E}"/>
                </a:ext>
              </a:extLst>
            </p:cNvPr>
            <p:cNvSpPr/>
            <p:nvPr/>
          </p:nvSpPr>
          <p:spPr>
            <a:xfrm>
              <a:off x="5835611" y="3127871"/>
              <a:ext cx="18173" cy="10774"/>
            </a:xfrm>
            <a:custGeom>
              <a:avLst/>
              <a:gdLst/>
              <a:ahLst/>
              <a:cxnLst/>
              <a:rect l="l" t="t" r="r" b="b"/>
              <a:pathLst>
                <a:path w="140" h="83" extrusionOk="0">
                  <a:moveTo>
                    <a:pt x="58" y="1"/>
                  </a:moveTo>
                  <a:lnTo>
                    <a:pt x="1" y="20"/>
                  </a:lnTo>
                  <a:lnTo>
                    <a:pt x="1" y="44"/>
                  </a:lnTo>
                  <a:lnTo>
                    <a:pt x="58" y="82"/>
                  </a:lnTo>
                  <a:lnTo>
                    <a:pt x="77" y="82"/>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2538;p60">
              <a:extLst>
                <a:ext uri="{FF2B5EF4-FFF2-40B4-BE49-F238E27FC236}">
                  <a16:creationId xmlns:a16="http://schemas.microsoft.com/office/drawing/2014/main" id="{DF36A0C1-A7A3-A0D5-45A4-3E64EB8BB38B}"/>
                </a:ext>
              </a:extLst>
            </p:cNvPr>
            <p:cNvSpPr/>
            <p:nvPr/>
          </p:nvSpPr>
          <p:spPr>
            <a:xfrm>
              <a:off x="5845606" y="3133452"/>
              <a:ext cx="18822" cy="10125"/>
            </a:xfrm>
            <a:custGeom>
              <a:avLst/>
              <a:gdLst/>
              <a:ahLst/>
              <a:cxnLst/>
              <a:rect l="l" t="t" r="r" b="b"/>
              <a:pathLst>
                <a:path w="145" h="78" extrusionOk="0">
                  <a:moveTo>
                    <a:pt x="63" y="1"/>
                  </a:moveTo>
                  <a:lnTo>
                    <a:pt x="0" y="39"/>
                  </a:lnTo>
                  <a:lnTo>
                    <a:pt x="82" y="78"/>
                  </a:lnTo>
                  <a:lnTo>
                    <a:pt x="101" y="78"/>
                  </a:lnTo>
                  <a:lnTo>
                    <a:pt x="145" y="58"/>
                  </a:lnTo>
                  <a:lnTo>
                    <a:pt x="145"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2539;p60">
              <a:extLst>
                <a:ext uri="{FF2B5EF4-FFF2-40B4-BE49-F238E27FC236}">
                  <a16:creationId xmlns:a16="http://schemas.microsoft.com/office/drawing/2014/main" id="{9D75CB9C-9DB9-00A2-CF5B-DADB78931D6E}"/>
                </a:ext>
              </a:extLst>
            </p:cNvPr>
            <p:cNvSpPr/>
            <p:nvPr/>
          </p:nvSpPr>
          <p:spPr>
            <a:xfrm>
              <a:off x="5858717" y="3140981"/>
              <a:ext cx="18173" cy="10774"/>
            </a:xfrm>
            <a:custGeom>
              <a:avLst/>
              <a:gdLst/>
              <a:ahLst/>
              <a:cxnLst/>
              <a:rect l="l" t="t" r="r" b="b"/>
              <a:pathLst>
                <a:path w="140" h="83" extrusionOk="0">
                  <a:moveTo>
                    <a:pt x="44" y="0"/>
                  </a:moveTo>
                  <a:lnTo>
                    <a:pt x="0" y="20"/>
                  </a:lnTo>
                  <a:lnTo>
                    <a:pt x="0" y="39"/>
                  </a:lnTo>
                  <a:lnTo>
                    <a:pt x="63" y="82"/>
                  </a:lnTo>
                  <a:lnTo>
                    <a:pt x="82" y="82"/>
                  </a:lnTo>
                  <a:lnTo>
                    <a:pt x="14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2540;p60">
              <a:extLst>
                <a:ext uri="{FF2B5EF4-FFF2-40B4-BE49-F238E27FC236}">
                  <a16:creationId xmlns:a16="http://schemas.microsoft.com/office/drawing/2014/main" id="{119EA9E5-A3F3-A6D3-9527-8296A31A43A2}"/>
                </a:ext>
              </a:extLst>
            </p:cNvPr>
            <p:cNvSpPr/>
            <p:nvPr/>
          </p:nvSpPr>
          <p:spPr>
            <a:xfrm>
              <a:off x="5869231" y="3145914"/>
              <a:ext cx="18303" cy="10774"/>
            </a:xfrm>
            <a:custGeom>
              <a:avLst/>
              <a:gdLst/>
              <a:ahLst/>
              <a:cxnLst/>
              <a:rect l="l" t="t" r="r" b="b"/>
              <a:pathLst>
                <a:path w="141" h="83" extrusionOk="0">
                  <a:moveTo>
                    <a:pt x="59" y="1"/>
                  </a:moveTo>
                  <a:lnTo>
                    <a:pt x="1" y="44"/>
                  </a:lnTo>
                  <a:lnTo>
                    <a:pt x="83" y="83"/>
                  </a:lnTo>
                  <a:lnTo>
                    <a:pt x="140" y="63"/>
                  </a:lnTo>
                  <a:lnTo>
                    <a:pt x="140" y="44"/>
                  </a:lnTo>
                  <a:lnTo>
                    <a:pt x="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2541;p60">
              <a:extLst>
                <a:ext uri="{FF2B5EF4-FFF2-40B4-BE49-F238E27FC236}">
                  <a16:creationId xmlns:a16="http://schemas.microsoft.com/office/drawing/2014/main" id="{2178633A-A6B3-423D-D309-8431DA496B8F}"/>
                </a:ext>
              </a:extLst>
            </p:cNvPr>
            <p:cNvSpPr/>
            <p:nvPr/>
          </p:nvSpPr>
          <p:spPr>
            <a:xfrm>
              <a:off x="5882342" y="3154092"/>
              <a:ext cx="18303" cy="10774"/>
            </a:xfrm>
            <a:custGeom>
              <a:avLst/>
              <a:gdLst/>
              <a:ahLst/>
              <a:cxnLst/>
              <a:rect l="l" t="t" r="r" b="b"/>
              <a:pathLst>
                <a:path w="141" h="83" extrusionOk="0">
                  <a:moveTo>
                    <a:pt x="39" y="0"/>
                  </a:moveTo>
                  <a:lnTo>
                    <a:pt x="1" y="20"/>
                  </a:lnTo>
                  <a:lnTo>
                    <a:pt x="1" y="39"/>
                  </a:lnTo>
                  <a:lnTo>
                    <a:pt x="58" y="82"/>
                  </a:lnTo>
                  <a:lnTo>
                    <a:pt x="78" y="82"/>
                  </a:lnTo>
                  <a:lnTo>
                    <a:pt x="121" y="39"/>
                  </a:lnTo>
                  <a:lnTo>
                    <a:pt x="140" y="39"/>
                  </a:lnTo>
                  <a:lnTo>
                    <a:pt x="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2542;p60">
              <a:extLst>
                <a:ext uri="{FF2B5EF4-FFF2-40B4-BE49-F238E27FC236}">
                  <a16:creationId xmlns:a16="http://schemas.microsoft.com/office/drawing/2014/main" id="{48E5AE57-8B73-D3EC-5BF0-5F1CED291D8E}"/>
                </a:ext>
              </a:extLst>
            </p:cNvPr>
            <p:cNvSpPr/>
            <p:nvPr/>
          </p:nvSpPr>
          <p:spPr>
            <a:xfrm>
              <a:off x="5892337" y="3159024"/>
              <a:ext cx="18822" cy="10774"/>
            </a:xfrm>
            <a:custGeom>
              <a:avLst/>
              <a:gdLst/>
              <a:ahLst/>
              <a:cxnLst/>
              <a:rect l="l" t="t" r="r" b="b"/>
              <a:pathLst>
                <a:path w="145" h="83" extrusionOk="0">
                  <a:moveTo>
                    <a:pt x="82" y="1"/>
                  </a:moveTo>
                  <a:lnTo>
                    <a:pt x="63" y="20"/>
                  </a:lnTo>
                  <a:lnTo>
                    <a:pt x="1" y="44"/>
                  </a:lnTo>
                  <a:lnTo>
                    <a:pt x="63" y="82"/>
                  </a:lnTo>
                  <a:lnTo>
                    <a:pt x="82" y="82"/>
                  </a:lnTo>
                  <a:lnTo>
                    <a:pt x="145" y="63"/>
                  </a:lnTo>
                  <a:lnTo>
                    <a:pt x="145"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2543;p60">
              <a:extLst>
                <a:ext uri="{FF2B5EF4-FFF2-40B4-BE49-F238E27FC236}">
                  <a16:creationId xmlns:a16="http://schemas.microsoft.com/office/drawing/2014/main" id="{25C28A93-750E-BDF8-713F-629F3DB85A05}"/>
                </a:ext>
              </a:extLst>
            </p:cNvPr>
            <p:cNvSpPr/>
            <p:nvPr/>
          </p:nvSpPr>
          <p:spPr>
            <a:xfrm>
              <a:off x="5902981" y="3167202"/>
              <a:ext cx="18173" cy="10125"/>
            </a:xfrm>
            <a:custGeom>
              <a:avLst/>
              <a:gdLst/>
              <a:ahLst/>
              <a:cxnLst/>
              <a:rect l="l" t="t" r="r" b="b"/>
              <a:pathLst>
                <a:path w="140" h="78" extrusionOk="0">
                  <a:moveTo>
                    <a:pt x="63" y="0"/>
                  </a:moveTo>
                  <a:lnTo>
                    <a:pt x="20" y="39"/>
                  </a:lnTo>
                  <a:lnTo>
                    <a:pt x="0" y="39"/>
                  </a:lnTo>
                  <a:lnTo>
                    <a:pt x="82" y="77"/>
                  </a:lnTo>
                  <a:lnTo>
                    <a:pt x="101" y="77"/>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2544;p60">
              <a:extLst>
                <a:ext uri="{FF2B5EF4-FFF2-40B4-BE49-F238E27FC236}">
                  <a16:creationId xmlns:a16="http://schemas.microsoft.com/office/drawing/2014/main" id="{8BAF08BF-0EC7-DBC2-C25B-A8550A1B7981}"/>
                </a:ext>
              </a:extLst>
            </p:cNvPr>
            <p:cNvSpPr/>
            <p:nvPr/>
          </p:nvSpPr>
          <p:spPr>
            <a:xfrm>
              <a:off x="5916092" y="3174601"/>
              <a:ext cx="18173" cy="10774"/>
            </a:xfrm>
            <a:custGeom>
              <a:avLst/>
              <a:gdLst/>
              <a:ahLst/>
              <a:cxnLst/>
              <a:rect l="l" t="t" r="r" b="b"/>
              <a:pathLst>
                <a:path w="140" h="83" extrusionOk="0">
                  <a:moveTo>
                    <a:pt x="58" y="1"/>
                  </a:moveTo>
                  <a:lnTo>
                    <a:pt x="0" y="20"/>
                  </a:lnTo>
                  <a:lnTo>
                    <a:pt x="0" y="44"/>
                  </a:lnTo>
                  <a:lnTo>
                    <a:pt x="58" y="83"/>
                  </a:lnTo>
                  <a:lnTo>
                    <a:pt x="82" y="63"/>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2545;p60">
              <a:extLst>
                <a:ext uri="{FF2B5EF4-FFF2-40B4-BE49-F238E27FC236}">
                  <a16:creationId xmlns:a16="http://schemas.microsoft.com/office/drawing/2014/main" id="{5A828271-0236-DEDD-7DB8-B6D9C1DF08A3}"/>
                </a:ext>
              </a:extLst>
            </p:cNvPr>
            <p:cNvSpPr/>
            <p:nvPr/>
          </p:nvSpPr>
          <p:spPr>
            <a:xfrm>
              <a:off x="5926606" y="3180313"/>
              <a:ext cx="18303" cy="9995"/>
            </a:xfrm>
            <a:custGeom>
              <a:avLst/>
              <a:gdLst/>
              <a:ahLst/>
              <a:cxnLst/>
              <a:rect l="l" t="t" r="r" b="b"/>
              <a:pathLst>
                <a:path w="141" h="77" extrusionOk="0">
                  <a:moveTo>
                    <a:pt x="59" y="0"/>
                  </a:moveTo>
                  <a:lnTo>
                    <a:pt x="1" y="39"/>
                  </a:lnTo>
                  <a:lnTo>
                    <a:pt x="78" y="77"/>
                  </a:lnTo>
                  <a:lnTo>
                    <a:pt x="97" y="77"/>
                  </a:lnTo>
                  <a:lnTo>
                    <a:pt x="140" y="58"/>
                  </a:lnTo>
                  <a:lnTo>
                    <a:pt x="140" y="39"/>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2546;p60">
              <a:extLst>
                <a:ext uri="{FF2B5EF4-FFF2-40B4-BE49-F238E27FC236}">
                  <a16:creationId xmlns:a16="http://schemas.microsoft.com/office/drawing/2014/main" id="{8E82F0CD-48AE-F2EB-8BCE-087F79B304ED}"/>
                </a:ext>
              </a:extLst>
            </p:cNvPr>
            <p:cNvSpPr/>
            <p:nvPr/>
          </p:nvSpPr>
          <p:spPr>
            <a:xfrm>
              <a:off x="5801991" y="3120342"/>
              <a:ext cx="18173" cy="10125"/>
            </a:xfrm>
            <a:custGeom>
              <a:avLst/>
              <a:gdLst/>
              <a:ahLst/>
              <a:cxnLst/>
              <a:rect l="l" t="t" r="r" b="b"/>
              <a:pathLst>
                <a:path w="140" h="78" extrusionOk="0">
                  <a:moveTo>
                    <a:pt x="58" y="1"/>
                  </a:moveTo>
                  <a:lnTo>
                    <a:pt x="0" y="20"/>
                  </a:lnTo>
                  <a:lnTo>
                    <a:pt x="0" y="39"/>
                  </a:lnTo>
                  <a:lnTo>
                    <a:pt x="77" y="78"/>
                  </a:lnTo>
                  <a:lnTo>
                    <a:pt x="139" y="39"/>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2547;p60">
              <a:extLst>
                <a:ext uri="{FF2B5EF4-FFF2-40B4-BE49-F238E27FC236}">
                  <a16:creationId xmlns:a16="http://schemas.microsoft.com/office/drawing/2014/main" id="{D8406C81-2E8D-88B5-359B-34755491EBBC}"/>
                </a:ext>
              </a:extLst>
            </p:cNvPr>
            <p:cNvSpPr/>
            <p:nvPr/>
          </p:nvSpPr>
          <p:spPr>
            <a:xfrm>
              <a:off x="5814453" y="3125404"/>
              <a:ext cx="15706" cy="10774"/>
            </a:xfrm>
            <a:custGeom>
              <a:avLst/>
              <a:gdLst/>
              <a:ahLst/>
              <a:cxnLst/>
              <a:rect l="l" t="t" r="r" b="b"/>
              <a:pathLst>
                <a:path w="121" h="83" extrusionOk="0">
                  <a:moveTo>
                    <a:pt x="43" y="0"/>
                  </a:moveTo>
                  <a:lnTo>
                    <a:pt x="0" y="39"/>
                  </a:lnTo>
                  <a:lnTo>
                    <a:pt x="63" y="82"/>
                  </a:lnTo>
                  <a:lnTo>
                    <a:pt x="82" y="82"/>
                  </a:lnTo>
                  <a:lnTo>
                    <a:pt x="120" y="63"/>
                  </a:lnTo>
                  <a:lnTo>
                    <a:pt x="120" y="3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2548;p60">
              <a:extLst>
                <a:ext uri="{FF2B5EF4-FFF2-40B4-BE49-F238E27FC236}">
                  <a16:creationId xmlns:a16="http://schemas.microsoft.com/office/drawing/2014/main" id="{9DE6BD18-2894-4EC4-B7EE-39B402F5FC0D}"/>
                </a:ext>
              </a:extLst>
            </p:cNvPr>
            <p:cNvSpPr/>
            <p:nvPr/>
          </p:nvSpPr>
          <p:spPr>
            <a:xfrm>
              <a:off x="5824967" y="3133452"/>
              <a:ext cx="18303" cy="10125"/>
            </a:xfrm>
            <a:custGeom>
              <a:avLst/>
              <a:gdLst/>
              <a:ahLst/>
              <a:cxnLst/>
              <a:rect l="l" t="t" r="r" b="b"/>
              <a:pathLst>
                <a:path w="141" h="78" extrusionOk="0">
                  <a:moveTo>
                    <a:pt x="63" y="1"/>
                  </a:moveTo>
                  <a:lnTo>
                    <a:pt x="1" y="20"/>
                  </a:lnTo>
                  <a:lnTo>
                    <a:pt x="1" y="39"/>
                  </a:lnTo>
                  <a:lnTo>
                    <a:pt x="63" y="78"/>
                  </a:lnTo>
                  <a:lnTo>
                    <a:pt x="83" y="78"/>
                  </a:lnTo>
                  <a:lnTo>
                    <a:pt x="140" y="39"/>
                  </a:lnTo>
                  <a:lnTo>
                    <a:pt x="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2549;p60">
              <a:extLst>
                <a:ext uri="{FF2B5EF4-FFF2-40B4-BE49-F238E27FC236}">
                  <a16:creationId xmlns:a16="http://schemas.microsoft.com/office/drawing/2014/main" id="{E39DFA62-FFBF-CF00-3F08-FFE5543EEB6C}"/>
                </a:ext>
              </a:extLst>
            </p:cNvPr>
            <p:cNvSpPr/>
            <p:nvPr/>
          </p:nvSpPr>
          <p:spPr>
            <a:xfrm>
              <a:off x="5835611" y="3138515"/>
              <a:ext cx="18173" cy="10644"/>
            </a:xfrm>
            <a:custGeom>
              <a:avLst/>
              <a:gdLst/>
              <a:ahLst/>
              <a:cxnLst/>
              <a:rect l="l" t="t" r="r" b="b"/>
              <a:pathLst>
                <a:path w="140" h="82" extrusionOk="0">
                  <a:moveTo>
                    <a:pt x="77" y="0"/>
                  </a:moveTo>
                  <a:lnTo>
                    <a:pt x="58" y="19"/>
                  </a:lnTo>
                  <a:lnTo>
                    <a:pt x="20" y="39"/>
                  </a:lnTo>
                  <a:lnTo>
                    <a:pt x="1" y="39"/>
                  </a:lnTo>
                  <a:lnTo>
                    <a:pt x="77" y="82"/>
                  </a:lnTo>
                  <a:lnTo>
                    <a:pt x="101" y="82"/>
                  </a:lnTo>
                  <a:lnTo>
                    <a:pt x="140" y="58"/>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2550;p60">
              <a:extLst>
                <a:ext uri="{FF2B5EF4-FFF2-40B4-BE49-F238E27FC236}">
                  <a16:creationId xmlns:a16="http://schemas.microsoft.com/office/drawing/2014/main" id="{A658323C-6C39-40D5-01F9-90D5648F76A9}"/>
                </a:ext>
              </a:extLst>
            </p:cNvPr>
            <p:cNvSpPr/>
            <p:nvPr/>
          </p:nvSpPr>
          <p:spPr>
            <a:xfrm>
              <a:off x="5848722" y="3145914"/>
              <a:ext cx="18173" cy="10774"/>
            </a:xfrm>
            <a:custGeom>
              <a:avLst/>
              <a:gdLst/>
              <a:ahLst/>
              <a:cxnLst/>
              <a:rect l="l" t="t" r="r" b="b"/>
              <a:pathLst>
                <a:path w="140" h="83" extrusionOk="0">
                  <a:moveTo>
                    <a:pt x="58" y="1"/>
                  </a:moveTo>
                  <a:lnTo>
                    <a:pt x="0" y="44"/>
                  </a:lnTo>
                  <a:lnTo>
                    <a:pt x="58" y="83"/>
                  </a:lnTo>
                  <a:lnTo>
                    <a:pt x="77" y="83"/>
                  </a:lnTo>
                  <a:lnTo>
                    <a:pt x="140" y="44"/>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2551;p60">
              <a:extLst>
                <a:ext uri="{FF2B5EF4-FFF2-40B4-BE49-F238E27FC236}">
                  <a16:creationId xmlns:a16="http://schemas.microsoft.com/office/drawing/2014/main" id="{F4C325A5-5F4B-F887-2288-D77FE7ECF929}"/>
                </a:ext>
              </a:extLst>
            </p:cNvPr>
            <p:cNvSpPr/>
            <p:nvPr/>
          </p:nvSpPr>
          <p:spPr>
            <a:xfrm>
              <a:off x="5858717" y="3154092"/>
              <a:ext cx="18173" cy="10774"/>
            </a:xfrm>
            <a:custGeom>
              <a:avLst/>
              <a:gdLst/>
              <a:ahLst/>
              <a:cxnLst/>
              <a:rect l="l" t="t" r="r" b="b"/>
              <a:pathLst>
                <a:path w="140" h="83" extrusionOk="0">
                  <a:moveTo>
                    <a:pt x="63" y="0"/>
                  </a:moveTo>
                  <a:lnTo>
                    <a:pt x="0" y="20"/>
                  </a:lnTo>
                  <a:lnTo>
                    <a:pt x="0" y="39"/>
                  </a:lnTo>
                  <a:lnTo>
                    <a:pt x="82" y="82"/>
                  </a:lnTo>
                  <a:lnTo>
                    <a:pt x="82" y="58"/>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2552;p60">
              <a:extLst>
                <a:ext uri="{FF2B5EF4-FFF2-40B4-BE49-F238E27FC236}">
                  <a16:creationId xmlns:a16="http://schemas.microsoft.com/office/drawing/2014/main" id="{9B4D06BB-0650-A188-39A4-AD8F2590742B}"/>
                </a:ext>
              </a:extLst>
            </p:cNvPr>
            <p:cNvSpPr/>
            <p:nvPr/>
          </p:nvSpPr>
          <p:spPr>
            <a:xfrm>
              <a:off x="5871828" y="3159024"/>
              <a:ext cx="18173" cy="10774"/>
            </a:xfrm>
            <a:custGeom>
              <a:avLst/>
              <a:gdLst/>
              <a:ahLst/>
              <a:cxnLst/>
              <a:rect l="l" t="t" r="r" b="b"/>
              <a:pathLst>
                <a:path w="140" h="83" extrusionOk="0">
                  <a:moveTo>
                    <a:pt x="39" y="1"/>
                  </a:moveTo>
                  <a:lnTo>
                    <a:pt x="0" y="44"/>
                  </a:lnTo>
                  <a:lnTo>
                    <a:pt x="63" y="82"/>
                  </a:lnTo>
                  <a:lnTo>
                    <a:pt x="82" y="82"/>
                  </a:lnTo>
                  <a:lnTo>
                    <a:pt x="139" y="63"/>
                  </a:lnTo>
                  <a:lnTo>
                    <a:pt x="139" y="44"/>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2553;p60">
              <a:extLst>
                <a:ext uri="{FF2B5EF4-FFF2-40B4-BE49-F238E27FC236}">
                  <a16:creationId xmlns:a16="http://schemas.microsoft.com/office/drawing/2014/main" id="{F75271FE-9143-015E-2C43-7E3AF16BF7EE}"/>
                </a:ext>
              </a:extLst>
            </p:cNvPr>
            <p:cNvSpPr/>
            <p:nvPr/>
          </p:nvSpPr>
          <p:spPr>
            <a:xfrm>
              <a:off x="5882342" y="3167202"/>
              <a:ext cx="18303" cy="10125"/>
            </a:xfrm>
            <a:custGeom>
              <a:avLst/>
              <a:gdLst/>
              <a:ahLst/>
              <a:cxnLst/>
              <a:rect l="l" t="t" r="r" b="b"/>
              <a:pathLst>
                <a:path w="141" h="78" extrusionOk="0">
                  <a:moveTo>
                    <a:pt x="58" y="0"/>
                  </a:moveTo>
                  <a:lnTo>
                    <a:pt x="1" y="19"/>
                  </a:lnTo>
                  <a:lnTo>
                    <a:pt x="1" y="39"/>
                  </a:lnTo>
                  <a:lnTo>
                    <a:pt x="78" y="77"/>
                  </a:lnTo>
                  <a:lnTo>
                    <a:pt x="140" y="39"/>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2554;p60">
              <a:extLst>
                <a:ext uri="{FF2B5EF4-FFF2-40B4-BE49-F238E27FC236}">
                  <a16:creationId xmlns:a16="http://schemas.microsoft.com/office/drawing/2014/main" id="{8CA23F0C-019C-B6CB-5D37-0F40297B27C4}"/>
                </a:ext>
              </a:extLst>
            </p:cNvPr>
            <p:cNvSpPr/>
            <p:nvPr/>
          </p:nvSpPr>
          <p:spPr>
            <a:xfrm>
              <a:off x="5895452" y="3172135"/>
              <a:ext cx="15706" cy="10774"/>
            </a:xfrm>
            <a:custGeom>
              <a:avLst/>
              <a:gdLst/>
              <a:ahLst/>
              <a:cxnLst/>
              <a:rect l="l" t="t" r="r" b="b"/>
              <a:pathLst>
                <a:path w="121" h="83" extrusionOk="0">
                  <a:moveTo>
                    <a:pt x="39" y="1"/>
                  </a:moveTo>
                  <a:lnTo>
                    <a:pt x="1" y="39"/>
                  </a:lnTo>
                  <a:lnTo>
                    <a:pt x="58" y="82"/>
                  </a:lnTo>
                  <a:lnTo>
                    <a:pt x="78" y="82"/>
                  </a:lnTo>
                  <a:lnTo>
                    <a:pt x="121" y="63"/>
                  </a:lnTo>
                  <a:lnTo>
                    <a:pt x="121"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2555;p60">
              <a:extLst>
                <a:ext uri="{FF2B5EF4-FFF2-40B4-BE49-F238E27FC236}">
                  <a16:creationId xmlns:a16="http://schemas.microsoft.com/office/drawing/2014/main" id="{BE3CCD0B-42B4-9B6A-83F3-1FCABB5534BC}"/>
                </a:ext>
              </a:extLst>
            </p:cNvPr>
            <p:cNvSpPr/>
            <p:nvPr/>
          </p:nvSpPr>
          <p:spPr>
            <a:xfrm>
              <a:off x="5905448" y="3180313"/>
              <a:ext cx="18173" cy="9995"/>
            </a:xfrm>
            <a:custGeom>
              <a:avLst/>
              <a:gdLst/>
              <a:ahLst/>
              <a:cxnLst/>
              <a:rect l="l" t="t" r="r" b="b"/>
              <a:pathLst>
                <a:path w="140" h="77" extrusionOk="0">
                  <a:moveTo>
                    <a:pt x="63" y="0"/>
                  </a:moveTo>
                  <a:lnTo>
                    <a:pt x="1" y="19"/>
                  </a:lnTo>
                  <a:lnTo>
                    <a:pt x="1" y="39"/>
                  </a:lnTo>
                  <a:lnTo>
                    <a:pt x="63" y="77"/>
                  </a:lnTo>
                  <a:lnTo>
                    <a:pt x="82" y="77"/>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2556;p60">
              <a:extLst>
                <a:ext uri="{FF2B5EF4-FFF2-40B4-BE49-F238E27FC236}">
                  <a16:creationId xmlns:a16="http://schemas.microsoft.com/office/drawing/2014/main" id="{11D3A821-3216-A510-3CAC-419A75045385}"/>
                </a:ext>
              </a:extLst>
            </p:cNvPr>
            <p:cNvSpPr/>
            <p:nvPr/>
          </p:nvSpPr>
          <p:spPr>
            <a:xfrm>
              <a:off x="5916092" y="3185245"/>
              <a:ext cx="18173" cy="10774"/>
            </a:xfrm>
            <a:custGeom>
              <a:avLst/>
              <a:gdLst/>
              <a:ahLst/>
              <a:cxnLst/>
              <a:rect l="l" t="t" r="r" b="b"/>
              <a:pathLst>
                <a:path w="140" h="83" extrusionOk="0">
                  <a:moveTo>
                    <a:pt x="58" y="1"/>
                  </a:moveTo>
                  <a:lnTo>
                    <a:pt x="19" y="39"/>
                  </a:lnTo>
                  <a:lnTo>
                    <a:pt x="0" y="39"/>
                  </a:lnTo>
                  <a:lnTo>
                    <a:pt x="82" y="82"/>
                  </a:lnTo>
                  <a:lnTo>
                    <a:pt x="101" y="82"/>
                  </a:lnTo>
                  <a:lnTo>
                    <a:pt x="140" y="58"/>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2557;p60">
              <a:extLst>
                <a:ext uri="{FF2B5EF4-FFF2-40B4-BE49-F238E27FC236}">
                  <a16:creationId xmlns:a16="http://schemas.microsoft.com/office/drawing/2014/main" id="{D4482A32-F890-1A35-D4F0-0D47B4DD7FC0}"/>
                </a:ext>
              </a:extLst>
            </p:cNvPr>
            <p:cNvSpPr/>
            <p:nvPr/>
          </p:nvSpPr>
          <p:spPr>
            <a:xfrm>
              <a:off x="5791347" y="3125404"/>
              <a:ext cx="18173" cy="10774"/>
            </a:xfrm>
            <a:custGeom>
              <a:avLst/>
              <a:gdLst/>
              <a:ahLst/>
              <a:cxnLst/>
              <a:rect l="l" t="t" r="r" b="b"/>
              <a:pathLst>
                <a:path w="140" h="83" extrusionOk="0">
                  <a:moveTo>
                    <a:pt x="58" y="0"/>
                  </a:moveTo>
                  <a:lnTo>
                    <a:pt x="0" y="39"/>
                  </a:lnTo>
                  <a:lnTo>
                    <a:pt x="82" y="82"/>
                  </a:lnTo>
                  <a:lnTo>
                    <a:pt x="14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2558;p60">
              <a:extLst>
                <a:ext uri="{FF2B5EF4-FFF2-40B4-BE49-F238E27FC236}">
                  <a16:creationId xmlns:a16="http://schemas.microsoft.com/office/drawing/2014/main" id="{B353B330-F48C-AE28-2E4C-C894607CB47A}"/>
                </a:ext>
              </a:extLst>
            </p:cNvPr>
            <p:cNvSpPr/>
            <p:nvPr/>
          </p:nvSpPr>
          <p:spPr>
            <a:xfrm>
              <a:off x="5804457" y="3133452"/>
              <a:ext cx="18173" cy="10125"/>
            </a:xfrm>
            <a:custGeom>
              <a:avLst/>
              <a:gdLst/>
              <a:ahLst/>
              <a:cxnLst/>
              <a:rect l="l" t="t" r="r" b="b"/>
              <a:pathLst>
                <a:path w="140" h="78" extrusionOk="0">
                  <a:moveTo>
                    <a:pt x="39" y="1"/>
                  </a:moveTo>
                  <a:lnTo>
                    <a:pt x="0" y="20"/>
                  </a:lnTo>
                  <a:lnTo>
                    <a:pt x="0" y="39"/>
                  </a:lnTo>
                  <a:lnTo>
                    <a:pt x="58" y="78"/>
                  </a:lnTo>
                  <a:lnTo>
                    <a:pt x="77" y="78"/>
                  </a:lnTo>
                  <a:lnTo>
                    <a:pt x="120" y="39"/>
                  </a:lnTo>
                  <a:lnTo>
                    <a:pt x="140" y="39"/>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2559;p60">
              <a:extLst>
                <a:ext uri="{FF2B5EF4-FFF2-40B4-BE49-F238E27FC236}">
                  <a16:creationId xmlns:a16="http://schemas.microsoft.com/office/drawing/2014/main" id="{817AC59A-E52C-D005-465D-4CFC4BA9FE41}"/>
                </a:ext>
              </a:extLst>
            </p:cNvPr>
            <p:cNvSpPr/>
            <p:nvPr/>
          </p:nvSpPr>
          <p:spPr>
            <a:xfrm>
              <a:off x="5814453" y="3138515"/>
              <a:ext cx="18822" cy="10644"/>
            </a:xfrm>
            <a:custGeom>
              <a:avLst/>
              <a:gdLst/>
              <a:ahLst/>
              <a:cxnLst/>
              <a:rect l="l" t="t" r="r" b="b"/>
              <a:pathLst>
                <a:path w="145" h="82" extrusionOk="0">
                  <a:moveTo>
                    <a:pt x="63" y="0"/>
                  </a:moveTo>
                  <a:lnTo>
                    <a:pt x="0" y="39"/>
                  </a:lnTo>
                  <a:lnTo>
                    <a:pt x="63" y="82"/>
                  </a:lnTo>
                  <a:lnTo>
                    <a:pt x="82" y="82"/>
                  </a:lnTo>
                  <a:lnTo>
                    <a:pt x="144" y="58"/>
                  </a:lnTo>
                  <a:lnTo>
                    <a:pt x="144"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2560;p60">
              <a:extLst>
                <a:ext uri="{FF2B5EF4-FFF2-40B4-BE49-F238E27FC236}">
                  <a16:creationId xmlns:a16="http://schemas.microsoft.com/office/drawing/2014/main" id="{3BCFF835-3226-10A4-511C-DEE9426E72C3}"/>
                </a:ext>
              </a:extLst>
            </p:cNvPr>
            <p:cNvSpPr/>
            <p:nvPr/>
          </p:nvSpPr>
          <p:spPr>
            <a:xfrm>
              <a:off x="5827563" y="3145914"/>
              <a:ext cx="75547" cy="41927"/>
            </a:xfrm>
            <a:custGeom>
              <a:avLst/>
              <a:gdLst/>
              <a:ahLst/>
              <a:cxnLst/>
              <a:rect l="l" t="t" r="r" b="b"/>
              <a:pathLst>
                <a:path w="582" h="323" extrusionOk="0">
                  <a:moveTo>
                    <a:pt x="43" y="1"/>
                  </a:moveTo>
                  <a:lnTo>
                    <a:pt x="0" y="25"/>
                  </a:lnTo>
                  <a:lnTo>
                    <a:pt x="0" y="44"/>
                  </a:lnTo>
                  <a:lnTo>
                    <a:pt x="500" y="323"/>
                  </a:lnTo>
                  <a:lnTo>
                    <a:pt x="524" y="323"/>
                  </a:lnTo>
                  <a:lnTo>
                    <a:pt x="562" y="304"/>
                  </a:lnTo>
                  <a:lnTo>
                    <a:pt x="581" y="284"/>
                  </a:lnTo>
                  <a:lnTo>
                    <a:pt x="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2561;p60">
              <a:extLst>
                <a:ext uri="{FF2B5EF4-FFF2-40B4-BE49-F238E27FC236}">
                  <a16:creationId xmlns:a16="http://schemas.microsoft.com/office/drawing/2014/main" id="{457BB15D-6E58-200F-3B57-7FE582CBC149}"/>
                </a:ext>
              </a:extLst>
            </p:cNvPr>
            <p:cNvSpPr/>
            <p:nvPr/>
          </p:nvSpPr>
          <p:spPr>
            <a:xfrm>
              <a:off x="5895452" y="3185245"/>
              <a:ext cx="18303" cy="10774"/>
            </a:xfrm>
            <a:custGeom>
              <a:avLst/>
              <a:gdLst/>
              <a:ahLst/>
              <a:cxnLst/>
              <a:rect l="l" t="t" r="r" b="b"/>
              <a:pathLst>
                <a:path w="141" h="83" extrusionOk="0">
                  <a:moveTo>
                    <a:pt x="58" y="1"/>
                  </a:moveTo>
                  <a:lnTo>
                    <a:pt x="1" y="39"/>
                  </a:lnTo>
                  <a:lnTo>
                    <a:pt x="58" y="82"/>
                  </a:lnTo>
                  <a:lnTo>
                    <a:pt x="78" y="82"/>
                  </a:lnTo>
                  <a:lnTo>
                    <a:pt x="140" y="58"/>
                  </a:lnTo>
                  <a:lnTo>
                    <a:pt x="140" y="39"/>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2562;p60">
              <a:extLst>
                <a:ext uri="{FF2B5EF4-FFF2-40B4-BE49-F238E27FC236}">
                  <a16:creationId xmlns:a16="http://schemas.microsoft.com/office/drawing/2014/main" id="{9025D9DC-1F9A-80C4-FF44-347E7BBDF17C}"/>
                </a:ext>
              </a:extLst>
            </p:cNvPr>
            <p:cNvSpPr/>
            <p:nvPr/>
          </p:nvSpPr>
          <p:spPr>
            <a:xfrm>
              <a:off x="5907914" y="3192774"/>
              <a:ext cx="15706" cy="10644"/>
            </a:xfrm>
            <a:custGeom>
              <a:avLst/>
              <a:gdLst/>
              <a:ahLst/>
              <a:cxnLst/>
              <a:rect l="l" t="t" r="r" b="b"/>
              <a:pathLst>
                <a:path w="121" h="82" extrusionOk="0">
                  <a:moveTo>
                    <a:pt x="44" y="0"/>
                  </a:moveTo>
                  <a:lnTo>
                    <a:pt x="1" y="24"/>
                  </a:lnTo>
                  <a:lnTo>
                    <a:pt x="1" y="43"/>
                  </a:lnTo>
                  <a:lnTo>
                    <a:pt x="63" y="82"/>
                  </a:lnTo>
                  <a:lnTo>
                    <a:pt x="82" y="82"/>
                  </a:lnTo>
                  <a:lnTo>
                    <a:pt x="121" y="43"/>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2563;p60">
              <a:extLst>
                <a:ext uri="{FF2B5EF4-FFF2-40B4-BE49-F238E27FC236}">
                  <a16:creationId xmlns:a16="http://schemas.microsoft.com/office/drawing/2014/main" id="{1029243A-F35F-03D5-6AC7-6D2AF02296F3}"/>
                </a:ext>
              </a:extLst>
            </p:cNvPr>
            <p:cNvSpPr/>
            <p:nvPr/>
          </p:nvSpPr>
          <p:spPr>
            <a:xfrm>
              <a:off x="7589180" y="3086722"/>
              <a:ext cx="242086" cy="140449"/>
            </a:xfrm>
            <a:custGeom>
              <a:avLst/>
              <a:gdLst/>
              <a:ahLst/>
              <a:cxnLst/>
              <a:rect l="l" t="t" r="r" b="b"/>
              <a:pathLst>
                <a:path w="1865" h="1082" extrusionOk="0">
                  <a:moveTo>
                    <a:pt x="1125" y="1"/>
                  </a:moveTo>
                  <a:lnTo>
                    <a:pt x="1" y="659"/>
                  </a:lnTo>
                  <a:lnTo>
                    <a:pt x="740" y="1081"/>
                  </a:lnTo>
                  <a:lnTo>
                    <a:pt x="1865" y="438"/>
                  </a:lnTo>
                  <a:lnTo>
                    <a:pt x="1125"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2564;p60">
              <a:extLst>
                <a:ext uri="{FF2B5EF4-FFF2-40B4-BE49-F238E27FC236}">
                  <a16:creationId xmlns:a16="http://schemas.microsoft.com/office/drawing/2014/main" id="{9A864034-4843-0701-EA4A-8206EE6C7D0C}"/>
                </a:ext>
              </a:extLst>
            </p:cNvPr>
            <p:cNvSpPr/>
            <p:nvPr/>
          </p:nvSpPr>
          <p:spPr>
            <a:xfrm>
              <a:off x="7589180" y="3172135"/>
              <a:ext cx="96186" cy="57504"/>
            </a:xfrm>
            <a:custGeom>
              <a:avLst/>
              <a:gdLst/>
              <a:ahLst/>
              <a:cxnLst/>
              <a:rect l="l" t="t" r="r" b="b"/>
              <a:pathLst>
                <a:path w="741" h="443" extrusionOk="0">
                  <a:moveTo>
                    <a:pt x="1" y="1"/>
                  </a:moveTo>
                  <a:lnTo>
                    <a:pt x="740" y="443"/>
                  </a:lnTo>
                  <a:lnTo>
                    <a:pt x="740" y="423"/>
                  </a:lnTo>
                  <a:lnTo>
                    <a:pt x="1"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2565;p60">
              <a:extLst>
                <a:ext uri="{FF2B5EF4-FFF2-40B4-BE49-F238E27FC236}">
                  <a16:creationId xmlns:a16="http://schemas.microsoft.com/office/drawing/2014/main" id="{FF220DFC-3ACA-F251-E85E-3508070C370E}"/>
                </a:ext>
              </a:extLst>
            </p:cNvPr>
            <p:cNvSpPr/>
            <p:nvPr/>
          </p:nvSpPr>
          <p:spPr>
            <a:xfrm>
              <a:off x="7685237" y="3143447"/>
              <a:ext cx="146031" cy="86191"/>
            </a:xfrm>
            <a:custGeom>
              <a:avLst/>
              <a:gdLst/>
              <a:ahLst/>
              <a:cxnLst/>
              <a:rect l="l" t="t" r="r" b="b"/>
              <a:pathLst>
                <a:path w="1125" h="664" extrusionOk="0">
                  <a:moveTo>
                    <a:pt x="1125" y="1"/>
                  </a:moveTo>
                  <a:lnTo>
                    <a:pt x="0" y="644"/>
                  </a:lnTo>
                  <a:lnTo>
                    <a:pt x="0" y="664"/>
                  </a:lnTo>
                  <a:lnTo>
                    <a:pt x="1125" y="20"/>
                  </a:lnTo>
                  <a:lnTo>
                    <a:pt x="1125" y="1"/>
                  </a:ln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2566;p60">
              <a:extLst>
                <a:ext uri="{FF2B5EF4-FFF2-40B4-BE49-F238E27FC236}">
                  <a16:creationId xmlns:a16="http://schemas.microsoft.com/office/drawing/2014/main" id="{F4DAB4EB-CCB6-8E2E-4D7C-04E5F125B21E}"/>
                </a:ext>
              </a:extLst>
            </p:cNvPr>
            <p:cNvSpPr/>
            <p:nvPr/>
          </p:nvSpPr>
          <p:spPr>
            <a:xfrm>
              <a:off x="7591646" y="2981967"/>
              <a:ext cx="143564" cy="190294"/>
            </a:xfrm>
            <a:custGeom>
              <a:avLst/>
              <a:gdLst/>
              <a:ahLst/>
              <a:cxnLst/>
              <a:rect l="l" t="t" r="r" b="b"/>
              <a:pathLst>
                <a:path w="1106" h="1466" extrusionOk="0">
                  <a:moveTo>
                    <a:pt x="1045" y="0"/>
                  </a:moveTo>
                  <a:cubicBezTo>
                    <a:pt x="1038" y="0"/>
                    <a:pt x="1031" y="2"/>
                    <a:pt x="1024" y="5"/>
                  </a:cubicBezTo>
                  <a:lnTo>
                    <a:pt x="44" y="587"/>
                  </a:lnTo>
                  <a:cubicBezTo>
                    <a:pt x="25" y="606"/>
                    <a:pt x="1" y="625"/>
                    <a:pt x="1" y="663"/>
                  </a:cubicBezTo>
                  <a:lnTo>
                    <a:pt x="1" y="1466"/>
                  </a:lnTo>
                  <a:lnTo>
                    <a:pt x="1106" y="827"/>
                  </a:lnTo>
                  <a:lnTo>
                    <a:pt x="1106" y="63"/>
                  </a:lnTo>
                  <a:cubicBezTo>
                    <a:pt x="1106" y="32"/>
                    <a:pt x="1077" y="0"/>
                    <a:pt x="1045"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2567;p60">
              <a:extLst>
                <a:ext uri="{FF2B5EF4-FFF2-40B4-BE49-F238E27FC236}">
                  <a16:creationId xmlns:a16="http://schemas.microsoft.com/office/drawing/2014/main" id="{F60CB08B-91D3-4999-FFFA-8F7970D5ABFC}"/>
                </a:ext>
              </a:extLst>
            </p:cNvPr>
            <p:cNvSpPr/>
            <p:nvPr/>
          </p:nvSpPr>
          <p:spPr>
            <a:xfrm>
              <a:off x="7597228" y="2987549"/>
              <a:ext cx="132401" cy="177314"/>
            </a:xfrm>
            <a:custGeom>
              <a:avLst/>
              <a:gdLst/>
              <a:ahLst/>
              <a:cxnLst/>
              <a:rect l="l" t="t" r="r" b="b"/>
              <a:pathLst>
                <a:path w="1020" h="1366" extrusionOk="0">
                  <a:moveTo>
                    <a:pt x="1019" y="1"/>
                  </a:moveTo>
                  <a:lnTo>
                    <a:pt x="1" y="601"/>
                  </a:lnTo>
                  <a:lnTo>
                    <a:pt x="1" y="1365"/>
                  </a:lnTo>
                  <a:lnTo>
                    <a:pt x="1019" y="784"/>
                  </a:lnTo>
                  <a:lnTo>
                    <a:pt x="1019" y="1"/>
                  </a:lnTo>
                  <a:close/>
                </a:path>
              </a:pathLst>
            </a:custGeom>
            <a:solidFill>
              <a:srgbClr val="F5F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2568;p60">
              <a:extLst>
                <a:ext uri="{FF2B5EF4-FFF2-40B4-BE49-F238E27FC236}">
                  <a16:creationId xmlns:a16="http://schemas.microsoft.com/office/drawing/2014/main" id="{2859344F-BFCB-D1DB-454B-412D0FB1CE8F}"/>
                </a:ext>
              </a:extLst>
            </p:cNvPr>
            <p:cNvSpPr/>
            <p:nvPr/>
          </p:nvSpPr>
          <p:spPr>
            <a:xfrm>
              <a:off x="7721973" y="3099183"/>
              <a:ext cx="15706" cy="8308"/>
            </a:xfrm>
            <a:custGeom>
              <a:avLst/>
              <a:gdLst/>
              <a:ahLst/>
              <a:cxnLst/>
              <a:rect l="l" t="t" r="r" b="b"/>
              <a:pathLst>
                <a:path w="121" h="64" extrusionOk="0">
                  <a:moveTo>
                    <a:pt x="78" y="1"/>
                  </a:moveTo>
                  <a:lnTo>
                    <a:pt x="1" y="44"/>
                  </a:lnTo>
                  <a:lnTo>
                    <a:pt x="39" y="63"/>
                  </a:lnTo>
                  <a:lnTo>
                    <a:pt x="121" y="25"/>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2569;p60">
              <a:extLst>
                <a:ext uri="{FF2B5EF4-FFF2-40B4-BE49-F238E27FC236}">
                  <a16:creationId xmlns:a16="http://schemas.microsoft.com/office/drawing/2014/main" id="{DAA988C5-52A7-2090-C6B9-EA8D4D80A04A}"/>
                </a:ext>
              </a:extLst>
            </p:cNvPr>
            <p:cNvSpPr/>
            <p:nvPr/>
          </p:nvSpPr>
          <p:spPr>
            <a:xfrm>
              <a:off x="7711458" y="3104765"/>
              <a:ext cx="13240" cy="10125"/>
            </a:xfrm>
            <a:custGeom>
              <a:avLst/>
              <a:gdLst/>
              <a:ahLst/>
              <a:cxnLst/>
              <a:rect l="l" t="t" r="r" b="b"/>
              <a:pathLst>
                <a:path w="102" h="78" extrusionOk="0">
                  <a:moveTo>
                    <a:pt x="63" y="1"/>
                  </a:moveTo>
                  <a:lnTo>
                    <a:pt x="0" y="39"/>
                  </a:lnTo>
                  <a:lnTo>
                    <a:pt x="0" y="58"/>
                  </a:lnTo>
                  <a:lnTo>
                    <a:pt x="19" y="78"/>
                  </a:lnTo>
                  <a:lnTo>
                    <a:pt x="39" y="78"/>
                  </a:lnTo>
                  <a:lnTo>
                    <a:pt x="101" y="39"/>
                  </a:lnTo>
                  <a:lnTo>
                    <a:pt x="101"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2570;p60">
              <a:extLst>
                <a:ext uri="{FF2B5EF4-FFF2-40B4-BE49-F238E27FC236}">
                  <a16:creationId xmlns:a16="http://schemas.microsoft.com/office/drawing/2014/main" id="{BEBD5A08-736E-0DE0-9527-7356C8806CDD}"/>
                </a:ext>
              </a:extLst>
            </p:cNvPr>
            <p:cNvSpPr/>
            <p:nvPr/>
          </p:nvSpPr>
          <p:spPr>
            <a:xfrm>
              <a:off x="7698348" y="3112294"/>
              <a:ext cx="15706" cy="8178"/>
            </a:xfrm>
            <a:custGeom>
              <a:avLst/>
              <a:gdLst/>
              <a:ahLst/>
              <a:cxnLst/>
              <a:rect l="l" t="t" r="r" b="b"/>
              <a:pathLst>
                <a:path w="121" h="63" extrusionOk="0">
                  <a:moveTo>
                    <a:pt x="82" y="0"/>
                  </a:moveTo>
                  <a:lnTo>
                    <a:pt x="0" y="44"/>
                  </a:lnTo>
                  <a:lnTo>
                    <a:pt x="43" y="63"/>
                  </a:lnTo>
                  <a:lnTo>
                    <a:pt x="120" y="20"/>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2571;p60">
              <a:extLst>
                <a:ext uri="{FF2B5EF4-FFF2-40B4-BE49-F238E27FC236}">
                  <a16:creationId xmlns:a16="http://schemas.microsoft.com/office/drawing/2014/main" id="{0F3CAAD1-EB19-C005-53F3-EB35D834C92A}"/>
                </a:ext>
              </a:extLst>
            </p:cNvPr>
            <p:cNvSpPr/>
            <p:nvPr/>
          </p:nvSpPr>
          <p:spPr>
            <a:xfrm>
              <a:off x="7688352" y="3117875"/>
              <a:ext cx="15706" cy="10125"/>
            </a:xfrm>
            <a:custGeom>
              <a:avLst/>
              <a:gdLst/>
              <a:ahLst/>
              <a:cxnLst/>
              <a:rect l="l" t="t" r="r" b="b"/>
              <a:pathLst>
                <a:path w="121" h="78" extrusionOk="0">
                  <a:moveTo>
                    <a:pt x="58" y="1"/>
                  </a:moveTo>
                  <a:lnTo>
                    <a:pt x="0" y="39"/>
                  </a:lnTo>
                  <a:lnTo>
                    <a:pt x="0" y="58"/>
                  </a:lnTo>
                  <a:lnTo>
                    <a:pt x="20" y="78"/>
                  </a:lnTo>
                  <a:lnTo>
                    <a:pt x="39" y="78"/>
                  </a:lnTo>
                  <a:lnTo>
                    <a:pt x="120" y="39"/>
                  </a:lnTo>
                  <a:lnTo>
                    <a:pt x="96"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2572;p60">
              <a:extLst>
                <a:ext uri="{FF2B5EF4-FFF2-40B4-BE49-F238E27FC236}">
                  <a16:creationId xmlns:a16="http://schemas.microsoft.com/office/drawing/2014/main" id="{D8273E9D-9084-3503-7B5A-BEFA58972C9B}"/>
                </a:ext>
              </a:extLst>
            </p:cNvPr>
            <p:cNvSpPr/>
            <p:nvPr/>
          </p:nvSpPr>
          <p:spPr>
            <a:xfrm>
              <a:off x="7675242" y="3125404"/>
              <a:ext cx="15706" cy="8178"/>
            </a:xfrm>
            <a:custGeom>
              <a:avLst/>
              <a:gdLst/>
              <a:ahLst/>
              <a:cxnLst/>
              <a:rect l="l" t="t" r="r" b="b"/>
              <a:pathLst>
                <a:path w="121" h="63" extrusionOk="0">
                  <a:moveTo>
                    <a:pt x="77" y="0"/>
                  </a:moveTo>
                  <a:lnTo>
                    <a:pt x="1" y="39"/>
                  </a:lnTo>
                  <a:lnTo>
                    <a:pt x="39" y="63"/>
                  </a:lnTo>
                  <a:lnTo>
                    <a:pt x="58" y="63"/>
                  </a:lnTo>
                  <a:lnTo>
                    <a:pt x="121" y="20"/>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2573;p60">
              <a:extLst>
                <a:ext uri="{FF2B5EF4-FFF2-40B4-BE49-F238E27FC236}">
                  <a16:creationId xmlns:a16="http://schemas.microsoft.com/office/drawing/2014/main" id="{36BEF075-267D-F895-A37A-CA3700FF0E82}"/>
                </a:ext>
              </a:extLst>
            </p:cNvPr>
            <p:cNvSpPr/>
            <p:nvPr/>
          </p:nvSpPr>
          <p:spPr>
            <a:xfrm>
              <a:off x="7664598" y="3133452"/>
              <a:ext cx="15706" cy="7658"/>
            </a:xfrm>
            <a:custGeom>
              <a:avLst/>
              <a:gdLst/>
              <a:ahLst/>
              <a:cxnLst/>
              <a:rect l="l" t="t" r="r" b="b"/>
              <a:pathLst>
                <a:path w="121" h="59" extrusionOk="0">
                  <a:moveTo>
                    <a:pt x="63" y="1"/>
                  </a:moveTo>
                  <a:lnTo>
                    <a:pt x="1" y="39"/>
                  </a:lnTo>
                  <a:lnTo>
                    <a:pt x="20" y="58"/>
                  </a:lnTo>
                  <a:lnTo>
                    <a:pt x="39" y="58"/>
                  </a:lnTo>
                  <a:lnTo>
                    <a:pt x="121" y="20"/>
                  </a:lnTo>
                  <a:lnTo>
                    <a:pt x="12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2574;p60">
              <a:extLst>
                <a:ext uri="{FF2B5EF4-FFF2-40B4-BE49-F238E27FC236}">
                  <a16:creationId xmlns:a16="http://schemas.microsoft.com/office/drawing/2014/main" id="{C06D28C8-2782-BFB6-6421-297E611E7E9B}"/>
                </a:ext>
              </a:extLst>
            </p:cNvPr>
            <p:cNvSpPr/>
            <p:nvPr/>
          </p:nvSpPr>
          <p:spPr>
            <a:xfrm>
              <a:off x="7651487" y="3138515"/>
              <a:ext cx="15836" cy="7529"/>
            </a:xfrm>
            <a:custGeom>
              <a:avLst/>
              <a:gdLst/>
              <a:ahLst/>
              <a:cxnLst/>
              <a:rect l="l" t="t" r="r" b="b"/>
              <a:pathLst>
                <a:path w="122" h="58" extrusionOk="0">
                  <a:moveTo>
                    <a:pt x="83" y="0"/>
                  </a:moveTo>
                  <a:lnTo>
                    <a:pt x="1" y="39"/>
                  </a:lnTo>
                  <a:lnTo>
                    <a:pt x="20" y="58"/>
                  </a:lnTo>
                  <a:lnTo>
                    <a:pt x="63" y="58"/>
                  </a:lnTo>
                  <a:lnTo>
                    <a:pt x="121" y="19"/>
                  </a:lnTo>
                  <a:lnTo>
                    <a:pt x="1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2575;p60">
              <a:extLst>
                <a:ext uri="{FF2B5EF4-FFF2-40B4-BE49-F238E27FC236}">
                  <a16:creationId xmlns:a16="http://schemas.microsoft.com/office/drawing/2014/main" id="{D437D2D9-F902-FD90-DB53-B33D01291D40}"/>
                </a:ext>
              </a:extLst>
            </p:cNvPr>
            <p:cNvSpPr/>
            <p:nvPr/>
          </p:nvSpPr>
          <p:spPr>
            <a:xfrm>
              <a:off x="7641622" y="3145914"/>
              <a:ext cx="15706" cy="8308"/>
            </a:xfrm>
            <a:custGeom>
              <a:avLst/>
              <a:gdLst/>
              <a:ahLst/>
              <a:cxnLst/>
              <a:rect l="l" t="t" r="r" b="b"/>
              <a:pathLst>
                <a:path w="121" h="64" extrusionOk="0">
                  <a:moveTo>
                    <a:pt x="77" y="1"/>
                  </a:moveTo>
                  <a:lnTo>
                    <a:pt x="0" y="44"/>
                  </a:lnTo>
                  <a:lnTo>
                    <a:pt x="39" y="63"/>
                  </a:lnTo>
                  <a:lnTo>
                    <a:pt x="120" y="25"/>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2576;p60">
              <a:extLst>
                <a:ext uri="{FF2B5EF4-FFF2-40B4-BE49-F238E27FC236}">
                  <a16:creationId xmlns:a16="http://schemas.microsoft.com/office/drawing/2014/main" id="{F6B2AA55-E89E-8205-84A5-53EFD0616D3E}"/>
                </a:ext>
              </a:extLst>
            </p:cNvPr>
            <p:cNvSpPr/>
            <p:nvPr/>
          </p:nvSpPr>
          <p:spPr>
            <a:xfrm>
              <a:off x="7630978" y="3151625"/>
              <a:ext cx="13240" cy="10125"/>
            </a:xfrm>
            <a:custGeom>
              <a:avLst/>
              <a:gdLst/>
              <a:ahLst/>
              <a:cxnLst/>
              <a:rect l="l" t="t" r="r" b="b"/>
              <a:pathLst>
                <a:path w="102" h="78" extrusionOk="0">
                  <a:moveTo>
                    <a:pt x="58" y="0"/>
                  </a:moveTo>
                  <a:lnTo>
                    <a:pt x="0" y="39"/>
                  </a:lnTo>
                  <a:lnTo>
                    <a:pt x="0" y="58"/>
                  </a:lnTo>
                  <a:lnTo>
                    <a:pt x="20" y="77"/>
                  </a:lnTo>
                  <a:lnTo>
                    <a:pt x="39" y="77"/>
                  </a:lnTo>
                  <a:lnTo>
                    <a:pt x="101" y="39"/>
                  </a:lnTo>
                  <a:lnTo>
                    <a:pt x="101"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2577;p60">
              <a:extLst>
                <a:ext uri="{FF2B5EF4-FFF2-40B4-BE49-F238E27FC236}">
                  <a16:creationId xmlns:a16="http://schemas.microsoft.com/office/drawing/2014/main" id="{F65D6129-BF56-393E-7E07-E40BF48C8C13}"/>
                </a:ext>
              </a:extLst>
            </p:cNvPr>
            <p:cNvSpPr/>
            <p:nvPr/>
          </p:nvSpPr>
          <p:spPr>
            <a:xfrm>
              <a:off x="7617867" y="3159024"/>
              <a:ext cx="15706" cy="8308"/>
            </a:xfrm>
            <a:custGeom>
              <a:avLst/>
              <a:gdLst/>
              <a:ahLst/>
              <a:cxnLst/>
              <a:rect l="l" t="t" r="r" b="b"/>
              <a:pathLst>
                <a:path w="121" h="64" extrusionOk="0">
                  <a:moveTo>
                    <a:pt x="82" y="1"/>
                  </a:moveTo>
                  <a:lnTo>
                    <a:pt x="1" y="44"/>
                  </a:lnTo>
                  <a:lnTo>
                    <a:pt x="39" y="63"/>
                  </a:lnTo>
                  <a:lnTo>
                    <a:pt x="121"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2578;p60">
              <a:extLst>
                <a:ext uri="{FF2B5EF4-FFF2-40B4-BE49-F238E27FC236}">
                  <a16:creationId xmlns:a16="http://schemas.microsoft.com/office/drawing/2014/main" id="{9181B9EF-DA22-A7FD-473A-713F2265523C}"/>
                </a:ext>
              </a:extLst>
            </p:cNvPr>
            <p:cNvSpPr/>
            <p:nvPr/>
          </p:nvSpPr>
          <p:spPr>
            <a:xfrm>
              <a:off x="7607223" y="3164736"/>
              <a:ext cx="15706" cy="9995"/>
            </a:xfrm>
            <a:custGeom>
              <a:avLst/>
              <a:gdLst/>
              <a:ahLst/>
              <a:cxnLst/>
              <a:rect l="l" t="t" r="r" b="b"/>
              <a:pathLst>
                <a:path w="121" h="77" extrusionOk="0">
                  <a:moveTo>
                    <a:pt x="63" y="0"/>
                  </a:moveTo>
                  <a:lnTo>
                    <a:pt x="1" y="38"/>
                  </a:lnTo>
                  <a:lnTo>
                    <a:pt x="1" y="58"/>
                  </a:lnTo>
                  <a:lnTo>
                    <a:pt x="25" y="77"/>
                  </a:lnTo>
                  <a:lnTo>
                    <a:pt x="44" y="77"/>
                  </a:lnTo>
                  <a:lnTo>
                    <a:pt x="121" y="38"/>
                  </a:lnTo>
                  <a:lnTo>
                    <a:pt x="102" y="1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2579;p60">
              <a:extLst>
                <a:ext uri="{FF2B5EF4-FFF2-40B4-BE49-F238E27FC236}">
                  <a16:creationId xmlns:a16="http://schemas.microsoft.com/office/drawing/2014/main" id="{449D74DB-3B1A-CA08-5264-A45A7CC8C3AC}"/>
                </a:ext>
              </a:extLst>
            </p:cNvPr>
            <p:cNvSpPr/>
            <p:nvPr/>
          </p:nvSpPr>
          <p:spPr>
            <a:xfrm>
              <a:off x="7729501" y="3102299"/>
              <a:ext cx="18173" cy="10125"/>
            </a:xfrm>
            <a:custGeom>
              <a:avLst/>
              <a:gdLst/>
              <a:ahLst/>
              <a:cxnLst/>
              <a:rect l="l" t="t" r="r" b="b"/>
              <a:pathLst>
                <a:path w="140" h="78" extrusionOk="0">
                  <a:moveTo>
                    <a:pt x="63" y="1"/>
                  </a:moveTo>
                  <a:lnTo>
                    <a:pt x="0" y="39"/>
                  </a:lnTo>
                  <a:lnTo>
                    <a:pt x="0" y="58"/>
                  </a:lnTo>
                  <a:lnTo>
                    <a:pt x="44" y="77"/>
                  </a:lnTo>
                  <a:lnTo>
                    <a:pt x="63" y="77"/>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2580;p60">
              <a:extLst>
                <a:ext uri="{FF2B5EF4-FFF2-40B4-BE49-F238E27FC236}">
                  <a16:creationId xmlns:a16="http://schemas.microsoft.com/office/drawing/2014/main" id="{9CD7CC76-D250-D3BE-34DC-8FCF8CE2DB21}"/>
                </a:ext>
              </a:extLst>
            </p:cNvPr>
            <p:cNvSpPr/>
            <p:nvPr/>
          </p:nvSpPr>
          <p:spPr>
            <a:xfrm>
              <a:off x="7716391" y="3109827"/>
              <a:ext cx="18822" cy="10644"/>
            </a:xfrm>
            <a:custGeom>
              <a:avLst/>
              <a:gdLst/>
              <a:ahLst/>
              <a:cxnLst/>
              <a:rect l="l" t="t" r="r" b="b"/>
              <a:pathLst>
                <a:path w="145" h="82" extrusionOk="0">
                  <a:moveTo>
                    <a:pt x="82" y="0"/>
                  </a:moveTo>
                  <a:lnTo>
                    <a:pt x="1" y="39"/>
                  </a:lnTo>
                  <a:lnTo>
                    <a:pt x="63" y="82"/>
                  </a:lnTo>
                  <a:lnTo>
                    <a:pt x="82" y="82"/>
                  </a:lnTo>
                  <a:lnTo>
                    <a:pt x="145" y="39"/>
                  </a:lnTo>
                  <a:lnTo>
                    <a:pt x="145" y="1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2581;p60">
              <a:extLst>
                <a:ext uri="{FF2B5EF4-FFF2-40B4-BE49-F238E27FC236}">
                  <a16:creationId xmlns:a16="http://schemas.microsoft.com/office/drawing/2014/main" id="{FBC14EF3-9817-4BEF-838F-49C7BA9E5E7B}"/>
                </a:ext>
              </a:extLst>
            </p:cNvPr>
            <p:cNvSpPr/>
            <p:nvPr/>
          </p:nvSpPr>
          <p:spPr>
            <a:xfrm>
              <a:off x="7706396" y="3114760"/>
              <a:ext cx="18303" cy="10774"/>
            </a:xfrm>
            <a:custGeom>
              <a:avLst/>
              <a:gdLst/>
              <a:ahLst/>
              <a:cxnLst/>
              <a:rect l="l" t="t" r="r" b="b"/>
              <a:pathLst>
                <a:path w="141" h="83" extrusionOk="0">
                  <a:moveTo>
                    <a:pt x="58" y="1"/>
                  </a:moveTo>
                  <a:lnTo>
                    <a:pt x="1" y="44"/>
                  </a:lnTo>
                  <a:lnTo>
                    <a:pt x="1" y="63"/>
                  </a:lnTo>
                  <a:lnTo>
                    <a:pt x="58" y="82"/>
                  </a:lnTo>
                  <a:lnTo>
                    <a:pt x="140" y="44"/>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2582;p60">
              <a:extLst>
                <a:ext uri="{FF2B5EF4-FFF2-40B4-BE49-F238E27FC236}">
                  <a16:creationId xmlns:a16="http://schemas.microsoft.com/office/drawing/2014/main" id="{0650D8EC-AB5B-67A4-105E-4B1786DC4CDA}"/>
                </a:ext>
              </a:extLst>
            </p:cNvPr>
            <p:cNvSpPr/>
            <p:nvPr/>
          </p:nvSpPr>
          <p:spPr>
            <a:xfrm>
              <a:off x="7693285" y="3122938"/>
              <a:ext cx="18303" cy="10644"/>
            </a:xfrm>
            <a:custGeom>
              <a:avLst/>
              <a:gdLst/>
              <a:ahLst/>
              <a:cxnLst/>
              <a:rect l="l" t="t" r="r" b="b"/>
              <a:pathLst>
                <a:path w="141" h="82" extrusionOk="0">
                  <a:moveTo>
                    <a:pt x="82" y="0"/>
                  </a:moveTo>
                  <a:lnTo>
                    <a:pt x="1" y="39"/>
                  </a:lnTo>
                  <a:lnTo>
                    <a:pt x="20" y="39"/>
                  </a:lnTo>
                  <a:lnTo>
                    <a:pt x="58" y="82"/>
                  </a:lnTo>
                  <a:lnTo>
                    <a:pt x="82" y="82"/>
                  </a:lnTo>
                  <a:lnTo>
                    <a:pt x="140" y="39"/>
                  </a:lnTo>
                  <a:lnTo>
                    <a:pt x="1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2583;p60">
              <a:extLst>
                <a:ext uri="{FF2B5EF4-FFF2-40B4-BE49-F238E27FC236}">
                  <a16:creationId xmlns:a16="http://schemas.microsoft.com/office/drawing/2014/main" id="{2E30E5F6-B81B-FDFA-C782-2B73AB42A6DE}"/>
                </a:ext>
              </a:extLst>
            </p:cNvPr>
            <p:cNvSpPr/>
            <p:nvPr/>
          </p:nvSpPr>
          <p:spPr>
            <a:xfrm>
              <a:off x="7682771" y="3130337"/>
              <a:ext cx="18173" cy="10774"/>
            </a:xfrm>
            <a:custGeom>
              <a:avLst/>
              <a:gdLst/>
              <a:ahLst/>
              <a:cxnLst/>
              <a:rect l="l" t="t" r="r" b="b"/>
              <a:pathLst>
                <a:path w="140" h="83" extrusionOk="0">
                  <a:moveTo>
                    <a:pt x="63" y="1"/>
                  </a:moveTo>
                  <a:lnTo>
                    <a:pt x="0" y="44"/>
                  </a:lnTo>
                  <a:lnTo>
                    <a:pt x="63" y="63"/>
                  </a:lnTo>
                  <a:lnTo>
                    <a:pt x="82" y="82"/>
                  </a:lnTo>
                  <a:lnTo>
                    <a:pt x="139" y="44"/>
                  </a:lnTo>
                  <a:lnTo>
                    <a:pt x="139" y="25"/>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2584;p60">
              <a:extLst>
                <a:ext uri="{FF2B5EF4-FFF2-40B4-BE49-F238E27FC236}">
                  <a16:creationId xmlns:a16="http://schemas.microsoft.com/office/drawing/2014/main" id="{91F748C8-7F48-7EC7-6810-8DBCAF7967DA}"/>
                </a:ext>
              </a:extLst>
            </p:cNvPr>
            <p:cNvSpPr/>
            <p:nvPr/>
          </p:nvSpPr>
          <p:spPr>
            <a:xfrm>
              <a:off x="7672776" y="3136048"/>
              <a:ext cx="18173" cy="9995"/>
            </a:xfrm>
            <a:custGeom>
              <a:avLst/>
              <a:gdLst/>
              <a:ahLst/>
              <a:cxnLst/>
              <a:rect l="l" t="t" r="r" b="b"/>
              <a:pathLst>
                <a:path w="140" h="77" extrusionOk="0">
                  <a:moveTo>
                    <a:pt x="58" y="0"/>
                  </a:moveTo>
                  <a:lnTo>
                    <a:pt x="0" y="38"/>
                  </a:lnTo>
                  <a:lnTo>
                    <a:pt x="0" y="58"/>
                  </a:lnTo>
                  <a:lnTo>
                    <a:pt x="39" y="77"/>
                  </a:lnTo>
                  <a:lnTo>
                    <a:pt x="58" y="77"/>
                  </a:lnTo>
                  <a:lnTo>
                    <a:pt x="140" y="38"/>
                  </a:lnTo>
                  <a:lnTo>
                    <a:pt x="120" y="38"/>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2585;p60">
              <a:extLst>
                <a:ext uri="{FF2B5EF4-FFF2-40B4-BE49-F238E27FC236}">
                  <a16:creationId xmlns:a16="http://schemas.microsoft.com/office/drawing/2014/main" id="{48625196-1248-B66C-5E64-E7F8230AE7FF}"/>
                </a:ext>
              </a:extLst>
            </p:cNvPr>
            <p:cNvSpPr/>
            <p:nvPr/>
          </p:nvSpPr>
          <p:spPr>
            <a:xfrm>
              <a:off x="7659665" y="3143447"/>
              <a:ext cx="18173" cy="10774"/>
            </a:xfrm>
            <a:custGeom>
              <a:avLst/>
              <a:gdLst/>
              <a:ahLst/>
              <a:cxnLst/>
              <a:rect l="l" t="t" r="r" b="b"/>
              <a:pathLst>
                <a:path w="140" h="83" extrusionOk="0">
                  <a:moveTo>
                    <a:pt x="77" y="1"/>
                  </a:moveTo>
                  <a:lnTo>
                    <a:pt x="0" y="44"/>
                  </a:lnTo>
                  <a:lnTo>
                    <a:pt x="58" y="82"/>
                  </a:lnTo>
                  <a:lnTo>
                    <a:pt x="77" y="82"/>
                  </a:lnTo>
                  <a:lnTo>
                    <a:pt x="140" y="44"/>
                  </a:lnTo>
                  <a:lnTo>
                    <a:pt x="140"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2586;p60">
              <a:extLst>
                <a:ext uri="{FF2B5EF4-FFF2-40B4-BE49-F238E27FC236}">
                  <a16:creationId xmlns:a16="http://schemas.microsoft.com/office/drawing/2014/main" id="{B8C7B536-91F5-0FBD-3AA3-F857D734AE70}"/>
                </a:ext>
              </a:extLst>
            </p:cNvPr>
            <p:cNvSpPr/>
            <p:nvPr/>
          </p:nvSpPr>
          <p:spPr>
            <a:xfrm>
              <a:off x="7649021" y="3149029"/>
              <a:ext cx="18303" cy="10125"/>
            </a:xfrm>
            <a:custGeom>
              <a:avLst/>
              <a:gdLst/>
              <a:ahLst/>
              <a:cxnLst/>
              <a:rect l="l" t="t" r="r" b="b"/>
              <a:pathLst>
                <a:path w="141" h="78" extrusionOk="0">
                  <a:moveTo>
                    <a:pt x="63" y="1"/>
                  </a:moveTo>
                  <a:lnTo>
                    <a:pt x="1" y="39"/>
                  </a:lnTo>
                  <a:lnTo>
                    <a:pt x="1" y="59"/>
                  </a:lnTo>
                  <a:lnTo>
                    <a:pt x="39" y="78"/>
                  </a:lnTo>
                  <a:lnTo>
                    <a:pt x="63" y="78"/>
                  </a:lnTo>
                  <a:lnTo>
                    <a:pt x="14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2587;p60">
              <a:extLst>
                <a:ext uri="{FF2B5EF4-FFF2-40B4-BE49-F238E27FC236}">
                  <a16:creationId xmlns:a16="http://schemas.microsoft.com/office/drawing/2014/main" id="{4E18537C-2955-B728-A8DC-335447592079}"/>
                </a:ext>
              </a:extLst>
            </p:cNvPr>
            <p:cNvSpPr/>
            <p:nvPr/>
          </p:nvSpPr>
          <p:spPr>
            <a:xfrm>
              <a:off x="7635910" y="3156558"/>
              <a:ext cx="18303" cy="10774"/>
            </a:xfrm>
            <a:custGeom>
              <a:avLst/>
              <a:gdLst/>
              <a:ahLst/>
              <a:cxnLst/>
              <a:rect l="l" t="t" r="r" b="b"/>
              <a:pathLst>
                <a:path w="141" h="83" extrusionOk="0">
                  <a:moveTo>
                    <a:pt x="83" y="1"/>
                  </a:moveTo>
                  <a:lnTo>
                    <a:pt x="1" y="39"/>
                  </a:lnTo>
                  <a:lnTo>
                    <a:pt x="63" y="82"/>
                  </a:lnTo>
                  <a:lnTo>
                    <a:pt x="83" y="82"/>
                  </a:lnTo>
                  <a:lnTo>
                    <a:pt x="140" y="39"/>
                  </a:lnTo>
                  <a:lnTo>
                    <a:pt x="140" y="20"/>
                  </a:lnTo>
                  <a:lnTo>
                    <a:pt x="1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2588;p60">
              <a:extLst>
                <a:ext uri="{FF2B5EF4-FFF2-40B4-BE49-F238E27FC236}">
                  <a16:creationId xmlns:a16="http://schemas.microsoft.com/office/drawing/2014/main" id="{381A36A1-2136-07BA-6925-A4A0CF0E576B}"/>
                </a:ext>
              </a:extLst>
            </p:cNvPr>
            <p:cNvSpPr/>
            <p:nvPr/>
          </p:nvSpPr>
          <p:spPr>
            <a:xfrm>
              <a:off x="7625915" y="3161620"/>
              <a:ext cx="18303" cy="10644"/>
            </a:xfrm>
            <a:custGeom>
              <a:avLst/>
              <a:gdLst/>
              <a:ahLst/>
              <a:cxnLst/>
              <a:rect l="l" t="t" r="r" b="b"/>
              <a:pathLst>
                <a:path w="141" h="82" extrusionOk="0">
                  <a:moveTo>
                    <a:pt x="59" y="0"/>
                  </a:moveTo>
                  <a:lnTo>
                    <a:pt x="1" y="43"/>
                  </a:lnTo>
                  <a:lnTo>
                    <a:pt x="1" y="62"/>
                  </a:lnTo>
                  <a:lnTo>
                    <a:pt x="59" y="82"/>
                  </a:lnTo>
                  <a:lnTo>
                    <a:pt x="140" y="43"/>
                  </a:lnTo>
                  <a:lnTo>
                    <a:pt x="7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2589;p60">
              <a:extLst>
                <a:ext uri="{FF2B5EF4-FFF2-40B4-BE49-F238E27FC236}">
                  <a16:creationId xmlns:a16="http://schemas.microsoft.com/office/drawing/2014/main" id="{DCD06E72-1F69-B872-7DD6-8C9393A7707B}"/>
                </a:ext>
              </a:extLst>
            </p:cNvPr>
            <p:cNvSpPr/>
            <p:nvPr/>
          </p:nvSpPr>
          <p:spPr>
            <a:xfrm>
              <a:off x="7612934" y="3169669"/>
              <a:ext cx="18173" cy="10774"/>
            </a:xfrm>
            <a:custGeom>
              <a:avLst/>
              <a:gdLst/>
              <a:ahLst/>
              <a:cxnLst/>
              <a:rect l="l" t="t" r="r" b="b"/>
              <a:pathLst>
                <a:path w="140" h="83" extrusionOk="0">
                  <a:moveTo>
                    <a:pt x="77" y="0"/>
                  </a:moveTo>
                  <a:lnTo>
                    <a:pt x="0" y="39"/>
                  </a:lnTo>
                  <a:lnTo>
                    <a:pt x="19" y="39"/>
                  </a:lnTo>
                  <a:lnTo>
                    <a:pt x="58" y="82"/>
                  </a:lnTo>
                  <a:lnTo>
                    <a:pt x="77" y="82"/>
                  </a:lnTo>
                  <a:lnTo>
                    <a:pt x="139" y="3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2590;p60">
              <a:extLst>
                <a:ext uri="{FF2B5EF4-FFF2-40B4-BE49-F238E27FC236}">
                  <a16:creationId xmlns:a16="http://schemas.microsoft.com/office/drawing/2014/main" id="{C2B0EC8B-3715-9209-72C5-FCCB22D394CA}"/>
                </a:ext>
              </a:extLst>
            </p:cNvPr>
            <p:cNvSpPr/>
            <p:nvPr/>
          </p:nvSpPr>
          <p:spPr>
            <a:xfrm>
              <a:off x="7740146" y="3109827"/>
              <a:ext cx="18173" cy="10644"/>
            </a:xfrm>
            <a:custGeom>
              <a:avLst/>
              <a:gdLst/>
              <a:ahLst/>
              <a:cxnLst/>
              <a:rect l="l" t="t" r="r" b="b"/>
              <a:pathLst>
                <a:path w="140" h="82" extrusionOk="0">
                  <a:moveTo>
                    <a:pt x="58" y="0"/>
                  </a:moveTo>
                  <a:lnTo>
                    <a:pt x="0" y="39"/>
                  </a:lnTo>
                  <a:lnTo>
                    <a:pt x="39" y="63"/>
                  </a:lnTo>
                  <a:lnTo>
                    <a:pt x="58" y="82"/>
                  </a:lnTo>
                  <a:lnTo>
                    <a:pt x="139" y="39"/>
                  </a:lnTo>
                  <a:lnTo>
                    <a:pt x="120"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2591;p60">
              <a:extLst>
                <a:ext uri="{FF2B5EF4-FFF2-40B4-BE49-F238E27FC236}">
                  <a16:creationId xmlns:a16="http://schemas.microsoft.com/office/drawing/2014/main" id="{5CD70AE3-9191-FFF1-0583-5B51E8D72A2A}"/>
                </a:ext>
              </a:extLst>
            </p:cNvPr>
            <p:cNvSpPr/>
            <p:nvPr/>
          </p:nvSpPr>
          <p:spPr>
            <a:xfrm>
              <a:off x="7727035" y="3114760"/>
              <a:ext cx="18173" cy="10774"/>
            </a:xfrm>
            <a:custGeom>
              <a:avLst/>
              <a:gdLst/>
              <a:ahLst/>
              <a:cxnLst/>
              <a:rect l="l" t="t" r="r" b="b"/>
              <a:pathLst>
                <a:path w="140" h="83" extrusionOk="0">
                  <a:moveTo>
                    <a:pt x="82" y="1"/>
                  </a:moveTo>
                  <a:lnTo>
                    <a:pt x="0" y="44"/>
                  </a:lnTo>
                  <a:lnTo>
                    <a:pt x="0" y="63"/>
                  </a:lnTo>
                  <a:lnTo>
                    <a:pt x="63" y="82"/>
                  </a:lnTo>
                  <a:lnTo>
                    <a:pt x="82" y="82"/>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2592;p60">
              <a:extLst>
                <a:ext uri="{FF2B5EF4-FFF2-40B4-BE49-F238E27FC236}">
                  <a16:creationId xmlns:a16="http://schemas.microsoft.com/office/drawing/2014/main" id="{6B1D33F0-DBBF-C0E3-50FB-6BF3C6A9261B}"/>
                </a:ext>
              </a:extLst>
            </p:cNvPr>
            <p:cNvSpPr/>
            <p:nvPr/>
          </p:nvSpPr>
          <p:spPr>
            <a:xfrm>
              <a:off x="7716391" y="3122938"/>
              <a:ext cx="18822" cy="10644"/>
            </a:xfrm>
            <a:custGeom>
              <a:avLst/>
              <a:gdLst/>
              <a:ahLst/>
              <a:cxnLst/>
              <a:rect l="l" t="t" r="r" b="b"/>
              <a:pathLst>
                <a:path w="145" h="82" extrusionOk="0">
                  <a:moveTo>
                    <a:pt x="63" y="0"/>
                  </a:moveTo>
                  <a:lnTo>
                    <a:pt x="1" y="39"/>
                  </a:lnTo>
                  <a:lnTo>
                    <a:pt x="63" y="82"/>
                  </a:lnTo>
                  <a:lnTo>
                    <a:pt x="145" y="39"/>
                  </a:lnTo>
                  <a:lnTo>
                    <a:pt x="145"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2593;p60">
              <a:extLst>
                <a:ext uri="{FF2B5EF4-FFF2-40B4-BE49-F238E27FC236}">
                  <a16:creationId xmlns:a16="http://schemas.microsoft.com/office/drawing/2014/main" id="{30781485-1071-CB01-EBE9-D8A95DF66E79}"/>
                </a:ext>
              </a:extLst>
            </p:cNvPr>
            <p:cNvSpPr/>
            <p:nvPr/>
          </p:nvSpPr>
          <p:spPr>
            <a:xfrm>
              <a:off x="7703929" y="3127871"/>
              <a:ext cx="18173" cy="10774"/>
            </a:xfrm>
            <a:custGeom>
              <a:avLst/>
              <a:gdLst/>
              <a:ahLst/>
              <a:cxnLst/>
              <a:rect l="l" t="t" r="r" b="b"/>
              <a:pathLst>
                <a:path w="140" h="83" extrusionOk="0">
                  <a:moveTo>
                    <a:pt x="77" y="1"/>
                  </a:moveTo>
                  <a:lnTo>
                    <a:pt x="0" y="44"/>
                  </a:lnTo>
                  <a:lnTo>
                    <a:pt x="20" y="63"/>
                  </a:lnTo>
                  <a:lnTo>
                    <a:pt x="58" y="82"/>
                  </a:lnTo>
                  <a:lnTo>
                    <a:pt x="77" y="82"/>
                  </a:lnTo>
                  <a:lnTo>
                    <a:pt x="140" y="44"/>
                  </a:lnTo>
                  <a:lnTo>
                    <a:pt x="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2594;p60">
              <a:extLst>
                <a:ext uri="{FF2B5EF4-FFF2-40B4-BE49-F238E27FC236}">
                  <a16:creationId xmlns:a16="http://schemas.microsoft.com/office/drawing/2014/main" id="{D25A22EB-1735-B68C-7FCE-860C55E3B266}"/>
                </a:ext>
              </a:extLst>
            </p:cNvPr>
            <p:cNvSpPr/>
            <p:nvPr/>
          </p:nvSpPr>
          <p:spPr>
            <a:xfrm>
              <a:off x="7693285" y="3136048"/>
              <a:ext cx="18303" cy="9995"/>
            </a:xfrm>
            <a:custGeom>
              <a:avLst/>
              <a:gdLst/>
              <a:ahLst/>
              <a:cxnLst/>
              <a:rect l="l" t="t" r="r" b="b"/>
              <a:pathLst>
                <a:path w="141" h="77" extrusionOk="0">
                  <a:moveTo>
                    <a:pt x="58" y="0"/>
                  </a:moveTo>
                  <a:lnTo>
                    <a:pt x="1" y="38"/>
                  </a:lnTo>
                  <a:lnTo>
                    <a:pt x="58" y="77"/>
                  </a:lnTo>
                  <a:lnTo>
                    <a:pt x="140" y="38"/>
                  </a:lnTo>
                  <a:lnTo>
                    <a:pt x="140"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2595;p60">
              <a:extLst>
                <a:ext uri="{FF2B5EF4-FFF2-40B4-BE49-F238E27FC236}">
                  <a16:creationId xmlns:a16="http://schemas.microsoft.com/office/drawing/2014/main" id="{E0053961-5250-0BF8-01B6-53595FF3BBE8}"/>
                </a:ext>
              </a:extLst>
            </p:cNvPr>
            <p:cNvSpPr/>
            <p:nvPr/>
          </p:nvSpPr>
          <p:spPr>
            <a:xfrm>
              <a:off x="7682771" y="3140981"/>
              <a:ext cx="15706" cy="10774"/>
            </a:xfrm>
            <a:custGeom>
              <a:avLst/>
              <a:gdLst/>
              <a:ahLst/>
              <a:cxnLst/>
              <a:rect l="l" t="t" r="r" b="b"/>
              <a:pathLst>
                <a:path w="121" h="83" extrusionOk="0">
                  <a:moveTo>
                    <a:pt x="63" y="0"/>
                  </a:moveTo>
                  <a:lnTo>
                    <a:pt x="0" y="39"/>
                  </a:lnTo>
                  <a:lnTo>
                    <a:pt x="0" y="63"/>
                  </a:lnTo>
                  <a:lnTo>
                    <a:pt x="43" y="82"/>
                  </a:lnTo>
                  <a:lnTo>
                    <a:pt x="63" y="82"/>
                  </a:lnTo>
                  <a:lnTo>
                    <a:pt x="120" y="3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2596;p60">
              <a:extLst>
                <a:ext uri="{FF2B5EF4-FFF2-40B4-BE49-F238E27FC236}">
                  <a16:creationId xmlns:a16="http://schemas.microsoft.com/office/drawing/2014/main" id="{46372951-5671-5B83-B44B-F14999E9C916}"/>
                </a:ext>
              </a:extLst>
            </p:cNvPr>
            <p:cNvSpPr/>
            <p:nvPr/>
          </p:nvSpPr>
          <p:spPr>
            <a:xfrm>
              <a:off x="7669660" y="3149029"/>
              <a:ext cx="18822" cy="10125"/>
            </a:xfrm>
            <a:custGeom>
              <a:avLst/>
              <a:gdLst/>
              <a:ahLst/>
              <a:cxnLst/>
              <a:rect l="l" t="t" r="r" b="b"/>
              <a:pathLst>
                <a:path w="145" h="78" extrusionOk="0">
                  <a:moveTo>
                    <a:pt x="82" y="1"/>
                  </a:moveTo>
                  <a:lnTo>
                    <a:pt x="0" y="39"/>
                  </a:lnTo>
                  <a:lnTo>
                    <a:pt x="63" y="78"/>
                  </a:lnTo>
                  <a:lnTo>
                    <a:pt x="82" y="78"/>
                  </a:lnTo>
                  <a:lnTo>
                    <a:pt x="144"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2597;p60">
              <a:extLst>
                <a:ext uri="{FF2B5EF4-FFF2-40B4-BE49-F238E27FC236}">
                  <a16:creationId xmlns:a16="http://schemas.microsoft.com/office/drawing/2014/main" id="{84636369-CB54-E2CD-0948-843784158B15}"/>
                </a:ext>
              </a:extLst>
            </p:cNvPr>
            <p:cNvSpPr/>
            <p:nvPr/>
          </p:nvSpPr>
          <p:spPr>
            <a:xfrm>
              <a:off x="7659665" y="3156558"/>
              <a:ext cx="18173" cy="10774"/>
            </a:xfrm>
            <a:custGeom>
              <a:avLst/>
              <a:gdLst/>
              <a:ahLst/>
              <a:cxnLst/>
              <a:rect l="l" t="t" r="r" b="b"/>
              <a:pathLst>
                <a:path w="140" h="83" extrusionOk="0">
                  <a:moveTo>
                    <a:pt x="58" y="1"/>
                  </a:moveTo>
                  <a:lnTo>
                    <a:pt x="0" y="20"/>
                  </a:lnTo>
                  <a:lnTo>
                    <a:pt x="0" y="39"/>
                  </a:lnTo>
                  <a:lnTo>
                    <a:pt x="39" y="63"/>
                  </a:lnTo>
                  <a:lnTo>
                    <a:pt x="58" y="82"/>
                  </a:lnTo>
                  <a:lnTo>
                    <a:pt x="140" y="39"/>
                  </a:lnTo>
                  <a:lnTo>
                    <a:pt x="121"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2598;p60">
              <a:extLst>
                <a:ext uri="{FF2B5EF4-FFF2-40B4-BE49-F238E27FC236}">
                  <a16:creationId xmlns:a16="http://schemas.microsoft.com/office/drawing/2014/main" id="{94466885-28E3-964C-3A42-15DF8FCB82E4}"/>
                </a:ext>
              </a:extLst>
            </p:cNvPr>
            <p:cNvSpPr/>
            <p:nvPr/>
          </p:nvSpPr>
          <p:spPr>
            <a:xfrm>
              <a:off x="7646554" y="3161620"/>
              <a:ext cx="18173" cy="10644"/>
            </a:xfrm>
            <a:custGeom>
              <a:avLst/>
              <a:gdLst/>
              <a:ahLst/>
              <a:cxnLst/>
              <a:rect l="l" t="t" r="r" b="b"/>
              <a:pathLst>
                <a:path w="140" h="82" extrusionOk="0">
                  <a:moveTo>
                    <a:pt x="82" y="0"/>
                  </a:moveTo>
                  <a:lnTo>
                    <a:pt x="1" y="43"/>
                  </a:lnTo>
                  <a:lnTo>
                    <a:pt x="1" y="62"/>
                  </a:lnTo>
                  <a:lnTo>
                    <a:pt x="58" y="82"/>
                  </a:lnTo>
                  <a:lnTo>
                    <a:pt x="82" y="82"/>
                  </a:lnTo>
                  <a:lnTo>
                    <a:pt x="140" y="43"/>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2599;p60">
              <a:extLst>
                <a:ext uri="{FF2B5EF4-FFF2-40B4-BE49-F238E27FC236}">
                  <a16:creationId xmlns:a16="http://schemas.microsoft.com/office/drawing/2014/main" id="{17A2CDFA-834F-917C-82E9-80DE89565EC7}"/>
                </a:ext>
              </a:extLst>
            </p:cNvPr>
            <p:cNvSpPr/>
            <p:nvPr/>
          </p:nvSpPr>
          <p:spPr>
            <a:xfrm>
              <a:off x="7635910" y="3169669"/>
              <a:ext cx="18303" cy="10774"/>
            </a:xfrm>
            <a:custGeom>
              <a:avLst/>
              <a:gdLst/>
              <a:ahLst/>
              <a:cxnLst/>
              <a:rect l="l" t="t" r="r" b="b"/>
              <a:pathLst>
                <a:path w="141" h="83" extrusionOk="0">
                  <a:moveTo>
                    <a:pt x="63" y="0"/>
                  </a:moveTo>
                  <a:lnTo>
                    <a:pt x="1" y="39"/>
                  </a:lnTo>
                  <a:lnTo>
                    <a:pt x="63" y="82"/>
                  </a:lnTo>
                  <a:lnTo>
                    <a:pt x="140" y="39"/>
                  </a:lnTo>
                  <a:lnTo>
                    <a:pt x="140" y="20"/>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2600;p60">
              <a:extLst>
                <a:ext uri="{FF2B5EF4-FFF2-40B4-BE49-F238E27FC236}">
                  <a16:creationId xmlns:a16="http://schemas.microsoft.com/office/drawing/2014/main" id="{02F33070-1F35-C0E4-AA16-77A70BAE4B9E}"/>
                </a:ext>
              </a:extLst>
            </p:cNvPr>
            <p:cNvSpPr/>
            <p:nvPr/>
          </p:nvSpPr>
          <p:spPr>
            <a:xfrm>
              <a:off x="7622800" y="3174601"/>
              <a:ext cx="18952" cy="10774"/>
            </a:xfrm>
            <a:custGeom>
              <a:avLst/>
              <a:gdLst/>
              <a:ahLst/>
              <a:cxnLst/>
              <a:rect l="l" t="t" r="r" b="b"/>
              <a:pathLst>
                <a:path w="146" h="83" extrusionOk="0">
                  <a:moveTo>
                    <a:pt x="83" y="1"/>
                  </a:moveTo>
                  <a:lnTo>
                    <a:pt x="1" y="44"/>
                  </a:lnTo>
                  <a:lnTo>
                    <a:pt x="1" y="63"/>
                  </a:lnTo>
                  <a:lnTo>
                    <a:pt x="63" y="83"/>
                  </a:lnTo>
                  <a:lnTo>
                    <a:pt x="83" y="83"/>
                  </a:lnTo>
                  <a:lnTo>
                    <a:pt x="145" y="44"/>
                  </a:lnTo>
                  <a:lnTo>
                    <a:pt x="1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2601;p60">
              <a:extLst>
                <a:ext uri="{FF2B5EF4-FFF2-40B4-BE49-F238E27FC236}">
                  <a16:creationId xmlns:a16="http://schemas.microsoft.com/office/drawing/2014/main" id="{AEDB3D90-731A-E54C-C9D8-290EA46B0B61}"/>
                </a:ext>
              </a:extLst>
            </p:cNvPr>
            <p:cNvSpPr/>
            <p:nvPr/>
          </p:nvSpPr>
          <p:spPr>
            <a:xfrm>
              <a:off x="7750660" y="3114760"/>
              <a:ext cx="18303" cy="10774"/>
            </a:xfrm>
            <a:custGeom>
              <a:avLst/>
              <a:gdLst/>
              <a:ahLst/>
              <a:cxnLst/>
              <a:rect l="l" t="t" r="r" b="b"/>
              <a:pathLst>
                <a:path w="141" h="83" extrusionOk="0">
                  <a:moveTo>
                    <a:pt x="58" y="1"/>
                  </a:moveTo>
                  <a:lnTo>
                    <a:pt x="1" y="44"/>
                  </a:lnTo>
                  <a:lnTo>
                    <a:pt x="39" y="82"/>
                  </a:lnTo>
                  <a:lnTo>
                    <a:pt x="58" y="82"/>
                  </a:lnTo>
                  <a:lnTo>
                    <a:pt x="140" y="44"/>
                  </a:lnTo>
                  <a:lnTo>
                    <a:pt x="121" y="25"/>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2602;p60">
              <a:extLst>
                <a:ext uri="{FF2B5EF4-FFF2-40B4-BE49-F238E27FC236}">
                  <a16:creationId xmlns:a16="http://schemas.microsoft.com/office/drawing/2014/main" id="{E1CA9351-2771-9977-A8B7-5550AA9BE638}"/>
                </a:ext>
              </a:extLst>
            </p:cNvPr>
            <p:cNvSpPr/>
            <p:nvPr/>
          </p:nvSpPr>
          <p:spPr>
            <a:xfrm>
              <a:off x="7737549" y="3120342"/>
              <a:ext cx="18303" cy="10125"/>
            </a:xfrm>
            <a:custGeom>
              <a:avLst/>
              <a:gdLst/>
              <a:ahLst/>
              <a:cxnLst/>
              <a:rect l="l" t="t" r="r" b="b"/>
              <a:pathLst>
                <a:path w="141" h="78" extrusionOk="0">
                  <a:moveTo>
                    <a:pt x="78" y="1"/>
                  </a:moveTo>
                  <a:lnTo>
                    <a:pt x="1" y="39"/>
                  </a:lnTo>
                  <a:lnTo>
                    <a:pt x="1" y="59"/>
                  </a:lnTo>
                  <a:lnTo>
                    <a:pt x="59" y="78"/>
                  </a:lnTo>
                  <a:lnTo>
                    <a:pt x="78" y="78"/>
                  </a:lnTo>
                  <a:lnTo>
                    <a:pt x="140" y="39"/>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2603;p60">
              <a:extLst>
                <a:ext uri="{FF2B5EF4-FFF2-40B4-BE49-F238E27FC236}">
                  <a16:creationId xmlns:a16="http://schemas.microsoft.com/office/drawing/2014/main" id="{4682A982-B380-B3AC-91BF-BB0700A70367}"/>
                </a:ext>
              </a:extLst>
            </p:cNvPr>
            <p:cNvSpPr/>
            <p:nvPr/>
          </p:nvSpPr>
          <p:spPr>
            <a:xfrm>
              <a:off x="7727035" y="3127871"/>
              <a:ext cx="18173" cy="10774"/>
            </a:xfrm>
            <a:custGeom>
              <a:avLst/>
              <a:gdLst/>
              <a:ahLst/>
              <a:cxnLst/>
              <a:rect l="l" t="t" r="r" b="b"/>
              <a:pathLst>
                <a:path w="140" h="83" extrusionOk="0">
                  <a:moveTo>
                    <a:pt x="63" y="1"/>
                  </a:moveTo>
                  <a:lnTo>
                    <a:pt x="0" y="44"/>
                  </a:lnTo>
                  <a:lnTo>
                    <a:pt x="39" y="82"/>
                  </a:lnTo>
                  <a:lnTo>
                    <a:pt x="63" y="82"/>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2604;p60">
              <a:extLst>
                <a:ext uri="{FF2B5EF4-FFF2-40B4-BE49-F238E27FC236}">
                  <a16:creationId xmlns:a16="http://schemas.microsoft.com/office/drawing/2014/main" id="{8F49FCDA-9282-9A18-8D28-3BB3DD304BBE}"/>
                </a:ext>
              </a:extLst>
            </p:cNvPr>
            <p:cNvSpPr/>
            <p:nvPr/>
          </p:nvSpPr>
          <p:spPr>
            <a:xfrm>
              <a:off x="7713924" y="3136048"/>
              <a:ext cx="18173" cy="9995"/>
            </a:xfrm>
            <a:custGeom>
              <a:avLst/>
              <a:gdLst/>
              <a:ahLst/>
              <a:cxnLst/>
              <a:rect l="l" t="t" r="r" b="b"/>
              <a:pathLst>
                <a:path w="140" h="77" extrusionOk="0">
                  <a:moveTo>
                    <a:pt x="82" y="0"/>
                  </a:moveTo>
                  <a:lnTo>
                    <a:pt x="0" y="19"/>
                  </a:lnTo>
                  <a:lnTo>
                    <a:pt x="0" y="38"/>
                  </a:lnTo>
                  <a:lnTo>
                    <a:pt x="63" y="58"/>
                  </a:lnTo>
                  <a:lnTo>
                    <a:pt x="82" y="77"/>
                  </a:lnTo>
                  <a:lnTo>
                    <a:pt x="140" y="38"/>
                  </a:lnTo>
                  <a:lnTo>
                    <a:pt x="140" y="1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2605;p60">
              <a:extLst>
                <a:ext uri="{FF2B5EF4-FFF2-40B4-BE49-F238E27FC236}">
                  <a16:creationId xmlns:a16="http://schemas.microsoft.com/office/drawing/2014/main" id="{BC727DE8-932C-B586-A5FB-833CB1FD2007}"/>
                </a:ext>
              </a:extLst>
            </p:cNvPr>
            <p:cNvSpPr/>
            <p:nvPr/>
          </p:nvSpPr>
          <p:spPr>
            <a:xfrm>
              <a:off x="7703929" y="3140981"/>
              <a:ext cx="18173" cy="10774"/>
            </a:xfrm>
            <a:custGeom>
              <a:avLst/>
              <a:gdLst/>
              <a:ahLst/>
              <a:cxnLst/>
              <a:rect l="l" t="t" r="r" b="b"/>
              <a:pathLst>
                <a:path w="140" h="83" extrusionOk="0">
                  <a:moveTo>
                    <a:pt x="58" y="0"/>
                  </a:moveTo>
                  <a:lnTo>
                    <a:pt x="0" y="39"/>
                  </a:lnTo>
                  <a:lnTo>
                    <a:pt x="0" y="63"/>
                  </a:lnTo>
                  <a:lnTo>
                    <a:pt x="58" y="82"/>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2606;p60">
              <a:extLst>
                <a:ext uri="{FF2B5EF4-FFF2-40B4-BE49-F238E27FC236}">
                  <a16:creationId xmlns:a16="http://schemas.microsoft.com/office/drawing/2014/main" id="{3469C5EB-210D-975D-76BE-3A4A2ACDCE31}"/>
                </a:ext>
              </a:extLst>
            </p:cNvPr>
            <p:cNvSpPr/>
            <p:nvPr/>
          </p:nvSpPr>
          <p:spPr>
            <a:xfrm>
              <a:off x="7690819" y="3149029"/>
              <a:ext cx="18173" cy="10125"/>
            </a:xfrm>
            <a:custGeom>
              <a:avLst/>
              <a:gdLst/>
              <a:ahLst/>
              <a:cxnLst/>
              <a:rect l="l" t="t" r="r" b="b"/>
              <a:pathLst>
                <a:path w="140" h="78" extrusionOk="0">
                  <a:moveTo>
                    <a:pt x="77" y="1"/>
                  </a:moveTo>
                  <a:lnTo>
                    <a:pt x="1" y="39"/>
                  </a:lnTo>
                  <a:lnTo>
                    <a:pt x="20" y="39"/>
                  </a:lnTo>
                  <a:lnTo>
                    <a:pt x="58" y="78"/>
                  </a:lnTo>
                  <a:lnTo>
                    <a:pt x="77" y="78"/>
                  </a:lnTo>
                  <a:lnTo>
                    <a:pt x="140" y="39"/>
                  </a:lnTo>
                  <a:lnTo>
                    <a:pt x="140" y="20"/>
                  </a:lnTo>
                  <a:lnTo>
                    <a:pt x="1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2607;p60">
              <a:extLst>
                <a:ext uri="{FF2B5EF4-FFF2-40B4-BE49-F238E27FC236}">
                  <a16:creationId xmlns:a16="http://schemas.microsoft.com/office/drawing/2014/main" id="{2205C904-51AA-1412-B0B4-6856FCD4C2D8}"/>
                </a:ext>
              </a:extLst>
            </p:cNvPr>
            <p:cNvSpPr/>
            <p:nvPr/>
          </p:nvSpPr>
          <p:spPr>
            <a:xfrm>
              <a:off x="7680175" y="3154092"/>
              <a:ext cx="18303" cy="10774"/>
            </a:xfrm>
            <a:custGeom>
              <a:avLst/>
              <a:gdLst/>
              <a:ahLst/>
              <a:cxnLst/>
              <a:rect l="l" t="t" r="r" b="b"/>
              <a:pathLst>
                <a:path w="141" h="83" extrusionOk="0">
                  <a:moveTo>
                    <a:pt x="63" y="0"/>
                  </a:moveTo>
                  <a:lnTo>
                    <a:pt x="1" y="39"/>
                  </a:lnTo>
                  <a:lnTo>
                    <a:pt x="1" y="58"/>
                  </a:lnTo>
                  <a:lnTo>
                    <a:pt x="63" y="82"/>
                  </a:lnTo>
                  <a:lnTo>
                    <a:pt x="83" y="82"/>
                  </a:lnTo>
                  <a:lnTo>
                    <a:pt x="140" y="3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2608;p60">
              <a:extLst>
                <a:ext uri="{FF2B5EF4-FFF2-40B4-BE49-F238E27FC236}">
                  <a16:creationId xmlns:a16="http://schemas.microsoft.com/office/drawing/2014/main" id="{CF782E50-8F88-FF3A-18A7-F2FDF599C472}"/>
                </a:ext>
              </a:extLst>
            </p:cNvPr>
            <p:cNvSpPr/>
            <p:nvPr/>
          </p:nvSpPr>
          <p:spPr>
            <a:xfrm>
              <a:off x="7669660" y="3161620"/>
              <a:ext cx="18822" cy="10644"/>
            </a:xfrm>
            <a:custGeom>
              <a:avLst/>
              <a:gdLst/>
              <a:ahLst/>
              <a:cxnLst/>
              <a:rect l="l" t="t" r="r" b="b"/>
              <a:pathLst>
                <a:path w="145" h="82" extrusionOk="0">
                  <a:moveTo>
                    <a:pt x="63" y="0"/>
                  </a:moveTo>
                  <a:lnTo>
                    <a:pt x="0" y="43"/>
                  </a:lnTo>
                  <a:lnTo>
                    <a:pt x="44" y="82"/>
                  </a:lnTo>
                  <a:lnTo>
                    <a:pt x="63" y="82"/>
                  </a:lnTo>
                  <a:lnTo>
                    <a:pt x="144" y="43"/>
                  </a:lnTo>
                  <a:lnTo>
                    <a:pt x="120" y="24"/>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2609;p60">
              <a:extLst>
                <a:ext uri="{FF2B5EF4-FFF2-40B4-BE49-F238E27FC236}">
                  <a16:creationId xmlns:a16="http://schemas.microsoft.com/office/drawing/2014/main" id="{5CC49DF1-BE8F-64EE-C4B1-AFD73A464E3D}"/>
                </a:ext>
              </a:extLst>
            </p:cNvPr>
            <p:cNvSpPr/>
            <p:nvPr/>
          </p:nvSpPr>
          <p:spPr>
            <a:xfrm>
              <a:off x="7657199" y="3167202"/>
              <a:ext cx="18173" cy="10125"/>
            </a:xfrm>
            <a:custGeom>
              <a:avLst/>
              <a:gdLst/>
              <a:ahLst/>
              <a:cxnLst/>
              <a:rect l="l" t="t" r="r" b="b"/>
              <a:pathLst>
                <a:path w="140" h="78" extrusionOk="0">
                  <a:moveTo>
                    <a:pt x="77" y="0"/>
                  </a:moveTo>
                  <a:lnTo>
                    <a:pt x="0" y="39"/>
                  </a:lnTo>
                  <a:lnTo>
                    <a:pt x="0" y="58"/>
                  </a:lnTo>
                  <a:lnTo>
                    <a:pt x="58" y="77"/>
                  </a:lnTo>
                  <a:lnTo>
                    <a:pt x="77" y="77"/>
                  </a:lnTo>
                  <a:lnTo>
                    <a:pt x="14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2610;p60">
              <a:extLst>
                <a:ext uri="{FF2B5EF4-FFF2-40B4-BE49-F238E27FC236}">
                  <a16:creationId xmlns:a16="http://schemas.microsoft.com/office/drawing/2014/main" id="{EBED532B-A375-A655-6F96-B17BCDDA5576}"/>
                </a:ext>
              </a:extLst>
            </p:cNvPr>
            <p:cNvSpPr/>
            <p:nvPr/>
          </p:nvSpPr>
          <p:spPr>
            <a:xfrm>
              <a:off x="7646554" y="3174601"/>
              <a:ext cx="18173" cy="10774"/>
            </a:xfrm>
            <a:custGeom>
              <a:avLst/>
              <a:gdLst/>
              <a:ahLst/>
              <a:cxnLst/>
              <a:rect l="l" t="t" r="r" b="b"/>
              <a:pathLst>
                <a:path w="140" h="83" extrusionOk="0">
                  <a:moveTo>
                    <a:pt x="58" y="1"/>
                  </a:moveTo>
                  <a:lnTo>
                    <a:pt x="1" y="44"/>
                  </a:lnTo>
                  <a:lnTo>
                    <a:pt x="39" y="83"/>
                  </a:lnTo>
                  <a:lnTo>
                    <a:pt x="58" y="83"/>
                  </a:lnTo>
                  <a:lnTo>
                    <a:pt x="140" y="44"/>
                  </a:lnTo>
                  <a:lnTo>
                    <a:pt x="140"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2611;p60">
              <a:extLst>
                <a:ext uri="{FF2B5EF4-FFF2-40B4-BE49-F238E27FC236}">
                  <a16:creationId xmlns:a16="http://schemas.microsoft.com/office/drawing/2014/main" id="{ECE37299-7217-33B9-8E25-BF8DC635E9D7}"/>
                </a:ext>
              </a:extLst>
            </p:cNvPr>
            <p:cNvSpPr/>
            <p:nvPr/>
          </p:nvSpPr>
          <p:spPr>
            <a:xfrm>
              <a:off x="7633444" y="3180313"/>
              <a:ext cx="18173" cy="9995"/>
            </a:xfrm>
            <a:custGeom>
              <a:avLst/>
              <a:gdLst/>
              <a:ahLst/>
              <a:cxnLst/>
              <a:rect l="l" t="t" r="r" b="b"/>
              <a:pathLst>
                <a:path w="140" h="77" extrusionOk="0">
                  <a:moveTo>
                    <a:pt x="82" y="0"/>
                  </a:moveTo>
                  <a:lnTo>
                    <a:pt x="1" y="39"/>
                  </a:lnTo>
                  <a:lnTo>
                    <a:pt x="1" y="58"/>
                  </a:lnTo>
                  <a:lnTo>
                    <a:pt x="63" y="77"/>
                  </a:lnTo>
                  <a:lnTo>
                    <a:pt x="82" y="77"/>
                  </a:lnTo>
                  <a:lnTo>
                    <a:pt x="140" y="39"/>
                  </a:lnTo>
                  <a:lnTo>
                    <a:pt x="102" y="19"/>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2612;p60">
              <a:extLst>
                <a:ext uri="{FF2B5EF4-FFF2-40B4-BE49-F238E27FC236}">
                  <a16:creationId xmlns:a16="http://schemas.microsoft.com/office/drawing/2014/main" id="{2D741C32-F8BD-829B-3E9F-2B29AD1C0703}"/>
                </a:ext>
              </a:extLst>
            </p:cNvPr>
            <p:cNvSpPr/>
            <p:nvPr/>
          </p:nvSpPr>
          <p:spPr>
            <a:xfrm>
              <a:off x="7760655" y="3120342"/>
              <a:ext cx="15706" cy="10125"/>
            </a:xfrm>
            <a:custGeom>
              <a:avLst/>
              <a:gdLst/>
              <a:ahLst/>
              <a:cxnLst/>
              <a:rect l="l" t="t" r="r" b="b"/>
              <a:pathLst>
                <a:path w="121" h="78" extrusionOk="0">
                  <a:moveTo>
                    <a:pt x="63" y="1"/>
                  </a:moveTo>
                  <a:lnTo>
                    <a:pt x="1" y="39"/>
                  </a:lnTo>
                  <a:lnTo>
                    <a:pt x="1" y="59"/>
                  </a:lnTo>
                  <a:lnTo>
                    <a:pt x="44" y="78"/>
                  </a:lnTo>
                  <a:lnTo>
                    <a:pt x="63" y="78"/>
                  </a:lnTo>
                  <a:lnTo>
                    <a:pt x="121"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2613;p60">
              <a:extLst>
                <a:ext uri="{FF2B5EF4-FFF2-40B4-BE49-F238E27FC236}">
                  <a16:creationId xmlns:a16="http://schemas.microsoft.com/office/drawing/2014/main" id="{8E0AAC14-E1DA-E327-CAF6-8961A41FF827}"/>
                </a:ext>
              </a:extLst>
            </p:cNvPr>
            <p:cNvSpPr/>
            <p:nvPr/>
          </p:nvSpPr>
          <p:spPr>
            <a:xfrm>
              <a:off x="7747545" y="3127871"/>
              <a:ext cx="18822" cy="10774"/>
            </a:xfrm>
            <a:custGeom>
              <a:avLst/>
              <a:gdLst/>
              <a:ahLst/>
              <a:cxnLst/>
              <a:rect l="l" t="t" r="r" b="b"/>
              <a:pathLst>
                <a:path w="145" h="83" extrusionOk="0">
                  <a:moveTo>
                    <a:pt x="82" y="1"/>
                  </a:moveTo>
                  <a:lnTo>
                    <a:pt x="1" y="44"/>
                  </a:lnTo>
                  <a:lnTo>
                    <a:pt x="63" y="82"/>
                  </a:lnTo>
                  <a:lnTo>
                    <a:pt x="82" y="82"/>
                  </a:lnTo>
                  <a:lnTo>
                    <a:pt x="145" y="44"/>
                  </a:lnTo>
                  <a:lnTo>
                    <a:pt x="145"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2614;p60">
              <a:extLst>
                <a:ext uri="{FF2B5EF4-FFF2-40B4-BE49-F238E27FC236}">
                  <a16:creationId xmlns:a16="http://schemas.microsoft.com/office/drawing/2014/main" id="{D85CF546-AC09-AEE3-83D4-4CFE1F556F84}"/>
                </a:ext>
              </a:extLst>
            </p:cNvPr>
            <p:cNvSpPr/>
            <p:nvPr/>
          </p:nvSpPr>
          <p:spPr>
            <a:xfrm>
              <a:off x="7737549" y="3133452"/>
              <a:ext cx="18303" cy="10125"/>
            </a:xfrm>
            <a:custGeom>
              <a:avLst/>
              <a:gdLst/>
              <a:ahLst/>
              <a:cxnLst/>
              <a:rect l="l" t="t" r="r" b="b"/>
              <a:pathLst>
                <a:path w="141" h="78" extrusionOk="0">
                  <a:moveTo>
                    <a:pt x="59" y="1"/>
                  </a:moveTo>
                  <a:lnTo>
                    <a:pt x="1" y="39"/>
                  </a:lnTo>
                  <a:lnTo>
                    <a:pt x="1" y="58"/>
                  </a:lnTo>
                  <a:lnTo>
                    <a:pt x="39" y="78"/>
                  </a:lnTo>
                  <a:lnTo>
                    <a:pt x="59" y="78"/>
                  </a:lnTo>
                  <a:lnTo>
                    <a:pt x="140" y="39"/>
                  </a:lnTo>
                  <a:lnTo>
                    <a:pt x="121" y="39"/>
                  </a:lnTo>
                  <a:lnTo>
                    <a:pt x="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2615;p60">
              <a:extLst>
                <a:ext uri="{FF2B5EF4-FFF2-40B4-BE49-F238E27FC236}">
                  <a16:creationId xmlns:a16="http://schemas.microsoft.com/office/drawing/2014/main" id="{3A0D2B0D-3CF2-534A-4D47-984911CEF302}"/>
                </a:ext>
              </a:extLst>
            </p:cNvPr>
            <p:cNvSpPr/>
            <p:nvPr/>
          </p:nvSpPr>
          <p:spPr>
            <a:xfrm>
              <a:off x="7724569" y="3140981"/>
              <a:ext cx="18173" cy="10774"/>
            </a:xfrm>
            <a:custGeom>
              <a:avLst/>
              <a:gdLst/>
              <a:ahLst/>
              <a:cxnLst/>
              <a:rect l="l" t="t" r="r" b="b"/>
              <a:pathLst>
                <a:path w="140" h="83" extrusionOk="0">
                  <a:moveTo>
                    <a:pt x="82" y="0"/>
                  </a:moveTo>
                  <a:lnTo>
                    <a:pt x="0" y="39"/>
                  </a:lnTo>
                  <a:lnTo>
                    <a:pt x="58" y="82"/>
                  </a:lnTo>
                  <a:lnTo>
                    <a:pt x="82" y="82"/>
                  </a:lnTo>
                  <a:lnTo>
                    <a:pt x="139" y="39"/>
                  </a:lnTo>
                  <a:lnTo>
                    <a:pt x="139" y="20"/>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2616;p60">
              <a:extLst>
                <a:ext uri="{FF2B5EF4-FFF2-40B4-BE49-F238E27FC236}">
                  <a16:creationId xmlns:a16="http://schemas.microsoft.com/office/drawing/2014/main" id="{770CE056-D007-F2B6-2D97-9F5A5691DC83}"/>
                </a:ext>
              </a:extLst>
            </p:cNvPr>
            <p:cNvSpPr/>
            <p:nvPr/>
          </p:nvSpPr>
          <p:spPr>
            <a:xfrm>
              <a:off x="7713924" y="3145914"/>
              <a:ext cx="18173" cy="10774"/>
            </a:xfrm>
            <a:custGeom>
              <a:avLst/>
              <a:gdLst/>
              <a:ahLst/>
              <a:cxnLst/>
              <a:rect l="l" t="t" r="r" b="b"/>
              <a:pathLst>
                <a:path w="140" h="83" extrusionOk="0">
                  <a:moveTo>
                    <a:pt x="63" y="1"/>
                  </a:moveTo>
                  <a:lnTo>
                    <a:pt x="0" y="44"/>
                  </a:lnTo>
                  <a:lnTo>
                    <a:pt x="0" y="63"/>
                  </a:lnTo>
                  <a:lnTo>
                    <a:pt x="63" y="83"/>
                  </a:lnTo>
                  <a:lnTo>
                    <a:pt x="140" y="44"/>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2617;p60">
              <a:extLst>
                <a:ext uri="{FF2B5EF4-FFF2-40B4-BE49-F238E27FC236}">
                  <a16:creationId xmlns:a16="http://schemas.microsoft.com/office/drawing/2014/main" id="{935C97A0-EE65-1384-240A-3AFACED4C09D}"/>
                </a:ext>
              </a:extLst>
            </p:cNvPr>
            <p:cNvSpPr/>
            <p:nvPr/>
          </p:nvSpPr>
          <p:spPr>
            <a:xfrm>
              <a:off x="7700814" y="3154092"/>
              <a:ext cx="18822" cy="10774"/>
            </a:xfrm>
            <a:custGeom>
              <a:avLst/>
              <a:gdLst/>
              <a:ahLst/>
              <a:cxnLst/>
              <a:rect l="l" t="t" r="r" b="b"/>
              <a:pathLst>
                <a:path w="145" h="83" extrusionOk="0">
                  <a:moveTo>
                    <a:pt x="82" y="0"/>
                  </a:moveTo>
                  <a:lnTo>
                    <a:pt x="0" y="39"/>
                  </a:lnTo>
                  <a:lnTo>
                    <a:pt x="63" y="82"/>
                  </a:lnTo>
                  <a:lnTo>
                    <a:pt x="82" y="82"/>
                  </a:lnTo>
                  <a:lnTo>
                    <a:pt x="145" y="39"/>
                  </a:lnTo>
                  <a:lnTo>
                    <a:pt x="145" y="20"/>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2618;p60">
              <a:extLst>
                <a:ext uri="{FF2B5EF4-FFF2-40B4-BE49-F238E27FC236}">
                  <a16:creationId xmlns:a16="http://schemas.microsoft.com/office/drawing/2014/main" id="{D6B01CF2-E1D8-C41E-5279-2E2FCD32FEB6}"/>
                </a:ext>
              </a:extLst>
            </p:cNvPr>
            <p:cNvSpPr/>
            <p:nvPr/>
          </p:nvSpPr>
          <p:spPr>
            <a:xfrm>
              <a:off x="7690819" y="3159024"/>
              <a:ext cx="18173" cy="10774"/>
            </a:xfrm>
            <a:custGeom>
              <a:avLst/>
              <a:gdLst/>
              <a:ahLst/>
              <a:cxnLst/>
              <a:rect l="l" t="t" r="r" b="b"/>
              <a:pathLst>
                <a:path w="140" h="83" extrusionOk="0">
                  <a:moveTo>
                    <a:pt x="58" y="1"/>
                  </a:moveTo>
                  <a:lnTo>
                    <a:pt x="1" y="44"/>
                  </a:lnTo>
                  <a:lnTo>
                    <a:pt x="1" y="63"/>
                  </a:lnTo>
                  <a:lnTo>
                    <a:pt x="58" y="82"/>
                  </a:lnTo>
                  <a:lnTo>
                    <a:pt x="140" y="44"/>
                  </a:lnTo>
                  <a:lnTo>
                    <a:pt x="77" y="20"/>
                  </a:lnTo>
                  <a:lnTo>
                    <a:pt x="5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2619;p60">
              <a:extLst>
                <a:ext uri="{FF2B5EF4-FFF2-40B4-BE49-F238E27FC236}">
                  <a16:creationId xmlns:a16="http://schemas.microsoft.com/office/drawing/2014/main" id="{F0F7A884-0C54-5C87-3BC2-6F5074AE9540}"/>
                </a:ext>
              </a:extLst>
            </p:cNvPr>
            <p:cNvSpPr/>
            <p:nvPr/>
          </p:nvSpPr>
          <p:spPr>
            <a:xfrm>
              <a:off x="7680175" y="3167202"/>
              <a:ext cx="15836" cy="10125"/>
            </a:xfrm>
            <a:custGeom>
              <a:avLst/>
              <a:gdLst/>
              <a:ahLst/>
              <a:cxnLst/>
              <a:rect l="l" t="t" r="r" b="b"/>
              <a:pathLst>
                <a:path w="122" h="78" extrusionOk="0">
                  <a:moveTo>
                    <a:pt x="63" y="0"/>
                  </a:moveTo>
                  <a:lnTo>
                    <a:pt x="1" y="39"/>
                  </a:lnTo>
                  <a:lnTo>
                    <a:pt x="39" y="77"/>
                  </a:lnTo>
                  <a:lnTo>
                    <a:pt x="63" y="77"/>
                  </a:lnTo>
                  <a:lnTo>
                    <a:pt x="121" y="39"/>
                  </a:lnTo>
                  <a:lnTo>
                    <a:pt x="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2620;p60">
              <a:extLst>
                <a:ext uri="{FF2B5EF4-FFF2-40B4-BE49-F238E27FC236}">
                  <a16:creationId xmlns:a16="http://schemas.microsoft.com/office/drawing/2014/main" id="{01D41032-3404-29D6-FEA0-04ACC88DA2A4}"/>
                </a:ext>
              </a:extLst>
            </p:cNvPr>
            <p:cNvSpPr/>
            <p:nvPr/>
          </p:nvSpPr>
          <p:spPr>
            <a:xfrm>
              <a:off x="7667194" y="3174601"/>
              <a:ext cx="18173" cy="10774"/>
            </a:xfrm>
            <a:custGeom>
              <a:avLst/>
              <a:gdLst/>
              <a:ahLst/>
              <a:cxnLst/>
              <a:rect l="l" t="t" r="r" b="b"/>
              <a:pathLst>
                <a:path w="140" h="83" extrusionOk="0">
                  <a:moveTo>
                    <a:pt x="63" y="1"/>
                  </a:moveTo>
                  <a:lnTo>
                    <a:pt x="0" y="44"/>
                  </a:lnTo>
                  <a:lnTo>
                    <a:pt x="63" y="83"/>
                  </a:lnTo>
                  <a:lnTo>
                    <a:pt x="82" y="83"/>
                  </a:lnTo>
                  <a:lnTo>
                    <a:pt x="139" y="44"/>
                  </a:lnTo>
                  <a:lnTo>
                    <a:pt x="139"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2621;p60">
              <a:extLst>
                <a:ext uri="{FF2B5EF4-FFF2-40B4-BE49-F238E27FC236}">
                  <a16:creationId xmlns:a16="http://schemas.microsoft.com/office/drawing/2014/main" id="{B099B970-8F84-CF35-BDE4-A15D5C0817FA}"/>
                </a:ext>
              </a:extLst>
            </p:cNvPr>
            <p:cNvSpPr/>
            <p:nvPr/>
          </p:nvSpPr>
          <p:spPr>
            <a:xfrm>
              <a:off x="7657199" y="3180313"/>
              <a:ext cx="18173" cy="9995"/>
            </a:xfrm>
            <a:custGeom>
              <a:avLst/>
              <a:gdLst/>
              <a:ahLst/>
              <a:cxnLst/>
              <a:rect l="l" t="t" r="r" b="b"/>
              <a:pathLst>
                <a:path w="140" h="77" extrusionOk="0">
                  <a:moveTo>
                    <a:pt x="58" y="0"/>
                  </a:moveTo>
                  <a:lnTo>
                    <a:pt x="0" y="39"/>
                  </a:lnTo>
                  <a:lnTo>
                    <a:pt x="0" y="58"/>
                  </a:lnTo>
                  <a:lnTo>
                    <a:pt x="39" y="77"/>
                  </a:lnTo>
                  <a:lnTo>
                    <a:pt x="58" y="77"/>
                  </a:lnTo>
                  <a:lnTo>
                    <a:pt x="140" y="39"/>
                  </a:lnTo>
                  <a:lnTo>
                    <a:pt x="120" y="39"/>
                  </a:lnTo>
                  <a:lnTo>
                    <a:pt x="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2622;p60">
              <a:extLst>
                <a:ext uri="{FF2B5EF4-FFF2-40B4-BE49-F238E27FC236}">
                  <a16:creationId xmlns:a16="http://schemas.microsoft.com/office/drawing/2014/main" id="{9D474254-D84F-0591-9094-D39A7F8838A2}"/>
                </a:ext>
              </a:extLst>
            </p:cNvPr>
            <p:cNvSpPr/>
            <p:nvPr/>
          </p:nvSpPr>
          <p:spPr>
            <a:xfrm>
              <a:off x="7644088" y="3187712"/>
              <a:ext cx="18173" cy="10774"/>
            </a:xfrm>
            <a:custGeom>
              <a:avLst/>
              <a:gdLst/>
              <a:ahLst/>
              <a:cxnLst/>
              <a:rect l="l" t="t" r="r" b="b"/>
              <a:pathLst>
                <a:path w="140" h="83" extrusionOk="0">
                  <a:moveTo>
                    <a:pt x="77" y="1"/>
                  </a:moveTo>
                  <a:lnTo>
                    <a:pt x="0" y="39"/>
                  </a:lnTo>
                  <a:lnTo>
                    <a:pt x="58" y="82"/>
                  </a:lnTo>
                  <a:lnTo>
                    <a:pt x="77" y="82"/>
                  </a:lnTo>
                  <a:lnTo>
                    <a:pt x="140" y="39"/>
                  </a:lnTo>
                  <a:lnTo>
                    <a:pt x="140" y="20"/>
                  </a:lnTo>
                  <a:lnTo>
                    <a:pt x="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2623;p60">
              <a:extLst>
                <a:ext uri="{FF2B5EF4-FFF2-40B4-BE49-F238E27FC236}">
                  <a16:creationId xmlns:a16="http://schemas.microsoft.com/office/drawing/2014/main" id="{BC0AA838-F7D2-1E13-FDBF-FF48243BE75C}"/>
                </a:ext>
              </a:extLst>
            </p:cNvPr>
            <p:cNvSpPr/>
            <p:nvPr/>
          </p:nvSpPr>
          <p:spPr>
            <a:xfrm>
              <a:off x="7768833" y="3125404"/>
              <a:ext cx="18173" cy="10774"/>
            </a:xfrm>
            <a:custGeom>
              <a:avLst/>
              <a:gdLst/>
              <a:ahLst/>
              <a:cxnLst/>
              <a:rect l="l" t="t" r="r" b="b"/>
              <a:pathLst>
                <a:path w="140" h="83" extrusionOk="0">
                  <a:moveTo>
                    <a:pt x="77" y="0"/>
                  </a:moveTo>
                  <a:lnTo>
                    <a:pt x="0" y="39"/>
                  </a:lnTo>
                  <a:lnTo>
                    <a:pt x="19" y="63"/>
                  </a:lnTo>
                  <a:lnTo>
                    <a:pt x="58" y="82"/>
                  </a:lnTo>
                  <a:lnTo>
                    <a:pt x="77" y="82"/>
                  </a:lnTo>
                  <a:lnTo>
                    <a:pt x="139" y="39"/>
                  </a:lnTo>
                  <a:lnTo>
                    <a:pt x="10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2624;p60">
              <a:extLst>
                <a:ext uri="{FF2B5EF4-FFF2-40B4-BE49-F238E27FC236}">
                  <a16:creationId xmlns:a16="http://schemas.microsoft.com/office/drawing/2014/main" id="{B1C29676-A8D7-0BEF-173F-C56F1F67636C}"/>
                </a:ext>
              </a:extLst>
            </p:cNvPr>
            <p:cNvSpPr/>
            <p:nvPr/>
          </p:nvSpPr>
          <p:spPr>
            <a:xfrm>
              <a:off x="7758189" y="3133452"/>
              <a:ext cx="18173" cy="10125"/>
            </a:xfrm>
            <a:custGeom>
              <a:avLst/>
              <a:gdLst/>
              <a:ahLst/>
              <a:cxnLst/>
              <a:rect l="l" t="t" r="r" b="b"/>
              <a:pathLst>
                <a:path w="140" h="78" extrusionOk="0">
                  <a:moveTo>
                    <a:pt x="63" y="1"/>
                  </a:moveTo>
                  <a:lnTo>
                    <a:pt x="0" y="39"/>
                  </a:lnTo>
                  <a:lnTo>
                    <a:pt x="63" y="78"/>
                  </a:lnTo>
                  <a:lnTo>
                    <a:pt x="82" y="78"/>
                  </a:lnTo>
                  <a:lnTo>
                    <a:pt x="140" y="39"/>
                  </a:lnTo>
                  <a:lnTo>
                    <a:pt x="140" y="20"/>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2625;p60">
              <a:extLst>
                <a:ext uri="{FF2B5EF4-FFF2-40B4-BE49-F238E27FC236}">
                  <a16:creationId xmlns:a16="http://schemas.microsoft.com/office/drawing/2014/main" id="{70D4581E-E232-251B-9674-A7BEA9FAD7F8}"/>
                </a:ext>
              </a:extLst>
            </p:cNvPr>
            <p:cNvSpPr/>
            <p:nvPr/>
          </p:nvSpPr>
          <p:spPr>
            <a:xfrm>
              <a:off x="7747545" y="3138515"/>
              <a:ext cx="18822" cy="10644"/>
            </a:xfrm>
            <a:custGeom>
              <a:avLst/>
              <a:gdLst/>
              <a:ahLst/>
              <a:cxnLst/>
              <a:rect l="l" t="t" r="r" b="b"/>
              <a:pathLst>
                <a:path w="145" h="82" extrusionOk="0">
                  <a:moveTo>
                    <a:pt x="63" y="0"/>
                  </a:moveTo>
                  <a:lnTo>
                    <a:pt x="1" y="39"/>
                  </a:lnTo>
                  <a:lnTo>
                    <a:pt x="1" y="58"/>
                  </a:lnTo>
                  <a:lnTo>
                    <a:pt x="44" y="82"/>
                  </a:lnTo>
                  <a:lnTo>
                    <a:pt x="63" y="82"/>
                  </a:lnTo>
                  <a:lnTo>
                    <a:pt x="145" y="58"/>
                  </a:lnTo>
                  <a:lnTo>
                    <a:pt x="121" y="39"/>
                  </a:lnTo>
                  <a:lnTo>
                    <a:pt x="82" y="19"/>
                  </a:lnTo>
                  <a:lnTo>
                    <a:pt x="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2626;p60">
              <a:extLst>
                <a:ext uri="{FF2B5EF4-FFF2-40B4-BE49-F238E27FC236}">
                  <a16:creationId xmlns:a16="http://schemas.microsoft.com/office/drawing/2014/main" id="{F589A7E2-832C-BE9C-E3B2-FEA3934B9816}"/>
                </a:ext>
              </a:extLst>
            </p:cNvPr>
            <p:cNvSpPr/>
            <p:nvPr/>
          </p:nvSpPr>
          <p:spPr>
            <a:xfrm>
              <a:off x="7677708" y="3145914"/>
              <a:ext cx="75676" cy="44393"/>
            </a:xfrm>
            <a:custGeom>
              <a:avLst/>
              <a:gdLst/>
              <a:ahLst/>
              <a:cxnLst/>
              <a:rect l="l" t="t" r="r" b="b"/>
              <a:pathLst>
                <a:path w="583" h="342" extrusionOk="0">
                  <a:moveTo>
                    <a:pt x="500" y="1"/>
                  </a:moveTo>
                  <a:lnTo>
                    <a:pt x="1" y="304"/>
                  </a:lnTo>
                  <a:lnTo>
                    <a:pt x="58" y="342"/>
                  </a:lnTo>
                  <a:lnTo>
                    <a:pt x="82" y="342"/>
                  </a:lnTo>
                  <a:lnTo>
                    <a:pt x="582" y="44"/>
                  </a:lnTo>
                  <a:lnTo>
                    <a:pt x="5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2627;p60">
              <a:extLst>
                <a:ext uri="{FF2B5EF4-FFF2-40B4-BE49-F238E27FC236}">
                  <a16:creationId xmlns:a16="http://schemas.microsoft.com/office/drawing/2014/main" id="{28A2F27B-D8AD-4DCB-5989-29358574AE61}"/>
                </a:ext>
              </a:extLst>
            </p:cNvPr>
            <p:cNvSpPr/>
            <p:nvPr/>
          </p:nvSpPr>
          <p:spPr>
            <a:xfrm>
              <a:off x="7667194" y="3185245"/>
              <a:ext cx="15706" cy="10774"/>
            </a:xfrm>
            <a:custGeom>
              <a:avLst/>
              <a:gdLst/>
              <a:ahLst/>
              <a:cxnLst/>
              <a:rect l="l" t="t" r="r" b="b"/>
              <a:pathLst>
                <a:path w="121" h="83" extrusionOk="0">
                  <a:moveTo>
                    <a:pt x="63" y="1"/>
                  </a:moveTo>
                  <a:lnTo>
                    <a:pt x="0" y="39"/>
                  </a:lnTo>
                  <a:lnTo>
                    <a:pt x="0" y="58"/>
                  </a:lnTo>
                  <a:lnTo>
                    <a:pt x="43" y="82"/>
                  </a:lnTo>
                  <a:lnTo>
                    <a:pt x="63" y="82"/>
                  </a:lnTo>
                  <a:lnTo>
                    <a:pt x="120" y="39"/>
                  </a:lnTo>
                  <a:lnTo>
                    <a:pt x="8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2628;p60">
              <a:extLst>
                <a:ext uri="{FF2B5EF4-FFF2-40B4-BE49-F238E27FC236}">
                  <a16:creationId xmlns:a16="http://schemas.microsoft.com/office/drawing/2014/main" id="{A6B613BA-1BF0-B8D3-7FC4-25CA27575DE3}"/>
                </a:ext>
              </a:extLst>
            </p:cNvPr>
            <p:cNvSpPr/>
            <p:nvPr/>
          </p:nvSpPr>
          <p:spPr>
            <a:xfrm>
              <a:off x="7654083" y="3192774"/>
              <a:ext cx="18822" cy="10644"/>
            </a:xfrm>
            <a:custGeom>
              <a:avLst/>
              <a:gdLst/>
              <a:ahLst/>
              <a:cxnLst/>
              <a:rect l="l" t="t" r="r" b="b"/>
              <a:pathLst>
                <a:path w="145" h="82" extrusionOk="0">
                  <a:moveTo>
                    <a:pt x="82" y="0"/>
                  </a:moveTo>
                  <a:lnTo>
                    <a:pt x="0" y="43"/>
                  </a:lnTo>
                  <a:lnTo>
                    <a:pt x="63" y="82"/>
                  </a:lnTo>
                  <a:lnTo>
                    <a:pt x="82" y="82"/>
                  </a:lnTo>
                  <a:lnTo>
                    <a:pt x="144" y="43"/>
                  </a:lnTo>
                  <a:lnTo>
                    <a:pt x="8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2629;p60">
              <a:extLst>
                <a:ext uri="{FF2B5EF4-FFF2-40B4-BE49-F238E27FC236}">
                  <a16:creationId xmlns:a16="http://schemas.microsoft.com/office/drawing/2014/main" id="{E2B029AF-32F8-3B1B-2577-974146161920}"/>
                </a:ext>
              </a:extLst>
            </p:cNvPr>
            <p:cNvSpPr/>
            <p:nvPr/>
          </p:nvSpPr>
          <p:spPr>
            <a:xfrm>
              <a:off x="5448396" y="3546369"/>
              <a:ext cx="400448" cy="233909"/>
            </a:xfrm>
            <a:custGeom>
              <a:avLst/>
              <a:gdLst/>
              <a:ahLst/>
              <a:cxnLst/>
              <a:rect l="l" t="t" r="r" b="b"/>
              <a:pathLst>
                <a:path w="3085" h="1802" extrusionOk="0">
                  <a:moveTo>
                    <a:pt x="1480" y="0"/>
                  </a:moveTo>
                  <a:cubicBezTo>
                    <a:pt x="822" y="0"/>
                    <a:pt x="240" y="240"/>
                    <a:pt x="0" y="581"/>
                  </a:cubicBezTo>
                  <a:lnTo>
                    <a:pt x="2143" y="1802"/>
                  </a:lnTo>
                  <a:cubicBezTo>
                    <a:pt x="2681" y="1662"/>
                    <a:pt x="3084" y="1321"/>
                    <a:pt x="3084" y="942"/>
                  </a:cubicBezTo>
                  <a:cubicBezTo>
                    <a:pt x="3084" y="423"/>
                    <a:pt x="2364" y="0"/>
                    <a:pt x="1480" y="0"/>
                  </a:cubicBezTo>
                  <a:close/>
                </a:path>
              </a:pathLst>
            </a:custGeom>
            <a:solidFill>
              <a:srgbClr val="180175">
                <a:alpha val="49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2630;p60">
              <a:extLst>
                <a:ext uri="{FF2B5EF4-FFF2-40B4-BE49-F238E27FC236}">
                  <a16:creationId xmlns:a16="http://schemas.microsoft.com/office/drawing/2014/main" id="{5F601FA4-FEEB-9A08-F770-724A9D4D64C1}"/>
                </a:ext>
              </a:extLst>
            </p:cNvPr>
            <p:cNvSpPr/>
            <p:nvPr/>
          </p:nvSpPr>
          <p:spPr>
            <a:xfrm>
              <a:off x="5564963" y="3051155"/>
              <a:ext cx="106830" cy="103065"/>
            </a:xfrm>
            <a:custGeom>
              <a:avLst/>
              <a:gdLst/>
              <a:ahLst/>
              <a:cxnLst/>
              <a:rect l="l" t="t" r="r" b="b"/>
              <a:pathLst>
                <a:path w="823" h="794" extrusionOk="0">
                  <a:moveTo>
                    <a:pt x="397" y="0"/>
                  </a:moveTo>
                  <a:cubicBezTo>
                    <a:pt x="379" y="0"/>
                    <a:pt x="360" y="3"/>
                    <a:pt x="342" y="10"/>
                  </a:cubicBezTo>
                  <a:cubicBezTo>
                    <a:pt x="1" y="193"/>
                    <a:pt x="404" y="611"/>
                    <a:pt x="505" y="793"/>
                  </a:cubicBezTo>
                  <a:cubicBezTo>
                    <a:pt x="803" y="712"/>
                    <a:pt x="822" y="534"/>
                    <a:pt x="822" y="534"/>
                  </a:cubicBezTo>
                  <a:cubicBezTo>
                    <a:pt x="822" y="534"/>
                    <a:pt x="632" y="0"/>
                    <a:pt x="397" y="0"/>
                  </a:cubicBezTo>
                  <a:close/>
                </a:path>
              </a:pathLst>
            </a:custGeom>
            <a:solidFill>
              <a:srgbClr val="8F7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2631;p60">
              <a:extLst>
                <a:ext uri="{FF2B5EF4-FFF2-40B4-BE49-F238E27FC236}">
                  <a16:creationId xmlns:a16="http://schemas.microsoft.com/office/drawing/2014/main" id="{E82BD2EB-B25A-B01D-1CCC-B0179F4855EA}"/>
                </a:ext>
              </a:extLst>
            </p:cNvPr>
            <p:cNvSpPr/>
            <p:nvPr/>
          </p:nvSpPr>
          <p:spPr>
            <a:xfrm>
              <a:off x="5635448" y="3113851"/>
              <a:ext cx="202755" cy="90344"/>
            </a:xfrm>
            <a:custGeom>
              <a:avLst/>
              <a:gdLst/>
              <a:ahLst/>
              <a:cxnLst/>
              <a:rect l="l" t="t" r="r" b="b"/>
              <a:pathLst>
                <a:path w="1562" h="696" extrusionOk="0">
                  <a:moveTo>
                    <a:pt x="1449" y="1"/>
                  </a:moveTo>
                  <a:cubicBezTo>
                    <a:pt x="1428" y="1"/>
                    <a:pt x="1404" y="3"/>
                    <a:pt x="1379" y="8"/>
                  </a:cubicBezTo>
                  <a:cubicBezTo>
                    <a:pt x="1341" y="32"/>
                    <a:pt x="1283" y="51"/>
                    <a:pt x="1259" y="70"/>
                  </a:cubicBezTo>
                  <a:cubicBezTo>
                    <a:pt x="1101" y="152"/>
                    <a:pt x="462" y="469"/>
                    <a:pt x="462" y="469"/>
                  </a:cubicBezTo>
                  <a:lnTo>
                    <a:pt x="221" y="32"/>
                  </a:lnTo>
                  <a:lnTo>
                    <a:pt x="0" y="248"/>
                  </a:lnTo>
                  <a:cubicBezTo>
                    <a:pt x="0" y="248"/>
                    <a:pt x="248" y="695"/>
                    <a:pt x="429" y="695"/>
                  </a:cubicBezTo>
                  <a:cubicBezTo>
                    <a:pt x="440" y="695"/>
                    <a:pt x="451" y="694"/>
                    <a:pt x="462" y="690"/>
                  </a:cubicBezTo>
                  <a:cubicBezTo>
                    <a:pt x="620" y="632"/>
                    <a:pt x="1182" y="272"/>
                    <a:pt x="1322" y="190"/>
                  </a:cubicBezTo>
                  <a:cubicBezTo>
                    <a:pt x="1341" y="190"/>
                    <a:pt x="1360" y="209"/>
                    <a:pt x="1379" y="209"/>
                  </a:cubicBezTo>
                  <a:cubicBezTo>
                    <a:pt x="1422" y="209"/>
                    <a:pt x="1461" y="209"/>
                    <a:pt x="1461" y="190"/>
                  </a:cubicBezTo>
                  <a:cubicBezTo>
                    <a:pt x="1461" y="171"/>
                    <a:pt x="1442" y="171"/>
                    <a:pt x="1442" y="171"/>
                  </a:cubicBezTo>
                  <a:cubicBezTo>
                    <a:pt x="1523" y="152"/>
                    <a:pt x="1562" y="109"/>
                    <a:pt x="1562" y="70"/>
                  </a:cubicBezTo>
                  <a:cubicBezTo>
                    <a:pt x="1562" y="23"/>
                    <a:pt x="1515" y="1"/>
                    <a:pt x="1449" y="1"/>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2632;p60">
              <a:extLst>
                <a:ext uri="{FF2B5EF4-FFF2-40B4-BE49-F238E27FC236}">
                  <a16:creationId xmlns:a16="http://schemas.microsoft.com/office/drawing/2014/main" id="{2CC4466C-3E66-A3FE-BF09-EA1B4129BDD6}"/>
                </a:ext>
              </a:extLst>
            </p:cNvPr>
            <p:cNvSpPr/>
            <p:nvPr/>
          </p:nvSpPr>
          <p:spPr>
            <a:xfrm>
              <a:off x="5599232" y="3601407"/>
              <a:ext cx="112930" cy="52701"/>
            </a:xfrm>
            <a:custGeom>
              <a:avLst/>
              <a:gdLst/>
              <a:ahLst/>
              <a:cxnLst/>
              <a:rect l="l" t="t" r="r" b="b"/>
              <a:pathLst>
                <a:path w="870" h="406" extrusionOk="0">
                  <a:moveTo>
                    <a:pt x="592" y="1"/>
                  </a:moveTo>
                  <a:cubicBezTo>
                    <a:pt x="512" y="1"/>
                    <a:pt x="392" y="17"/>
                    <a:pt x="217" y="57"/>
                  </a:cubicBezTo>
                  <a:cubicBezTo>
                    <a:pt x="205" y="60"/>
                    <a:pt x="191" y="62"/>
                    <a:pt x="174" y="62"/>
                  </a:cubicBezTo>
                  <a:cubicBezTo>
                    <a:pt x="109" y="62"/>
                    <a:pt x="20" y="37"/>
                    <a:pt x="20" y="37"/>
                  </a:cubicBezTo>
                  <a:cubicBezTo>
                    <a:pt x="20" y="37"/>
                    <a:pt x="1" y="277"/>
                    <a:pt x="20" y="359"/>
                  </a:cubicBezTo>
                  <a:cubicBezTo>
                    <a:pt x="20" y="394"/>
                    <a:pt x="49" y="405"/>
                    <a:pt x="83" y="405"/>
                  </a:cubicBezTo>
                  <a:cubicBezTo>
                    <a:pt x="126" y="405"/>
                    <a:pt x="177" y="389"/>
                    <a:pt x="198" y="378"/>
                  </a:cubicBezTo>
                  <a:cubicBezTo>
                    <a:pt x="241" y="359"/>
                    <a:pt x="419" y="277"/>
                    <a:pt x="481" y="258"/>
                  </a:cubicBezTo>
                  <a:cubicBezTo>
                    <a:pt x="649" y="195"/>
                    <a:pt x="869" y="1"/>
                    <a:pt x="592" y="1"/>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2633;p60">
              <a:extLst>
                <a:ext uri="{FF2B5EF4-FFF2-40B4-BE49-F238E27FC236}">
                  <a16:creationId xmlns:a16="http://schemas.microsoft.com/office/drawing/2014/main" id="{3D48EFD3-A19F-C5AB-6947-CE55C52F344A}"/>
                </a:ext>
              </a:extLst>
            </p:cNvPr>
            <p:cNvSpPr/>
            <p:nvPr/>
          </p:nvSpPr>
          <p:spPr>
            <a:xfrm>
              <a:off x="5689708" y="3641647"/>
              <a:ext cx="112022" cy="53999"/>
            </a:xfrm>
            <a:custGeom>
              <a:avLst/>
              <a:gdLst/>
              <a:ahLst/>
              <a:cxnLst/>
              <a:rect l="l" t="t" r="r" b="b"/>
              <a:pathLst>
                <a:path w="863" h="416" extrusionOk="0">
                  <a:moveTo>
                    <a:pt x="616" y="0"/>
                  </a:moveTo>
                  <a:cubicBezTo>
                    <a:pt x="537" y="0"/>
                    <a:pt x="411" y="19"/>
                    <a:pt x="221" y="68"/>
                  </a:cubicBezTo>
                  <a:cubicBezTo>
                    <a:pt x="164" y="68"/>
                    <a:pt x="24" y="49"/>
                    <a:pt x="24" y="49"/>
                  </a:cubicBezTo>
                  <a:cubicBezTo>
                    <a:pt x="24" y="49"/>
                    <a:pt x="0" y="289"/>
                    <a:pt x="24" y="366"/>
                  </a:cubicBezTo>
                  <a:cubicBezTo>
                    <a:pt x="24" y="404"/>
                    <a:pt x="53" y="416"/>
                    <a:pt x="89" y="416"/>
                  </a:cubicBezTo>
                  <a:cubicBezTo>
                    <a:pt x="131" y="416"/>
                    <a:pt x="181" y="398"/>
                    <a:pt x="202" y="385"/>
                  </a:cubicBezTo>
                  <a:cubicBezTo>
                    <a:pt x="241" y="366"/>
                    <a:pt x="404" y="265"/>
                    <a:pt x="481" y="246"/>
                  </a:cubicBezTo>
                  <a:cubicBezTo>
                    <a:pt x="648" y="188"/>
                    <a:pt x="862" y="0"/>
                    <a:pt x="616" y="0"/>
                  </a:cubicBezTo>
                  <a:close/>
                </a:path>
              </a:pathLst>
            </a:custGeom>
            <a:solidFill>
              <a:srgbClr val="FF24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2634;p60">
              <a:extLst>
                <a:ext uri="{FF2B5EF4-FFF2-40B4-BE49-F238E27FC236}">
                  <a16:creationId xmlns:a16="http://schemas.microsoft.com/office/drawing/2014/main" id="{17C41898-E731-F9AF-A258-866004090CB1}"/>
                </a:ext>
              </a:extLst>
            </p:cNvPr>
            <p:cNvSpPr/>
            <p:nvPr/>
          </p:nvSpPr>
          <p:spPr>
            <a:xfrm>
              <a:off x="5601828" y="3289351"/>
              <a:ext cx="129805" cy="372411"/>
            </a:xfrm>
            <a:custGeom>
              <a:avLst/>
              <a:gdLst/>
              <a:ahLst/>
              <a:cxnLst/>
              <a:rect l="l" t="t" r="r" b="b"/>
              <a:pathLst>
                <a:path w="1000" h="2869" extrusionOk="0">
                  <a:moveTo>
                    <a:pt x="0" y="1"/>
                  </a:moveTo>
                  <a:lnTo>
                    <a:pt x="0" y="2523"/>
                  </a:lnTo>
                  <a:cubicBezTo>
                    <a:pt x="0" y="2546"/>
                    <a:pt x="40" y="2559"/>
                    <a:pt x="88" y="2559"/>
                  </a:cubicBezTo>
                  <a:cubicBezTo>
                    <a:pt x="163" y="2559"/>
                    <a:pt x="259" y="2526"/>
                    <a:pt x="259" y="2441"/>
                  </a:cubicBezTo>
                  <a:cubicBezTo>
                    <a:pt x="259" y="2321"/>
                    <a:pt x="360" y="861"/>
                    <a:pt x="380" y="818"/>
                  </a:cubicBezTo>
                  <a:cubicBezTo>
                    <a:pt x="381" y="816"/>
                    <a:pt x="384" y="815"/>
                    <a:pt x="388" y="815"/>
                  </a:cubicBezTo>
                  <a:cubicBezTo>
                    <a:pt x="421" y="815"/>
                    <a:pt x="519" y="890"/>
                    <a:pt x="519" y="981"/>
                  </a:cubicBezTo>
                  <a:cubicBezTo>
                    <a:pt x="538" y="1082"/>
                    <a:pt x="677" y="2763"/>
                    <a:pt x="677" y="2840"/>
                  </a:cubicBezTo>
                  <a:cubicBezTo>
                    <a:pt x="677" y="2859"/>
                    <a:pt x="708" y="2868"/>
                    <a:pt x="750" y="2868"/>
                  </a:cubicBezTo>
                  <a:cubicBezTo>
                    <a:pt x="845" y="2868"/>
                    <a:pt x="999" y="2822"/>
                    <a:pt x="999" y="2739"/>
                  </a:cubicBezTo>
                  <a:cubicBezTo>
                    <a:pt x="999" y="2643"/>
                    <a:pt x="961" y="299"/>
                    <a:pt x="961" y="299"/>
                  </a:cubicBezTo>
                  <a:cubicBezTo>
                    <a:pt x="961" y="299"/>
                    <a:pt x="178" y="299"/>
                    <a:pt x="0" y="1"/>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2635;p60">
              <a:extLst>
                <a:ext uri="{FF2B5EF4-FFF2-40B4-BE49-F238E27FC236}">
                  <a16:creationId xmlns:a16="http://schemas.microsoft.com/office/drawing/2014/main" id="{46E0FEBB-1960-C11C-2462-23DB4B539974}"/>
                </a:ext>
              </a:extLst>
            </p:cNvPr>
            <p:cNvSpPr/>
            <p:nvPr/>
          </p:nvSpPr>
          <p:spPr>
            <a:xfrm>
              <a:off x="5584823" y="3053621"/>
              <a:ext cx="159920" cy="283235"/>
            </a:xfrm>
            <a:custGeom>
              <a:avLst/>
              <a:gdLst/>
              <a:ahLst/>
              <a:cxnLst/>
              <a:rect l="l" t="t" r="r" b="b"/>
              <a:pathLst>
                <a:path w="1232" h="2182" extrusionOk="0">
                  <a:moveTo>
                    <a:pt x="286" y="1"/>
                  </a:moveTo>
                  <a:cubicBezTo>
                    <a:pt x="1" y="1"/>
                    <a:pt x="51" y="568"/>
                    <a:pt x="69" y="736"/>
                  </a:cubicBezTo>
                  <a:cubicBezTo>
                    <a:pt x="69" y="933"/>
                    <a:pt x="30" y="1654"/>
                    <a:pt x="69" y="1817"/>
                  </a:cubicBezTo>
                  <a:cubicBezTo>
                    <a:pt x="86" y="1964"/>
                    <a:pt x="745" y="2181"/>
                    <a:pt x="997" y="2181"/>
                  </a:cubicBezTo>
                  <a:cubicBezTo>
                    <a:pt x="1017" y="2181"/>
                    <a:pt x="1034" y="2180"/>
                    <a:pt x="1049" y="2177"/>
                  </a:cubicBezTo>
                  <a:cubicBezTo>
                    <a:pt x="1231" y="2153"/>
                    <a:pt x="1231" y="1913"/>
                    <a:pt x="1169" y="1735"/>
                  </a:cubicBezTo>
                  <a:cubicBezTo>
                    <a:pt x="1130" y="1553"/>
                    <a:pt x="1169" y="1072"/>
                    <a:pt x="1169" y="794"/>
                  </a:cubicBezTo>
                  <a:cubicBezTo>
                    <a:pt x="1193" y="496"/>
                    <a:pt x="1049" y="352"/>
                    <a:pt x="808" y="193"/>
                  </a:cubicBezTo>
                  <a:cubicBezTo>
                    <a:pt x="808" y="193"/>
                    <a:pt x="751" y="111"/>
                    <a:pt x="371" y="15"/>
                  </a:cubicBezTo>
                  <a:cubicBezTo>
                    <a:pt x="340" y="5"/>
                    <a:pt x="311" y="1"/>
                    <a:pt x="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2636;p60">
              <a:extLst>
                <a:ext uri="{FF2B5EF4-FFF2-40B4-BE49-F238E27FC236}">
                  <a16:creationId xmlns:a16="http://schemas.microsoft.com/office/drawing/2014/main" id="{72875D46-65FC-EEDF-BB9B-22286A884E58}"/>
                </a:ext>
              </a:extLst>
            </p:cNvPr>
            <p:cNvSpPr/>
            <p:nvPr/>
          </p:nvSpPr>
          <p:spPr>
            <a:xfrm>
              <a:off x="5651025" y="2990015"/>
              <a:ext cx="38812" cy="97224"/>
            </a:xfrm>
            <a:custGeom>
              <a:avLst/>
              <a:gdLst/>
              <a:ahLst/>
              <a:cxnLst/>
              <a:rect l="l" t="t" r="r" b="b"/>
              <a:pathLst>
                <a:path w="299" h="749" extrusionOk="0">
                  <a:moveTo>
                    <a:pt x="1" y="1"/>
                  </a:moveTo>
                  <a:lnTo>
                    <a:pt x="1" y="544"/>
                  </a:lnTo>
                  <a:cubicBezTo>
                    <a:pt x="1" y="688"/>
                    <a:pt x="153" y="749"/>
                    <a:pt x="240" y="749"/>
                  </a:cubicBezTo>
                  <a:cubicBezTo>
                    <a:pt x="274" y="749"/>
                    <a:pt x="298" y="739"/>
                    <a:pt x="298" y="722"/>
                  </a:cubicBezTo>
                  <a:lnTo>
                    <a:pt x="298" y="361"/>
                  </a:lnTo>
                  <a:lnTo>
                    <a:pt x="298" y="1"/>
                  </a:ln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2637;p60">
              <a:extLst>
                <a:ext uri="{FF2B5EF4-FFF2-40B4-BE49-F238E27FC236}">
                  <a16:creationId xmlns:a16="http://schemas.microsoft.com/office/drawing/2014/main" id="{F03B3039-756F-0AC1-241F-2DB8B52CE93D}"/>
                </a:ext>
              </a:extLst>
            </p:cNvPr>
            <p:cNvSpPr/>
            <p:nvPr/>
          </p:nvSpPr>
          <p:spPr>
            <a:xfrm>
              <a:off x="5637915" y="2960030"/>
              <a:ext cx="78143" cy="82556"/>
            </a:xfrm>
            <a:custGeom>
              <a:avLst/>
              <a:gdLst/>
              <a:ahLst/>
              <a:cxnLst/>
              <a:rect l="l" t="t" r="r" b="b"/>
              <a:pathLst>
                <a:path w="602" h="636" extrusionOk="0">
                  <a:moveTo>
                    <a:pt x="384" y="1"/>
                  </a:moveTo>
                  <a:cubicBezTo>
                    <a:pt x="200" y="1"/>
                    <a:pt x="1" y="111"/>
                    <a:pt x="1" y="232"/>
                  </a:cubicBezTo>
                  <a:cubicBezTo>
                    <a:pt x="1" y="395"/>
                    <a:pt x="102" y="535"/>
                    <a:pt x="183" y="554"/>
                  </a:cubicBezTo>
                  <a:cubicBezTo>
                    <a:pt x="279" y="592"/>
                    <a:pt x="500" y="635"/>
                    <a:pt x="544" y="635"/>
                  </a:cubicBezTo>
                  <a:cubicBezTo>
                    <a:pt x="601" y="616"/>
                    <a:pt x="601" y="73"/>
                    <a:pt x="544" y="35"/>
                  </a:cubicBezTo>
                  <a:cubicBezTo>
                    <a:pt x="496" y="11"/>
                    <a:pt x="441" y="1"/>
                    <a:pt x="384" y="1"/>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2638;p60">
              <a:extLst>
                <a:ext uri="{FF2B5EF4-FFF2-40B4-BE49-F238E27FC236}">
                  <a16:creationId xmlns:a16="http://schemas.microsoft.com/office/drawing/2014/main" id="{42E81C51-C289-1A33-742D-4F4FDB8117AC}"/>
                </a:ext>
              </a:extLst>
            </p:cNvPr>
            <p:cNvSpPr/>
            <p:nvPr/>
          </p:nvSpPr>
          <p:spPr>
            <a:xfrm>
              <a:off x="5619871" y="2922775"/>
              <a:ext cx="109296" cy="126819"/>
            </a:xfrm>
            <a:custGeom>
              <a:avLst/>
              <a:gdLst/>
              <a:ahLst/>
              <a:cxnLst/>
              <a:rect l="l" t="t" r="r" b="b"/>
              <a:pathLst>
                <a:path w="842" h="977" extrusionOk="0">
                  <a:moveTo>
                    <a:pt x="582" y="0"/>
                  </a:moveTo>
                  <a:cubicBezTo>
                    <a:pt x="582" y="120"/>
                    <a:pt x="82" y="202"/>
                    <a:pt x="39" y="461"/>
                  </a:cubicBezTo>
                  <a:cubicBezTo>
                    <a:pt x="0" y="701"/>
                    <a:pt x="140" y="822"/>
                    <a:pt x="202" y="903"/>
                  </a:cubicBezTo>
                  <a:cubicBezTo>
                    <a:pt x="244" y="945"/>
                    <a:pt x="298" y="976"/>
                    <a:pt x="362" y="976"/>
                  </a:cubicBezTo>
                  <a:cubicBezTo>
                    <a:pt x="387" y="976"/>
                    <a:pt x="414" y="972"/>
                    <a:pt x="442" y="961"/>
                  </a:cubicBezTo>
                  <a:cubicBezTo>
                    <a:pt x="538" y="942"/>
                    <a:pt x="538" y="783"/>
                    <a:pt x="500" y="721"/>
                  </a:cubicBezTo>
                  <a:cubicBezTo>
                    <a:pt x="481" y="663"/>
                    <a:pt x="538" y="601"/>
                    <a:pt x="639" y="562"/>
                  </a:cubicBezTo>
                  <a:cubicBezTo>
                    <a:pt x="759" y="500"/>
                    <a:pt x="841" y="322"/>
                    <a:pt x="822" y="240"/>
                  </a:cubicBezTo>
                  <a:cubicBezTo>
                    <a:pt x="803" y="63"/>
                    <a:pt x="582" y="0"/>
                    <a:pt x="582"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2639;p60">
              <a:extLst>
                <a:ext uri="{FF2B5EF4-FFF2-40B4-BE49-F238E27FC236}">
                  <a16:creationId xmlns:a16="http://schemas.microsoft.com/office/drawing/2014/main" id="{9DC24E55-6F95-B0F8-0210-FC847993ED30}"/>
                </a:ext>
              </a:extLst>
            </p:cNvPr>
            <p:cNvSpPr/>
            <p:nvPr/>
          </p:nvSpPr>
          <p:spPr>
            <a:xfrm>
              <a:off x="5720862" y="3150587"/>
              <a:ext cx="208467" cy="92811"/>
            </a:xfrm>
            <a:custGeom>
              <a:avLst/>
              <a:gdLst/>
              <a:ahLst/>
              <a:cxnLst/>
              <a:rect l="l" t="t" r="r" b="b"/>
              <a:pathLst>
                <a:path w="1606" h="715" extrusionOk="0">
                  <a:moveTo>
                    <a:pt x="1367" y="0"/>
                  </a:moveTo>
                  <a:cubicBezTo>
                    <a:pt x="1353" y="0"/>
                    <a:pt x="1339" y="14"/>
                    <a:pt x="1322" y="27"/>
                  </a:cubicBezTo>
                  <a:cubicBezTo>
                    <a:pt x="1302" y="47"/>
                    <a:pt x="1302" y="66"/>
                    <a:pt x="1302" y="85"/>
                  </a:cubicBezTo>
                  <a:cubicBezTo>
                    <a:pt x="1226" y="109"/>
                    <a:pt x="481" y="489"/>
                    <a:pt x="481" y="489"/>
                  </a:cubicBezTo>
                  <a:lnTo>
                    <a:pt x="222" y="47"/>
                  </a:lnTo>
                  <a:lnTo>
                    <a:pt x="1" y="268"/>
                  </a:lnTo>
                  <a:cubicBezTo>
                    <a:pt x="1" y="268"/>
                    <a:pt x="254" y="714"/>
                    <a:pt x="432" y="714"/>
                  </a:cubicBezTo>
                  <a:cubicBezTo>
                    <a:pt x="442" y="714"/>
                    <a:pt x="452" y="713"/>
                    <a:pt x="462" y="710"/>
                  </a:cubicBezTo>
                  <a:cubicBezTo>
                    <a:pt x="644" y="647"/>
                    <a:pt x="1226" y="268"/>
                    <a:pt x="1346" y="205"/>
                  </a:cubicBezTo>
                  <a:cubicBezTo>
                    <a:pt x="1384" y="205"/>
                    <a:pt x="1403" y="205"/>
                    <a:pt x="1442" y="186"/>
                  </a:cubicBezTo>
                  <a:cubicBezTo>
                    <a:pt x="1523" y="186"/>
                    <a:pt x="1605" y="128"/>
                    <a:pt x="1586" y="85"/>
                  </a:cubicBezTo>
                  <a:cubicBezTo>
                    <a:pt x="1586" y="57"/>
                    <a:pt x="1542" y="39"/>
                    <a:pt x="1487" y="39"/>
                  </a:cubicBezTo>
                  <a:cubicBezTo>
                    <a:pt x="1466" y="39"/>
                    <a:pt x="1444" y="41"/>
                    <a:pt x="1423" y="47"/>
                  </a:cubicBezTo>
                  <a:lnTo>
                    <a:pt x="1384" y="47"/>
                  </a:lnTo>
                  <a:lnTo>
                    <a:pt x="1384" y="8"/>
                  </a:lnTo>
                  <a:cubicBezTo>
                    <a:pt x="1379" y="3"/>
                    <a:pt x="1373" y="0"/>
                    <a:pt x="1367"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2640;p60">
              <a:extLst>
                <a:ext uri="{FF2B5EF4-FFF2-40B4-BE49-F238E27FC236}">
                  <a16:creationId xmlns:a16="http://schemas.microsoft.com/office/drawing/2014/main" id="{225D30B3-DE47-8209-6956-4528E8A8C023}"/>
                </a:ext>
              </a:extLst>
            </p:cNvPr>
            <p:cNvSpPr/>
            <p:nvPr/>
          </p:nvSpPr>
          <p:spPr>
            <a:xfrm>
              <a:off x="5651025" y="3090356"/>
              <a:ext cx="106830" cy="102546"/>
            </a:xfrm>
            <a:custGeom>
              <a:avLst/>
              <a:gdLst/>
              <a:ahLst/>
              <a:cxnLst/>
              <a:rect l="l" t="t" r="r" b="b"/>
              <a:pathLst>
                <a:path w="823" h="790" extrusionOk="0">
                  <a:moveTo>
                    <a:pt x="402" y="0"/>
                  </a:moveTo>
                  <a:cubicBezTo>
                    <a:pt x="382" y="0"/>
                    <a:pt x="362" y="4"/>
                    <a:pt x="342" y="11"/>
                  </a:cubicBezTo>
                  <a:cubicBezTo>
                    <a:pt x="1" y="213"/>
                    <a:pt x="399" y="611"/>
                    <a:pt x="519" y="789"/>
                  </a:cubicBezTo>
                  <a:cubicBezTo>
                    <a:pt x="803" y="712"/>
                    <a:pt x="822" y="549"/>
                    <a:pt x="822" y="549"/>
                  </a:cubicBezTo>
                  <a:cubicBezTo>
                    <a:pt x="822" y="549"/>
                    <a:pt x="649" y="0"/>
                    <a:pt x="402" y="0"/>
                  </a:cubicBezTo>
                  <a:close/>
                </a:path>
              </a:pathLst>
            </a:custGeom>
            <a:solidFill>
              <a:srgbClr val="8F79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2641;p60">
              <a:extLst>
                <a:ext uri="{FF2B5EF4-FFF2-40B4-BE49-F238E27FC236}">
                  <a16:creationId xmlns:a16="http://schemas.microsoft.com/office/drawing/2014/main" id="{E2128612-6A7A-7325-1BC6-A902063044E7}"/>
                </a:ext>
              </a:extLst>
            </p:cNvPr>
            <p:cNvSpPr/>
            <p:nvPr/>
          </p:nvSpPr>
          <p:spPr>
            <a:xfrm>
              <a:off x="7750660" y="3541306"/>
              <a:ext cx="399929" cy="234038"/>
            </a:xfrm>
            <a:custGeom>
              <a:avLst/>
              <a:gdLst/>
              <a:ahLst/>
              <a:cxnLst/>
              <a:rect l="l" t="t" r="r" b="b"/>
              <a:pathLst>
                <a:path w="3081" h="1803" extrusionOk="0">
                  <a:moveTo>
                    <a:pt x="1601" y="1"/>
                  </a:moveTo>
                  <a:cubicBezTo>
                    <a:pt x="721" y="1"/>
                    <a:pt x="1" y="419"/>
                    <a:pt x="1" y="942"/>
                  </a:cubicBezTo>
                  <a:cubicBezTo>
                    <a:pt x="1" y="1341"/>
                    <a:pt x="400" y="1663"/>
                    <a:pt x="962" y="1802"/>
                  </a:cubicBezTo>
                  <a:lnTo>
                    <a:pt x="3080" y="582"/>
                  </a:lnTo>
                  <a:cubicBezTo>
                    <a:pt x="2840" y="241"/>
                    <a:pt x="2259" y="1"/>
                    <a:pt x="1601" y="1"/>
                  </a:cubicBezTo>
                  <a:close/>
                </a:path>
              </a:pathLst>
            </a:custGeom>
            <a:solidFill>
              <a:srgbClr val="180175">
                <a:alpha val="495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2642;p60">
              <a:extLst>
                <a:ext uri="{FF2B5EF4-FFF2-40B4-BE49-F238E27FC236}">
                  <a16:creationId xmlns:a16="http://schemas.microsoft.com/office/drawing/2014/main" id="{0A52C6E6-C9B3-DB42-7D97-6E63CCD7B064}"/>
                </a:ext>
              </a:extLst>
            </p:cNvPr>
            <p:cNvSpPr/>
            <p:nvPr/>
          </p:nvSpPr>
          <p:spPr>
            <a:xfrm>
              <a:off x="7745078" y="3113851"/>
              <a:ext cx="197823" cy="90344"/>
            </a:xfrm>
            <a:custGeom>
              <a:avLst/>
              <a:gdLst/>
              <a:ahLst/>
              <a:cxnLst/>
              <a:rect l="l" t="t" r="r" b="b"/>
              <a:pathLst>
                <a:path w="1524" h="696" extrusionOk="0">
                  <a:moveTo>
                    <a:pt x="120" y="0"/>
                  </a:moveTo>
                  <a:cubicBezTo>
                    <a:pt x="64" y="0"/>
                    <a:pt x="20" y="19"/>
                    <a:pt x="20" y="51"/>
                  </a:cubicBezTo>
                  <a:cubicBezTo>
                    <a:pt x="1" y="89"/>
                    <a:pt x="44" y="152"/>
                    <a:pt x="121" y="171"/>
                  </a:cubicBezTo>
                  <a:cubicBezTo>
                    <a:pt x="121" y="190"/>
                    <a:pt x="140" y="209"/>
                    <a:pt x="183" y="209"/>
                  </a:cubicBezTo>
                  <a:cubicBezTo>
                    <a:pt x="202" y="209"/>
                    <a:pt x="222" y="209"/>
                    <a:pt x="222" y="190"/>
                  </a:cubicBezTo>
                  <a:cubicBezTo>
                    <a:pt x="423" y="310"/>
                    <a:pt x="923" y="632"/>
                    <a:pt x="1062" y="690"/>
                  </a:cubicBezTo>
                  <a:cubicBezTo>
                    <a:pt x="1073" y="694"/>
                    <a:pt x="1084" y="695"/>
                    <a:pt x="1095" y="695"/>
                  </a:cubicBezTo>
                  <a:cubicBezTo>
                    <a:pt x="1276" y="695"/>
                    <a:pt x="1523" y="248"/>
                    <a:pt x="1523" y="248"/>
                  </a:cubicBezTo>
                  <a:lnTo>
                    <a:pt x="1322" y="32"/>
                  </a:lnTo>
                  <a:lnTo>
                    <a:pt x="1062" y="469"/>
                  </a:lnTo>
                  <a:cubicBezTo>
                    <a:pt x="1062" y="469"/>
                    <a:pt x="462" y="152"/>
                    <a:pt x="260" y="89"/>
                  </a:cubicBezTo>
                  <a:cubicBezTo>
                    <a:pt x="260" y="51"/>
                    <a:pt x="222" y="32"/>
                    <a:pt x="183" y="8"/>
                  </a:cubicBezTo>
                  <a:cubicBezTo>
                    <a:pt x="162" y="3"/>
                    <a:pt x="140" y="0"/>
                    <a:pt x="120"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2643;p60">
              <a:extLst>
                <a:ext uri="{FF2B5EF4-FFF2-40B4-BE49-F238E27FC236}">
                  <a16:creationId xmlns:a16="http://schemas.microsoft.com/office/drawing/2014/main" id="{E72C8370-91B6-87E5-AB06-1EC47275DB31}"/>
                </a:ext>
              </a:extLst>
            </p:cNvPr>
            <p:cNvSpPr/>
            <p:nvPr/>
          </p:nvSpPr>
          <p:spPr>
            <a:xfrm>
              <a:off x="7836073" y="3051414"/>
              <a:ext cx="161088" cy="157064"/>
            </a:xfrm>
            <a:custGeom>
              <a:avLst/>
              <a:gdLst/>
              <a:ahLst/>
              <a:cxnLst/>
              <a:rect l="l" t="t" r="r" b="b"/>
              <a:pathLst>
                <a:path w="1241" h="1210" extrusionOk="0">
                  <a:moveTo>
                    <a:pt x="985" y="1"/>
                  </a:moveTo>
                  <a:cubicBezTo>
                    <a:pt x="904" y="1"/>
                    <a:pt x="780" y="39"/>
                    <a:pt x="702" y="210"/>
                  </a:cubicBezTo>
                  <a:cubicBezTo>
                    <a:pt x="601" y="431"/>
                    <a:pt x="342" y="911"/>
                    <a:pt x="342" y="911"/>
                  </a:cubicBezTo>
                  <a:cubicBezTo>
                    <a:pt x="342" y="911"/>
                    <a:pt x="184" y="811"/>
                    <a:pt x="159" y="811"/>
                  </a:cubicBezTo>
                  <a:cubicBezTo>
                    <a:pt x="140" y="811"/>
                    <a:pt x="1" y="969"/>
                    <a:pt x="39" y="1012"/>
                  </a:cubicBezTo>
                  <a:cubicBezTo>
                    <a:pt x="83" y="1051"/>
                    <a:pt x="342" y="1209"/>
                    <a:pt x="424" y="1209"/>
                  </a:cubicBezTo>
                  <a:cubicBezTo>
                    <a:pt x="501" y="1190"/>
                    <a:pt x="1000" y="609"/>
                    <a:pt x="1082" y="489"/>
                  </a:cubicBezTo>
                  <a:cubicBezTo>
                    <a:pt x="1164" y="369"/>
                    <a:pt x="1240" y="90"/>
                    <a:pt x="1043" y="8"/>
                  </a:cubicBezTo>
                  <a:cubicBezTo>
                    <a:pt x="1029" y="4"/>
                    <a:pt x="1009" y="1"/>
                    <a:pt x="985" y="1"/>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2644;p60">
              <a:extLst>
                <a:ext uri="{FF2B5EF4-FFF2-40B4-BE49-F238E27FC236}">
                  <a16:creationId xmlns:a16="http://schemas.microsoft.com/office/drawing/2014/main" id="{1A529745-C056-FB49-7A29-F1169206232D}"/>
                </a:ext>
              </a:extLst>
            </p:cNvPr>
            <p:cNvSpPr/>
            <p:nvPr/>
          </p:nvSpPr>
          <p:spPr>
            <a:xfrm>
              <a:off x="7868655" y="3601407"/>
              <a:ext cx="110464" cy="55167"/>
            </a:xfrm>
            <a:custGeom>
              <a:avLst/>
              <a:gdLst/>
              <a:ahLst/>
              <a:cxnLst/>
              <a:rect l="l" t="t" r="r" b="b"/>
              <a:pathLst>
                <a:path w="851" h="425" extrusionOk="0">
                  <a:moveTo>
                    <a:pt x="278" y="1"/>
                  </a:moveTo>
                  <a:cubicBezTo>
                    <a:pt x="1" y="1"/>
                    <a:pt x="221" y="195"/>
                    <a:pt x="389" y="258"/>
                  </a:cubicBezTo>
                  <a:cubicBezTo>
                    <a:pt x="451" y="277"/>
                    <a:pt x="629" y="378"/>
                    <a:pt x="672" y="398"/>
                  </a:cubicBezTo>
                  <a:cubicBezTo>
                    <a:pt x="693" y="408"/>
                    <a:pt x="739" y="424"/>
                    <a:pt x="779" y="424"/>
                  </a:cubicBezTo>
                  <a:cubicBezTo>
                    <a:pt x="812" y="424"/>
                    <a:pt x="841" y="413"/>
                    <a:pt x="850" y="378"/>
                  </a:cubicBezTo>
                  <a:cubicBezTo>
                    <a:pt x="850" y="277"/>
                    <a:pt x="831" y="57"/>
                    <a:pt x="831" y="57"/>
                  </a:cubicBezTo>
                  <a:cubicBezTo>
                    <a:pt x="831" y="57"/>
                    <a:pt x="769" y="65"/>
                    <a:pt x="716" y="65"/>
                  </a:cubicBezTo>
                  <a:cubicBezTo>
                    <a:pt x="690" y="65"/>
                    <a:pt x="666" y="63"/>
                    <a:pt x="653" y="57"/>
                  </a:cubicBezTo>
                  <a:cubicBezTo>
                    <a:pt x="478" y="17"/>
                    <a:pt x="358" y="1"/>
                    <a:pt x="278" y="1"/>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2645;p60">
              <a:extLst>
                <a:ext uri="{FF2B5EF4-FFF2-40B4-BE49-F238E27FC236}">
                  <a16:creationId xmlns:a16="http://schemas.microsoft.com/office/drawing/2014/main" id="{766A1C32-5E66-8E0F-A64E-E314AD492B6C}"/>
                </a:ext>
              </a:extLst>
            </p:cNvPr>
            <p:cNvSpPr/>
            <p:nvPr/>
          </p:nvSpPr>
          <p:spPr>
            <a:xfrm>
              <a:off x="7777790" y="3642946"/>
              <a:ext cx="113320" cy="52701"/>
            </a:xfrm>
            <a:custGeom>
              <a:avLst/>
              <a:gdLst/>
              <a:ahLst/>
              <a:cxnLst/>
              <a:rect l="l" t="t" r="r" b="b"/>
              <a:pathLst>
                <a:path w="873" h="406" extrusionOk="0">
                  <a:moveTo>
                    <a:pt x="274" y="1"/>
                  </a:moveTo>
                  <a:cubicBezTo>
                    <a:pt x="1" y="1"/>
                    <a:pt x="221" y="196"/>
                    <a:pt x="392" y="255"/>
                  </a:cubicBezTo>
                  <a:cubicBezTo>
                    <a:pt x="450" y="279"/>
                    <a:pt x="633" y="356"/>
                    <a:pt x="671" y="375"/>
                  </a:cubicBezTo>
                  <a:cubicBezTo>
                    <a:pt x="692" y="388"/>
                    <a:pt x="737" y="406"/>
                    <a:pt x="777" y="406"/>
                  </a:cubicBezTo>
                  <a:cubicBezTo>
                    <a:pt x="810" y="406"/>
                    <a:pt x="840" y="394"/>
                    <a:pt x="849" y="356"/>
                  </a:cubicBezTo>
                  <a:cubicBezTo>
                    <a:pt x="873" y="279"/>
                    <a:pt x="829" y="39"/>
                    <a:pt x="829" y="39"/>
                  </a:cubicBezTo>
                  <a:cubicBezTo>
                    <a:pt x="829" y="39"/>
                    <a:pt x="753" y="64"/>
                    <a:pt x="692" y="64"/>
                  </a:cubicBezTo>
                  <a:cubicBezTo>
                    <a:pt x="677" y="64"/>
                    <a:pt x="663" y="62"/>
                    <a:pt x="652" y="58"/>
                  </a:cubicBezTo>
                  <a:cubicBezTo>
                    <a:pt x="475" y="17"/>
                    <a:pt x="354" y="1"/>
                    <a:pt x="274" y="1"/>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2646;p60">
              <a:extLst>
                <a:ext uri="{FF2B5EF4-FFF2-40B4-BE49-F238E27FC236}">
                  <a16:creationId xmlns:a16="http://schemas.microsoft.com/office/drawing/2014/main" id="{B05CA2FC-E028-175D-77CC-4D56FAD72617}"/>
                </a:ext>
              </a:extLst>
            </p:cNvPr>
            <p:cNvSpPr/>
            <p:nvPr/>
          </p:nvSpPr>
          <p:spPr>
            <a:xfrm>
              <a:off x="7849184" y="3289351"/>
              <a:ext cx="129935" cy="373579"/>
            </a:xfrm>
            <a:custGeom>
              <a:avLst/>
              <a:gdLst/>
              <a:ahLst/>
              <a:cxnLst/>
              <a:rect l="l" t="t" r="r" b="b"/>
              <a:pathLst>
                <a:path w="1001" h="2878" extrusionOk="0">
                  <a:moveTo>
                    <a:pt x="981" y="1"/>
                  </a:moveTo>
                  <a:cubicBezTo>
                    <a:pt x="822" y="299"/>
                    <a:pt x="20" y="299"/>
                    <a:pt x="20" y="299"/>
                  </a:cubicBezTo>
                  <a:cubicBezTo>
                    <a:pt x="20" y="299"/>
                    <a:pt x="1" y="2643"/>
                    <a:pt x="1" y="2763"/>
                  </a:cubicBezTo>
                  <a:cubicBezTo>
                    <a:pt x="1" y="2828"/>
                    <a:pt x="148" y="2878"/>
                    <a:pt x="243" y="2878"/>
                  </a:cubicBezTo>
                  <a:cubicBezTo>
                    <a:pt x="289" y="2878"/>
                    <a:pt x="323" y="2866"/>
                    <a:pt x="323" y="2840"/>
                  </a:cubicBezTo>
                  <a:cubicBezTo>
                    <a:pt x="323" y="2763"/>
                    <a:pt x="443" y="1082"/>
                    <a:pt x="462" y="981"/>
                  </a:cubicBezTo>
                  <a:cubicBezTo>
                    <a:pt x="478" y="899"/>
                    <a:pt x="547" y="830"/>
                    <a:pt x="583" y="830"/>
                  </a:cubicBezTo>
                  <a:cubicBezTo>
                    <a:pt x="591" y="830"/>
                    <a:pt x="598" y="833"/>
                    <a:pt x="601" y="842"/>
                  </a:cubicBezTo>
                  <a:cubicBezTo>
                    <a:pt x="621" y="861"/>
                    <a:pt x="741" y="2321"/>
                    <a:pt x="741" y="2461"/>
                  </a:cubicBezTo>
                  <a:cubicBezTo>
                    <a:pt x="741" y="2531"/>
                    <a:pt x="831" y="2560"/>
                    <a:pt x="905" y="2560"/>
                  </a:cubicBezTo>
                  <a:cubicBezTo>
                    <a:pt x="957" y="2560"/>
                    <a:pt x="1000" y="2547"/>
                    <a:pt x="1000" y="2523"/>
                  </a:cubicBezTo>
                  <a:cubicBezTo>
                    <a:pt x="1000" y="2360"/>
                    <a:pt x="981" y="1"/>
                    <a:pt x="981" y="1"/>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2647;p60">
              <a:extLst>
                <a:ext uri="{FF2B5EF4-FFF2-40B4-BE49-F238E27FC236}">
                  <a16:creationId xmlns:a16="http://schemas.microsoft.com/office/drawing/2014/main" id="{A1189427-6989-67B4-44C6-9788CB208DF1}"/>
                </a:ext>
              </a:extLst>
            </p:cNvPr>
            <p:cNvSpPr/>
            <p:nvPr/>
          </p:nvSpPr>
          <p:spPr>
            <a:xfrm>
              <a:off x="7833607" y="3053751"/>
              <a:ext cx="159920" cy="285182"/>
            </a:xfrm>
            <a:custGeom>
              <a:avLst/>
              <a:gdLst/>
              <a:ahLst/>
              <a:cxnLst/>
              <a:rect l="l" t="t" r="r" b="b"/>
              <a:pathLst>
                <a:path w="1232" h="2197" extrusionOk="0">
                  <a:moveTo>
                    <a:pt x="959" y="0"/>
                  </a:moveTo>
                  <a:cubicBezTo>
                    <a:pt x="935" y="0"/>
                    <a:pt x="909" y="5"/>
                    <a:pt x="880" y="14"/>
                  </a:cubicBezTo>
                  <a:cubicBezTo>
                    <a:pt x="500" y="134"/>
                    <a:pt x="419" y="192"/>
                    <a:pt x="419" y="192"/>
                  </a:cubicBezTo>
                  <a:cubicBezTo>
                    <a:pt x="203" y="351"/>
                    <a:pt x="58" y="514"/>
                    <a:pt x="58" y="793"/>
                  </a:cubicBezTo>
                  <a:cubicBezTo>
                    <a:pt x="82" y="1071"/>
                    <a:pt x="121" y="1552"/>
                    <a:pt x="58" y="1734"/>
                  </a:cubicBezTo>
                  <a:cubicBezTo>
                    <a:pt x="20" y="1912"/>
                    <a:pt x="1" y="2176"/>
                    <a:pt x="203" y="2195"/>
                  </a:cubicBezTo>
                  <a:cubicBezTo>
                    <a:pt x="211" y="2196"/>
                    <a:pt x="220" y="2197"/>
                    <a:pt x="229" y="2197"/>
                  </a:cubicBezTo>
                  <a:cubicBezTo>
                    <a:pt x="459" y="2197"/>
                    <a:pt x="1141" y="1986"/>
                    <a:pt x="1183" y="1816"/>
                  </a:cubicBezTo>
                  <a:cubicBezTo>
                    <a:pt x="1202" y="1653"/>
                    <a:pt x="1163" y="932"/>
                    <a:pt x="1183" y="754"/>
                  </a:cubicBezTo>
                  <a:cubicBezTo>
                    <a:pt x="1183" y="586"/>
                    <a:pt x="1231" y="0"/>
                    <a:pt x="95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2648;p60">
              <a:extLst>
                <a:ext uri="{FF2B5EF4-FFF2-40B4-BE49-F238E27FC236}">
                  <a16:creationId xmlns:a16="http://schemas.microsoft.com/office/drawing/2014/main" id="{B5F09392-A2CC-5CC9-4FB1-0B28002DF573}"/>
                </a:ext>
              </a:extLst>
            </p:cNvPr>
            <p:cNvSpPr/>
            <p:nvPr/>
          </p:nvSpPr>
          <p:spPr>
            <a:xfrm>
              <a:off x="7890982" y="2993131"/>
              <a:ext cx="38812" cy="94109"/>
            </a:xfrm>
            <a:custGeom>
              <a:avLst/>
              <a:gdLst/>
              <a:ahLst/>
              <a:cxnLst/>
              <a:rect l="l" t="t" r="r" b="b"/>
              <a:pathLst>
                <a:path w="299" h="725" extrusionOk="0">
                  <a:moveTo>
                    <a:pt x="1" y="1"/>
                  </a:moveTo>
                  <a:lnTo>
                    <a:pt x="1" y="337"/>
                  </a:lnTo>
                  <a:lnTo>
                    <a:pt x="1" y="698"/>
                  </a:lnTo>
                  <a:cubicBezTo>
                    <a:pt x="1" y="715"/>
                    <a:pt x="25" y="725"/>
                    <a:pt x="59" y="725"/>
                  </a:cubicBezTo>
                  <a:cubicBezTo>
                    <a:pt x="146" y="725"/>
                    <a:pt x="299" y="664"/>
                    <a:pt x="299" y="520"/>
                  </a:cubicBezTo>
                  <a:lnTo>
                    <a:pt x="299" y="1"/>
                  </a:ln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2649;p60">
              <a:extLst>
                <a:ext uri="{FF2B5EF4-FFF2-40B4-BE49-F238E27FC236}">
                  <a16:creationId xmlns:a16="http://schemas.microsoft.com/office/drawing/2014/main" id="{98881CD6-9085-45F1-F7AF-4084FB9B4613}"/>
                </a:ext>
              </a:extLst>
            </p:cNvPr>
            <p:cNvSpPr/>
            <p:nvPr/>
          </p:nvSpPr>
          <p:spPr>
            <a:xfrm>
              <a:off x="7862294" y="2962626"/>
              <a:ext cx="78143" cy="80479"/>
            </a:xfrm>
            <a:custGeom>
              <a:avLst/>
              <a:gdLst/>
              <a:ahLst/>
              <a:cxnLst/>
              <a:rect l="l" t="t" r="r" b="b"/>
              <a:pathLst>
                <a:path w="602" h="620" extrusionOk="0">
                  <a:moveTo>
                    <a:pt x="225" y="0"/>
                  </a:moveTo>
                  <a:cubicBezTo>
                    <a:pt x="168" y="0"/>
                    <a:pt x="110" y="10"/>
                    <a:pt x="58" y="34"/>
                  </a:cubicBezTo>
                  <a:cubicBezTo>
                    <a:pt x="1" y="53"/>
                    <a:pt x="1" y="615"/>
                    <a:pt x="58" y="615"/>
                  </a:cubicBezTo>
                  <a:cubicBezTo>
                    <a:pt x="67" y="618"/>
                    <a:pt x="77" y="619"/>
                    <a:pt x="89" y="619"/>
                  </a:cubicBezTo>
                  <a:cubicBezTo>
                    <a:pt x="171" y="619"/>
                    <a:pt x="331" y="570"/>
                    <a:pt x="419" y="553"/>
                  </a:cubicBezTo>
                  <a:cubicBezTo>
                    <a:pt x="520" y="515"/>
                    <a:pt x="601" y="375"/>
                    <a:pt x="601" y="236"/>
                  </a:cubicBezTo>
                  <a:cubicBezTo>
                    <a:pt x="601" y="111"/>
                    <a:pt x="413" y="0"/>
                    <a:pt x="225"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2650;p60">
              <a:extLst>
                <a:ext uri="{FF2B5EF4-FFF2-40B4-BE49-F238E27FC236}">
                  <a16:creationId xmlns:a16="http://schemas.microsoft.com/office/drawing/2014/main" id="{A48DAE77-FD9C-897C-B62B-65E628527829}"/>
                </a:ext>
              </a:extLst>
            </p:cNvPr>
            <p:cNvSpPr/>
            <p:nvPr/>
          </p:nvSpPr>
          <p:spPr>
            <a:xfrm>
              <a:off x="7851780" y="2946530"/>
              <a:ext cx="111632" cy="104233"/>
            </a:xfrm>
            <a:custGeom>
              <a:avLst/>
              <a:gdLst/>
              <a:ahLst/>
              <a:cxnLst/>
              <a:rect l="l" t="t" r="r" b="b"/>
              <a:pathLst>
                <a:path w="860" h="803" extrusionOk="0">
                  <a:moveTo>
                    <a:pt x="98" y="0"/>
                  </a:moveTo>
                  <a:cubicBezTo>
                    <a:pt x="44" y="0"/>
                    <a:pt x="5" y="15"/>
                    <a:pt x="0" y="57"/>
                  </a:cubicBezTo>
                  <a:cubicBezTo>
                    <a:pt x="0" y="139"/>
                    <a:pt x="82" y="336"/>
                    <a:pt x="183" y="379"/>
                  </a:cubicBezTo>
                  <a:cubicBezTo>
                    <a:pt x="303" y="418"/>
                    <a:pt x="360" y="480"/>
                    <a:pt x="322" y="538"/>
                  </a:cubicBezTo>
                  <a:cubicBezTo>
                    <a:pt x="303" y="619"/>
                    <a:pt x="279" y="759"/>
                    <a:pt x="399" y="797"/>
                  </a:cubicBezTo>
                  <a:cubicBezTo>
                    <a:pt x="417" y="800"/>
                    <a:pt x="434" y="802"/>
                    <a:pt x="451" y="802"/>
                  </a:cubicBezTo>
                  <a:cubicBezTo>
                    <a:pt x="528" y="802"/>
                    <a:pt x="592" y="768"/>
                    <a:pt x="639" y="720"/>
                  </a:cubicBezTo>
                  <a:cubicBezTo>
                    <a:pt x="701" y="658"/>
                    <a:pt x="860" y="518"/>
                    <a:pt x="802" y="278"/>
                  </a:cubicBezTo>
                  <a:cubicBezTo>
                    <a:pt x="759" y="197"/>
                    <a:pt x="620" y="120"/>
                    <a:pt x="519" y="120"/>
                  </a:cubicBezTo>
                  <a:cubicBezTo>
                    <a:pt x="519" y="120"/>
                    <a:pt x="248" y="0"/>
                    <a:pt x="98" y="0"/>
                  </a:cubicBezTo>
                  <a:close/>
                </a:path>
              </a:pathLst>
            </a:custGeom>
            <a:solidFill>
              <a:srgbClr val="00E7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2651;p60">
              <a:extLst>
                <a:ext uri="{FF2B5EF4-FFF2-40B4-BE49-F238E27FC236}">
                  <a16:creationId xmlns:a16="http://schemas.microsoft.com/office/drawing/2014/main" id="{793D4ACF-0918-F578-1BD5-4CC0C5332B0D}"/>
                </a:ext>
              </a:extLst>
            </p:cNvPr>
            <p:cNvSpPr/>
            <p:nvPr/>
          </p:nvSpPr>
          <p:spPr>
            <a:xfrm>
              <a:off x="7651487" y="3150587"/>
              <a:ext cx="205352" cy="93200"/>
            </a:xfrm>
            <a:custGeom>
              <a:avLst/>
              <a:gdLst/>
              <a:ahLst/>
              <a:cxnLst/>
              <a:rect l="l" t="t" r="r" b="b"/>
              <a:pathLst>
                <a:path w="1582" h="718" extrusionOk="0">
                  <a:moveTo>
                    <a:pt x="230" y="0"/>
                  </a:moveTo>
                  <a:cubicBezTo>
                    <a:pt x="225" y="0"/>
                    <a:pt x="222" y="3"/>
                    <a:pt x="222" y="8"/>
                  </a:cubicBezTo>
                  <a:cubicBezTo>
                    <a:pt x="203" y="8"/>
                    <a:pt x="203" y="27"/>
                    <a:pt x="222" y="66"/>
                  </a:cubicBezTo>
                  <a:cubicBezTo>
                    <a:pt x="203" y="47"/>
                    <a:pt x="203" y="47"/>
                    <a:pt x="184" y="47"/>
                  </a:cubicBezTo>
                  <a:cubicBezTo>
                    <a:pt x="162" y="41"/>
                    <a:pt x="140" y="39"/>
                    <a:pt x="119" y="39"/>
                  </a:cubicBezTo>
                  <a:cubicBezTo>
                    <a:pt x="63" y="39"/>
                    <a:pt x="15" y="57"/>
                    <a:pt x="1" y="85"/>
                  </a:cubicBezTo>
                  <a:cubicBezTo>
                    <a:pt x="1" y="147"/>
                    <a:pt x="63" y="186"/>
                    <a:pt x="140" y="205"/>
                  </a:cubicBezTo>
                  <a:lnTo>
                    <a:pt x="241" y="205"/>
                  </a:lnTo>
                  <a:cubicBezTo>
                    <a:pt x="361" y="287"/>
                    <a:pt x="962" y="666"/>
                    <a:pt x="1125" y="710"/>
                  </a:cubicBezTo>
                  <a:cubicBezTo>
                    <a:pt x="1137" y="715"/>
                    <a:pt x="1150" y="717"/>
                    <a:pt x="1163" y="717"/>
                  </a:cubicBezTo>
                  <a:cubicBezTo>
                    <a:pt x="1340" y="717"/>
                    <a:pt x="1581" y="268"/>
                    <a:pt x="1581" y="268"/>
                  </a:cubicBezTo>
                  <a:lnTo>
                    <a:pt x="1385" y="47"/>
                  </a:lnTo>
                  <a:lnTo>
                    <a:pt x="1125" y="508"/>
                  </a:lnTo>
                  <a:cubicBezTo>
                    <a:pt x="1125" y="508"/>
                    <a:pt x="380" y="109"/>
                    <a:pt x="304" y="85"/>
                  </a:cubicBezTo>
                  <a:cubicBezTo>
                    <a:pt x="304" y="85"/>
                    <a:pt x="304" y="66"/>
                    <a:pt x="284" y="27"/>
                  </a:cubicBezTo>
                  <a:cubicBezTo>
                    <a:pt x="267" y="14"/>
                    <a:pt x="243" y="0"/>
                    <a:pt x="230" y="0"/>
                  </a:cubicBezTo>
                  <a:close/>
                </a:path>
              </a:pathLst>
            </a:custGeom>
            <a:solidFill>
              <a:srgbClr val="FDDD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2652;p60">
              <a:extLst>
                <a:ext uri="{FF2B5EF4-FFF2-40B4-BE49-F238E27FC236}">
                  <a16:creationId xmlns:a16="http://schemas.microsoft.com/office/drawing/2014/main" id="{E5EECE32-9D11-2EF1-200C-15E608F137C1}"/>
                </a:ext>
              </a:extLst>
            </p:cNvPr>
            <p:cNvSpPr/>
            <p:nvPr/>
          </p:nvSpPr>
          <p:spPr>
            <a:xfrm>
              <a:off x="7750660" y="3092174"/>
              <a:ext cx="161088" cy="158102"/>
            </a:xfrm>
            <a:custGeom>
              <a:avLst/>
              <a:gdLst/>
              <a:ahLst/>
              <a:cxnLst/>
              <a:rect l="l" t="t" r="r" b="b"/>
              <a:pathLst>
                <a:path w="1241" h="1218" extrusionOk="0">
                  <a:moveTo>
                    <a:pt x="974" y="0"/>
                  </a:moveTo>
                  <a:cubicBezTo>
                    <a:pt x="894" y="0"/>
                    <a:pt x="773" y="53"/>
                    <a:pt x="697" y="218"/>
                  </a:cubicBezTo>
                  <a:cubicBezTo>
                    <a:pt x="601" y="439"/>
                    <a:pt x="337" y="919"/>
                    <a:pt x="337" y="919"/>
                  </a:cubicBezTo>
                  <a:cubicBezTo>
                    <a:pt x="337" y="919"/>
                    <a:pt x="179" y="818"/>
                    <a:pt x="159" y="818"/>
                  </a:cubicBezTo>
                  <a:cubicBezTo>
                    <a:pt x="140" y="818"/>
                    <a:pt x="1" y="977"/>
                    <a:pt x="39" y="1015"/>
                  </a:cubicBezTo>
                  <a:cubicBezTo>
                    <a:pt x="78" y="1059"/>
                    <a:pt x="337" y="1217"/>
                    <a:pt x="419" y="1217"/>
                  </a:cubicBezTo>
                  <a:cubicBezTo>
                    <a:pt x="500" y="1198"/>
                    <a:pt x="1000" y="597"/>
                    <a:pt x="1082" y="477"/>
                  </a:cubicBezTo>
                  <a:cubicBezTo>
                    <a:pt x="1159" y="357"/>
                    <a:pt x="1240" y="98"/>
                    <a:pt x="1038" y="16"/>
                  </a:cubicBezTo>
                  <a:cubicBezTo>
                    <a:pt x="1024" y="6"/>
                    <a:pt x="1001" y="0"/>
                    <a:pt x="974"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2653;p60">
              <a:extLst>
                <a:ext uri="{FF2B5EF4-FFF2-40B4-BE49-F238E27FC236}">
                  <a16:creationId xmlns:a16="http://schemas.microsoft.com/office/drawing/2014/main" id="{6381666A-1520-A880-3279-DEB7E08D71B0}"/>
                </a:ext>
              </a:extLst>
            </p:cNvPr>
            <p:cNvSpPr/>
            <p:nvPr/>
          </p:nvSpPr>
          <p:spPr>
            <a:xfrm>
              <a:off x="7745078" y="3194981"/>
              <a:ext cx="33230" cy="32841"/>
            </a:xfrm>
            <a:custGeom>
              <a:avLst/>
              <a:gdLst/>
              <a:ahLst/>
              <a:cxnLst/>
              <a:rect l="l" t="t" r="r" b="b"/>
              <a:pathLst>
                <a:path w="256" h="253" extrusionOk="0">
                  <a:moveTo>
                    <a:pt x="189" y="0"/>
                  </a:moveTo>
                  <a:cubicBezTo>
                    <a:pt x="181" y="0"/>
                    <a:pt x="172" y="2"/>
                    <a:pt x="164" y="7"/>
                  </a:cubicBezTo>
                  <a:cubicBezTo>
                    <a:pt x="121" y="7"/>
                    <a:pt x="1" y="166"/>
                    <a:pt x="20" y="204"/>
                  </a:cubicBezTo>
                  <a:cubicBezTo>
                    <a:pt x="40" y="220"/>
                    <a:pt x="69" y="252"/>
                    <a:pt x="90" y="252"/>
                  </a:cubicBezTo>
                  <a:cubicBezTo>
                    <a:pt x="94" y="252"/>
                    <a:pt x="98" y="251"/>
                    <a:pt x="101" y="247"/>
                  </a:cubicBezTo>
                  <a:cubicBezTo>
                    <a:pt x="164" y="84"/>
                    <a:pt x="241" y="46"/>
                    <a:pt x="241" y="46"/>
                  </a:cubicBezTo>
                  <a:cubicBezTo>
                    <a:pt x="256" y="30"/>
                    <a:pt x="223" y="0"/>
                    <a:pt x="189" y="0"/>
                  </a:cubicBezTo>
                  <a:close/>
                </a:path>
              </a:pathLst>
            </a:custGeom>
            <a:solidFill>
              <a:srgbClr val="AD95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10184007"/>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9"/>
          <p:cNvSpPr/>
          <p:nvPr/>
        </p:nvSpPr>
        <p:spPr>
          <a:xfrm rot="10800000">
            <a:off x="5130975" y="328150"/>
            <a:ext cx="3690900" cy="4476600"/>
          </a:xfrm>
          <a:prstGeom prst="rect">
            <a:avLst/>
          </a:pr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txBox="1">
            <a:spLocks noGrp="1"/>
          </p:cNvSpPr>
          <p:nvPr>
            <p:ph type="title"/>
          </p:nvPr>
        </p:nvSpPr>
        <p:spPr>
          <a:xfrm>
            <a:off x="1828800" y="3118761"/>
            <a:ext cx="2808000" cy="56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Cas Pratique</a:t>
            </a:r>
            <a:endParaRPr dirty="0"/>
          </a:p>
        </p:txBody>
      </p:sp>
      <p:pic>
        <p:nvPicPr>
          <p:cNvPr id="576" name="Google Shape;576;p39"/>
          <p:cNvPicPr preferRelativeResize="0"/>
          <p:nvPr/>
        </p:nvPicPr>
        <p:blipFill rotWithShape="1">
          <a:blip r:embed="rId3">
            <a:alphaModFix/>
          </a:blip>
          <a:srcRect r="18039"/>
          <a:stretch/>
        </p:blipFill>
        <p:spPr>
          <a:xfrm rot="5400000" flipH="1">
            <a:off x="4950999" y="919574"/>
            <a:ext cx="4050851" cy="3293751"/>
          </a:xfrm>
          <a:prstGeom prst="rect">
            <a:avLst/>
          </a:prstGeom>
          <a:noFill/>
          <a:ln>
            <a:noFill/>
          </a:ln>
        </p:spPr>
      </p:pic>
      <p:sp>
        <p:nvSpPr>
          <p:cNvPr id="577" name="Google Shape;577;p39"/>
          <p:cNvSpPr txBox="1">
            <a:spLocks noGrp="1"/>
          </p:cNvSpPr>
          <p:nvPr>
            <p:ph type="title" idx="2"/>
          </p:nvPr>
        </p:nvSpPr>
        <p:spPr>
          <a:xfrm>
            <a:off x="720000" y="2927375"/>
            <a:ext cx="1108800" cy="11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Tree>
    <p:extLst>
      <p:ext uri="{BB962C8B-B14F-4D97-AF65-F5344CB8AC3E}">
        <p14:creationId xmlns:p14="http://schemas.microsoft.com/office/powerpoint/2010/main" val="2142540889"/>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39"/>
          <p:cNvSpPr/>
          <p:nvPr/>
        </p:nvSpPr>
        <p:spPr>
          <a:xfrm rot="10800000">
            <a:off x="5130975" y="328150"/>
            <a:ext cx="3690900" cy="4476600"/>
          </a:xfrm>
          <a:prstGeom prst="rect">
            <a:avLst/>
          </a:prstGeom>
          <a:gradFill>
            <a:gsLst>
              <a:gs pos="0">
                <a:schemeClr val="accent6"/>
              </a:gs>
              <a:gs pos="34000">
                <a:srgbClr val="4CEEFD">
                  <a:alpha val="31372"/>
                </a:srgbClr>
              </a:gs>
              <a:gs pos="100000">
                <a:srgbClr val="4CEEFD">
                  <a:alpha val="0"/>
                </a:srgbClr>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9"/>
          <p:cNvSpPr txBox="1">
            <a:spLocks noGrp="1"/>
          </p:cNvSpPr>
          <p:nvPr>
            <p:ph type="title"/>
          </p:nvPr>
        </p:nvSpPr>
        <p:spPr>
          <a:xfrm>
            <a:off x="1828800" y="3118761"/>
            <a:ext cx="2808000" cy="56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a:t>
            </a:r>
            <a:endParaRPr dirty="0"/>
          </a:p>
        </p:txBody>
      </p:sp>
      <p:pic>
        <p:nvPicPr>
          <p:cNvPr id="576" name="Google Shape;576;p39"/>
          <p:cNvPicPr preferRelativeResize="0"/>
          <p:nvPr/>
        </p:nvPicPr>
        <p:blipFill rotWithShape="1">
          <a:blip r:embed="rId3">
            <a:alphaModFix/>
          </a:blip>
          <a:srcRect r="18039"/>
          <a:stretch/>
        </p:blipFill>
        <p:spPr>
          <a:xfrm rot="5400000" flipH="1">
            <a:off x="4950999" y="919574"/>
            <a:ext cx="4050851" cy="3293751"/>
          </a:xfrm>
          <a:prstGeom prst="rect">
            <a:avLst/>
          </a:prstGeom>
          <a:noFill/>
          <a:ln>
            <a:noFill/>
          </a:ln>
        </p:spPr>
      </p:pic>
      <p:sp>
        <p:nvSpPr>
          <p:cNvPr id="577" name="Google Shape;577;p39"/>
          <p:cNvSpPr txBox="1">
            <a:spLocks noGrp="1"/>
          </p:cNvSpPr>
          <p:nvPr>
            <p:ph type="title" idx="2"/>
          </p:nvPr>
        </p:nvSpPr>
        <p:spPr>
          <a:xfrm>
            <a:off x="720000" y="2927375"/>
            <a:ext cx="1108800" cy="1140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Tree>
    <p:extLst>
      <p:ext uri="{BB962C8B-B14F-4D97-AF65-F5344CB8AC3E}">
        <p14:creationId xmlns:p14="http://schemas.microsoft.com/office/powerpoint/2010/main" val="424682129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8784"/>
        <p:cNvGrpSpPr/>
        <p:nvPr/>
      </p:nvGrpSpPr>
      <p:grpSpPr>
        <a:xfrm>
          <a:off x="0" y="0"/>
          <a:ext cx="0" cy="0"/>
          <a:chOff x="0" y="0"/>
          <a:chExt cx="0" cy="0"/>
        </a:xfrm>
      </p:grpSpPr>
      <p:sp>
        <p:nvSpPr>
          <p:cNvPr id="2" name="ZoneTexte 1">
            <a:extLst>
              <a:ext uri="{FF2B5EF4-FFF2-40B4-BE49-F238E27FC236}">
                <a16:creationId xmlns:a16="http://schemas.microsoft.com/office/drawing/2014/main" id="{BABE9CE7-3A0A-0348-C93A-E563C501B2C0}"/>
              </a:ext>
            </a:extLst>
          </p:cNvPr>
          <p:cNvSpPr txBox="1"/>
          <p:nvPr/>
        </p:nvSpPr>
        <p:spPr>
          <a:xfrm>
            <a:off x="2169041" y="1722474"/>
            <a:ext cx="4433777" cy="2123658"/>
          </a:xfrm>
          <a:prstGeom prst="rect">
            <a:avLst/>
          </a:prstGeom>
          <a:noFill/>
        </p:spPr>
        <p:txBody>
          <a:bodyPr wrap="square" rtlCol="0">
            <a:spAutoFit/>
          </a:bodyPr>
          <a:lstStyle/>
          <a:p>
            <a:pPr algn="ctr"/>
            <a:r>
              <a:rPr lang="fr-FR" sz="4400" dirty="0">
                <a:solidFill>
                  <a:schemeClr val="bg1"/>
                </a:solidFill>
              </a:rPr>
              <a:t>MERCI POUR VOTRE ATTENTION !!!!</a:t>
            </a:r>
          </a:p>
        </p:txBody>
      </p:sp>
    </p:spTree>
  </p:cSld>
  <p:clrMapOvr>
    <a:masterClrMapping/>
  </p:clrMapOvr>
  <p:transition spd="slow">
    <p:randomBar dir="vert"/>
  </p:transition>
</p:sld>
</file>

<file path=ppt/theme/theme1.xml><?xml version="1.0" encoding="utf-8"?>
<a:theme xmlns:a="http://schemas.openxmlformats.org/drawingml/2006/main" name="Data Center Company Profile by Slidesgo">
  <a:themeElements>
    <a:clrScheme name="Simple Light">
      <a:dk1>
        <a:srgbClr val="000000"/>
      </a:dk1>
      <a:lt1>
        <a:srgbClr val="FFFFFF"/>
      </a:lt1>
      <a:dk2>
        <a:srgbClr val="17163E"/>
      </a:dk2>
      <a:lt2>
        <a:srgbClr val="180175"/>
      </a:lt2>
      <a:accent1>
        <a:srgbClr val="1501A9"/>
      </a:accent1>
      <a:accent2>
        <a:srgbClr val="8C74F9"/>
      </a:accent2>
      <a:accent3>
        <a:srgbClr val="AD95E6"/>
      </a:accent3>
      <a:accent4>
        <a:srgbClr val="B0A1FB"/>
      </a:accent4>
      <a:accent5>
        <a:srgbClr val="FF248A"/>
      </a:accent5>
      <a:accent6>
        <a:srgbClr val="4CEEFD"/>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1442</TotalTime>
  <Words>233</Words>
  <Application>Microsoft Office PowerPoint</Application>
  <PresentationFormat>Affichage à l'écran (16:9)</PresentationFormat>
  <Paragraphs>51</Paragraphs>
  <Slides>20</Slides>
  <Notes>20</Notes>
  <HiddenSlides>0</HiddenSlides>
  <MMClips>0</MMClips>
  <ScaleCrop>false</ScaleCrop>
  <HeadingPairs>
    <vt:vector size="6" baseType="variant">
      <vt:variant>
        <vt:lpstr>Polices utilisées</vt:lpstr>
      </vt:variant>
      <vt:variant>
        <vt:i4>7</vt:i4>
      </vt:variant>
      <vt:variant>
        <vt:lpstr>Thème</vt:lpstr>
      </vt:variant>
      <vt:variant>
        <vt:i4>2</vt:i4>
      </vt:variant>
      <vt:variant>
        <vt:lpstr>Titres des diapositives</vt:lpstr>
      </vt:variant>
      <vt:variant>
        <vt:i4>20</vt:i4>
      </vt:variant>
    </vt:vector>
  </HeadingPairs>
  <TitlesOfParts>
    <vt:vector size="29" baseType="lpstr">
      <vt:lpstr>Roboto</vt:lpstr>
      <vt:lpstr>Patrick Hand</vt:lpstr>
      <vt:lpstr>Proxima Nova Semibold</vt:lpstr>
      <vt:lpstr>Arial</vt:lpstr>
      <vt:lpstr>Calibri</vt:lpstr>
      <vt:lpstr>Proxima Nova</vt:lpstr>
      <vt:lpstr>Teko</vt:lpstr>
      <vt:lpstr>Data Center Company Profile by Slidesgo</vt:lpstr>
      <vt:lpstr>Slidesgo Final Pages</vt:lpstr>
      <vt:lpstr>Système de Recommendation</vt:lpstr>
      <vt:lpstr>PLAN</vt:lpstr>
      <vt:lpstr>Introduction</vt:lpstr>
      <vt:lpstr>Introduction</vt:lpstr>
      <vt:lpstr>Definition</vt:lpstr>
      <vt:lpstr>Fonctionnement d’un systeme de recommendation</vt:lpstr>
      <vt:lpstr>Principe de base d’un système de recommandation</vt:lpstr>
      <vt:lpstr>Quelques techniques et algorithmes utilisés</vt:lpstr>
      <vt:lpstr>Filtrage basé sur le contenu</vt:lpstr>
      <vt:lpstr>Filtrage basé sur le collaboratif</vt:lpstr>
      <vt:lpstr>Similarité</vt:lpstr>
      <vt:lpstr>La formule de base de la similarité</vt:lpstr>
      <vt:lpstr>Exemple de recommandation</vt:lpstr>
      <vt:lpstr>Illustration des étapes de recommandation</vt:lpstr>
      <vt:lpstr>Domaine d’application</vt:lpstr>
      <vt:lpstr>Domaine d’application </vt:lpstr>
      <vt:lpstr>Domaine d’application </vt:lpstr>
      <vt:lpstr>Cas Pratique</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Système de Recommendation</dc:title>
  <cp:lastModifiedBy>Lassana DEMBE</cp:lastModifiedBy>
  <cp:revision>7</cp:revision>
  <dcterms:modified xsi:type="dcterms:W3CDTF">2023-07-06T21:34:05Z</dcterms:modified>
</cp:coreProperties>
</file>